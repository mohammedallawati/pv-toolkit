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7" r:id="rIdO1"/>
    <p:sldId id="1549" r:id="rId17"/>
    <p:sldId id="1548" r:id="rId18"/>
    <p:sldId id="1577" r:id="rId19"/>
    <p:sldId id="1514" r:id="rId20"/>
    <p:sldId id="1517" r:id="rId21"/>
    <p:sldId id="1513" r:id="rId22"/>
    <p:sldId id="1598" r:id="rIdO2"/>
    <p:sldId id="1515" r:id="rId23"/>
    <p:sldId id="1518" r:id="rId24"/>
    <p:sldId id="1581" r:id="rId25"/>
    <p:sldId id="1580" r:id="rId26"/>
    <p:sldId id="1599" r:id="rIdO3"/>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49.xml"/><Relationship Id="rIdO2" Type="http://schemas.openxmlformats.org/officeDocument/2006/relationships/slide" Target="slides/slide47.xml"/><Relationship Id="rIdO3"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{{Name}}</a:t>
            </a:r>
          </a:p>
          <a:p>
            <a:pPr algn="ctr"/>
            <a:r>
              <a:rPr lang="en-GB" sz="2000" b="1" cap="none" dirty="0">
                <a:solidFill>
                  <a:schemeClr val="bg1"/>
                </a:solidFill>
              </a:rPr>
              <a:t>{{DCCapacity}} kWp</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{{InverterQty}} × {{InverterUnitKW}}kW </a:t>
            </a:r>
            <a:r>
              <a:rPr lang="en-US" sz="1200" dirty="0"/>
              <a:t>({{InverterModel}}) 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8138160" cy="1154062"/>
        </p:xfrm>
        <a:graphic>
          <a:graphicData uri="http://schemas.openxmlformats.org/drawingml/2006/table">
            <a:tbl>
              <a:tblPr firstRow="1" bandRow="1">
                <a:tableStyleId>{EB344D84-9AFB-497E-A393-DC336BA19D2E}</a:tableStyleId>
              </a:tblPr>
              <a:tblGrid>
                <a:gridCol w="1325880"/>
                <a:gridCol w="2514600"/>
                <a:gridCol w="1051560"/>
                <a:gridCol w="1097280"/>
                <a:gridCol w="1051560"/>
                <a:gridCol w="109728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Description</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{{SS_Desc}}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