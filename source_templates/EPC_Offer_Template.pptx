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8"/>
  </p:notesMasterIdLst>
  <p:handoutMasterIdLst>
    <p:handoutMasterId r:id="rId49"/>
  </p:handoutMasterIdLst>
  <p:sldIdLst>
    <p:sldId id="1034" r:id="rId2"/>
    <p:sldId id="1524" r:id="rId3"/>
    <p:sldId id="979" r:id="rId4"/>
    <p:sldId id="1047" r:id="rId5"/>
    <p:sldId id="1048" r:id="rId6"/>
    <p:sldId id="1049" r:id="rId7"/>
    <p:sldId id="1088" r:id="rId8"/>
    <p:sldId id="1091" r:id="rId9"/>
    <p:sldId id="1092" r:id="rId10"/>
    <p:sldId id="1220" r:id="rId11"/>
    <p:sldId id="1589" r:id="rId12"/>
    <p:sldId id="1545" r:id="rId13"/>
    <p:sldId id="1591" r:id="rId14"/>
    <p:sldId id="1546" r:id="rId15"/>
    <p:sldId id="1547" r:id="rId16"/>
    <p:sldId id="1549" r:id="rId17"/>
    <p:sldId id="1548" r:id="rId18"/>
    <p:sldId id="1577" r:id="rId19"/>
    <p:sldId id="1514" r:id="rId20"/>
    <p:sldId id="1517" r:id="rId21"/>
    <p:sldId id="1513" r:id="rId22"/>
    <p:sldId id="1515" r:id="rId23"/>
    <p:sldId id="1518" r:id="rId24"/>
    <p:sldId id="1581" r:id="rId25"/>
    <p:sldId id="1580" r:id="rId26"/>
    <p:sldId id="1592" r:id="rId27"/>
    <p:sldId id="1596" r:id="rId28"/>
    <p:sldId id="1320" r:id="rId29"/>
    <p:sldId id="1500" r:id="rId30"/>
    <p:sldId id="1509" r:id="rId31"/>
    <p:sldId id="1511" r:id="rId32"/>
    <p:sldId id="1512" r:id="rId33"/>
    <p:sldId id="1593" r:id="rId34"/>
    <p:sldId id="1375" r:id="rId35"/>
    <p:sldId id="1594" r:id="rId36"/>
    <p:sldId id="1202" r:id="rId37"/>
    <p:sldId id="1185" r:id="rId38"/>
    <p:sldId id="1203" r:id="rId39"/>
    <p:sldId id="1204" r:id="rId40"/>
    <p:sldId id="1205" r:id="rId41"/>
    <p:sldId id="1595" r:id="rId42"/>
    <p:sldId id="1192" r:id="rId43"/>
    <p:sldId id="1497" r:id="rId44"/>
    <p:sldId id="1355" r:id="rId45"/>
    <p:sldId id="1356" r:id="rId46"/>
    <p:sldId id="1207" r:id="rId47"/>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A9B59"/>
    <a:srgbClr val="FFFFFF"/>
    <a:srgbClr val="BE382C"/>
    <a:srgbClr val="C00000"/>
    <a:srgbClr val="31A08F"/>
    <a:srgbClr val="AEB2B2"/>
    <a:srgbClr val="B2B4B5"/>
    <a:srgbClr val="B2B5B6"/>
    <a:srgbClr val="B4B7B6"/>
    <a:srgbClr val="B0B2B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394" autoAdjust="0"/>
    <p:restoredTop sz="94045" autoAdjust="0"/>
  </p:normalViewPr>
  <p:slideViewPr>
    <p:cSldViewPr>
      <p:cViewPr varScale="1">
        <p:scale>
          <a:sx n="127" d="100"/>
          <a:sy n="127" d="100"/>
        </p:scale>
        <p:origin x="1464" y="114"/>
      </p:cViewPr>
      <p:guideLst>
        <p:guide orient="horz" pos="1620"/>
        <p:guide pos="2880"/>
      </p:guideLst>
    </p:cSldViewPr>
  </p:slideViewPr>
  <p:outlineViewPr>
    <p:cViewPr>
      <p:scale>
        <a:sx n="33" d="100"/>
        <a:sy n="33" d="100"/>
      </p:scale>
      <p:origin x="0" y="0"/>
    </p:cViewPr>
  </p:outlineViewPr>
  <p:notesTextViewPr>
    <p:cViewPr>
      <p:scale>
        <a:sx n="150" d="100"/>
        <a:sy n="150" d="100"/>
      </p:scale>
      <p:origin x="0" y="0"/>
    </p:cViewPr>
  </p:notesTextViewPr>
  <p:sorterViewPr>
    <p:cViewPr>
      <p:scale>
        <a:sx n="109" d="100"/>
        <a:sy n="109" d="100"/>
      </p:scale>
      <p:origin x="0" y="-3600"/>
    </p:cViewPr>
  </p:sorterViewPr>
  <p:notesViewPr>
    <p:cSldViewPr>
      <p:cViewPr varScale="1">
        <p:scale>
          <a:sx n="65" d="100"/>
          <a:sy n="65" d="100"/>
        </p:scale>
        <p:origin x="2179" y="4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handoutMaster" Target="handoutMasters/handoutMaster1.xml"/></Relationships>
</file>

<file path=ppt/charts/_rels/chart1.xml.rels><?xml version="1.0" encoding="UTF-8" standalone="yes"?>
<Relationships xmlns="http://schemas.openxmlformats.org/package/2006/relationships"><Relationship Id="rId3" Type="http://schemas.openxmlformats.org/officeDocument/2006/relationships/oleObject" Target="file:///C:\Box%20Sync%20Backup\Amrit_Working\Al%20Jajeera%20Steel%20Products\AlJazeera_Steel_energy_analysis_v02.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Box%20Sync%20Backup\Amrit_Working\Al%20Jajeera%20Steel%20Products\AlJazeera_Steel_energy_analysis_v02.xlsx" TargetMode="External"/><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hart>
    <c:title>
      <c:tx>
        <c:rich>
          <a:bodyPr rot="0" spcFirstLastPara="1" vertOverflow="ellipsis" vert="horz" wrap="square" anchor="ctr" anchorCtr="1"/>
          <a:lstStyle/>
          <a:p>
            <a:pPr>
              <a:defRPr sz="1600" b="0" i="0" u="none" strike="noStrike" kern="1200" cap="none" spc="50" normalizeH="0" baseline="0">
                <a:solidFill>
                  <a:schemeClr val="tx1">
                    <a:lumMod val="65000"/>
                    <a:lumOff val="35000"/>
                  </a:schemeClr>
                </a:solidFill>
                <a:latin typeface="+mj-lt"/>
                <a:ea typeface="+mj-ea"/>
                <a:cs typeface="+mj-cs"/>
              </a:defRPr>
            </a:pPr>
            <a:r>
              <a:rPr lang="en-US" sz="1600" b="0" i="0" u="none" strike="noStrike" kern="1200" cap="none" spc="50" normalizeH="0" baseline="0" dirty="0">
                <a:solidFill>
                  <a:srgbClr val="262626">
                    <a:lumMod val="65000"/>
                    <a:lumOff val="35000"/>
                  </a:srgbClr>
                </a:solidFill>
              </a:rPr>
              <a:t>Annual Solar Energy Yield (MWh/Year)</a:t>
            </a:r>
          </a:p>
        </c:rich>
      </c:tx>
      <c:overlay val="0"/>
      <c:spPr>
        <a:noFill/>
        <a:ln>
          <a:noFill/>
        </a:ln>
        <a:effectLst/>
      </c:spPr>
      <c:txPr>
        <a:bodyPr rot="0" spcFirstLastPara="1" vertOverflow="ellipsis" vert="horz" wrap="square" anchor="ctr" anchorCtr="1"/>
        <a:lstStyle/>
        <a:p>
          <a:pPr>
            <a:defRPr sz="1600" b="0" i="0" u="none" strike="noStrike" kern="1200" cap="none" spc="50" normalizeH="0" baseline="0">
              <a:solidFill>
                <a:schemeClr val="tx1">
                  <a:lumMod val="65000"/>
                  <a:lumOff val="35000"/>
                </a:schemeClr>
              </a:solidFill>
              <a:latin typeface="+mj-lt"/>
              <a:ea typeface="+mj-ea"/>
              <a:cs typeface="+mj-cs"/>
            </a:defRPr>
          </a:pPr>
          <a:endParaRPr lang="en-US"/>
        </a:p>
      </c:txPr>
    </c:title>
    <c:autoTitleDeleted val="0"/>
    <c:plotArea>
      <c:layout/>
      <c:barChart>
        <c:barDir val="col"/>
        <c:grouping val="clustered"/>
        <c:varyColors val="0"/>
        <c:ser>
          <c:idx val="0"/>
          <c:order val="0"/>
          <c:spPr>
            <a:solidFill>
              <a:srgbClr val="F5B95A"/>
            </a:solidFill>
            <a:ln>
              <a:noFill/>
            </a:ln>
            <a:effectLst/>
          </c:spPr>
          <c:invertIfNegative val="0"/>
          <c:dLbls>
            <c:spPr>
              <a:noFill/>
              <a:ln>
                <a:noFill/>
              </a:ln>
              <a:effectLst/>
            </c:spPr>
            <c:txPr>
              <a:bodyPr rot="-5400000" spcFirstLastPara="1" vertOverflow="ellipsis"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Aljazeera_Energy_yield!$B$22:$B$33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Aljazeera_Energy_yield!$C$22:$C$33</c:f>
              <c:numCache>
                <c:formatCode>#,##0.00</c:formatCode>
                <c:ptCount val="12"/>
                <c:pt idx="0">
                  <c:v>482.8</c:v>
                </c:pt>
                <c:pt idx="1">
                  <c:v>500.1</c:v>
                </c:pt>
                <c:pt idx="2">
                  <c:v>604.70000000000005</c:v>
                </c:pt>
                <c:pt idx="3">
                  <c:v>662.3</c:v>
                </c:pt>
                <c:pt idx="4">
                  <c:v>714.4</c:v>
                </c:pt>
                <c:pt idx="5">
                  <c:v>687.8</c:v>
                </c:pt>
                <c:pt idx="6">
                  <c:v>684.1</c:v>
                </c:pt>
                <c:pt idx="7">
                  <c:v>661.3</c:v>
                </c:pt>
                <c:pt idx="8">
                  <c:v>624.29999999999995</c:v>
                </c:pt>
                <c:pt idx="9">
                  <c:v>587.70000000000005</c:v>
                </c:pt>
                <c:pt idx="10">
                  <c:v>487.9</c:v>
                </c:pt>
                <c:pt idx="11">
                  <c:v>448.3</c:v>
                </c:pt>
              </c:numCache>
            </c:numRef>
          </c:val>
          <c:extLst>
            <c:ext xmlns:c16="http://schemas.microsoft.com/office/drawing/2014/chart" uri="{C3380CC4-5D6E-409C-BE32-E72D297353CC}">
              <c16:uniqueId val="{00000000-7306-4F79-908D-5142BA7EB55A}"/>
            </c:ext>
          </c:extLst>
        </c:ser>
        <c:dLbls>
          <c:dLblPos val="inEnd"/>
          <c:showLegendKey val="0"/>
          <c:showVal val="1"/>
          <c:showCatName val="0"/>
          <c:showSerName val="0"/>
          <c:showPercent val="0"/>
          <c:showBubbleSize val="0"/>
        </c:dLbls>
        <c:gapWidth val="80"/>
        <c:overlap val="25"/>
        <c:axId val="942131568"/>
        <c:axId val="942132048"/>
      </c:barChart>
      <c:catAx>
        <c:axId val="942131568"/>
        <c:scaling>
          <c:orientation val="minMax"/>
        </c:scaling>
        <c:delete val="0"/>
        <c:axPos val="b"/>
        <c:numFmt formatCode="General" sourceLinked="1"/>
        <c:majorTickMark val="none"/>
        <c:minorTickMark val="none"/>
        <c:tickLblPos val="nextTo"/>
        <c:spPr>
          <a:noFill/>
          <a:ln w="1587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cap="none" spc="20" normalizeH="0" baseline="0">
                <a:solidFill>
                  <a:schemeClr val="tx1">
                    <a:lumMod val="65000"/>
                    <a:lumOff val="35000"/>
                  </a:schemeClr>
                </a:solidFill>
                <a:latin typeface="+mn-lt"/>
                <a:ea typeface="+mn-ea"/>
                <a:cs typeface="+mn-cs"/>
              </a:defRPr>
            </a:pPr>
            <a:endParaRPr lang="en-US"/>
          </a:p>
        </c:txPr>
        <c:crossAx val="942132048"/>
        <c:crosses val="autoZero"/>
        <c:auto val="1"/>
        <c:lblAlgn val="ctr"/>
        <c:lblOffset val="100"/>
        <c:noMultiLvlLbl val="0"/>
      </c:catAx>
      <c:valAx>
        <c:axId val="942132048"/>
        <c:scaling>
          <c:orientation val="minMax"/>
        </c:scaling>
        <c:delete val="0"/>
        <c:axPos val="l"/>
        <c:majorGridlines>
          <c:spPr>
            <a:ln w="9525" cap="flat" cmpd="sng" algn="ctr">
              <a:solidFill>
                <a:schemeClr val="tx1">
                  <a:lumMod val="5000"/>
                  <a:lumOff val="95000"/>
                </a:schemeClr>
              </a:solidFill>
              <a:round/>
            </a:ln>
            <a:effectLst/>
          </c:spPr>
        </c:majorGridlines>
        <c:title>
          <c:tx>
            <c:rich>
              <a:bodyPr rot="-5400000" spcFirstLastPara="1" vertOverflow="ellipsis" vert="horz" wrap="square" anchor="ctr" anchorCtr="1"/>
              <a:lstStyle/>
              <a:p>
                <a:pPr>
                  <a:defRPr sz="900" b="0" i="0" u="none" strike="noStrike" kern="1200" cap="all" baseline="0">
                    <a:solidFill>
                      <a:schemeClr val="tx1">
                        <a:lumMod val="65000"/>
                        <a:lumOff val="35000"/>
                      </a:schemeClr>
                    </a:solidFill>
                    <a:latin typeface="+mn-lt"/>
                    <a:ea typeface="+mn-ea"/>
                    <a:cs typeface="+mn-cs"/>
                  </a:defRPr>
                </a:pPr>
                <a:r>
                  <a:rPr lang="en-US"/>
                  <a:t>energy (mwh)</a:t>
                </a:r>
              </a:p>
            </c:rich>
          </c:tx>
          <c:overlay val="0"/>
          <c:spPr>
            <a:noFill/>
            <a:ln>
              <a:noFill/>
            </a:ln>
            <a:effectLst/>
          </c:spPr>
          <c:txPr>
            <a:bodyPr rot="-5400000" spcFirstLastPara="1" vertOverflow="ellipsis" vert="horz" wrap="square" anchor="ctr" anchorCtr="1"/>
            <a:lstStyle/>
            <a:p>
              <a:pPr>
                <a:defRPr sz="900" b="0" i="0" u="none" strike="noStrike" kern="1200" cap="all" baseline="0">
                  <a:solidFill>
                    <a:schemeClr val="tx1">
                      <a:lumMod val="65000"/>
                      <a:lumOff val="35000"/>
                    </a:schemeClr>
                  </a:solidFill>
                  <a:latin typeface="+mn-lt"/>
                  <a:ea typeface="+mn-ea"/>
                  <a:cs typeface="+mn-cs"/>
                </a:defRPr>
              </a:pPr>
              <a:endParaRPr lang="en-US"/>
            </a:p>
          </c:txPr>
        </c:title>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spc="20" baseline="0">
                <a:solidFill>
                  <a:schemeClr val="tx1">
                    <a:lumMod val="65000"/>
                    <a:lumOff val="35000"/>
                  </a:schemeClr>
                </a:solidFill>
                <a:latin typeface="+mn-lt"/>
                <a:ea typeface="+mn-ea"/>
                <a:cs typeface="+mn-cs"/>
              </a:defRPr>
            </a:pPr>
            <a:endParaRPr lang="en-US"/>
          </a:p>
        </c:txPr>
        <c:crossAx val="942131568"/>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400" b="0" i="0" u="none" strike="noStrike" kern="1200" spc="0" baseline="0" dirty="0">
                <a:solidFill>
                  <a:srgbClr val="262626">
                    <a:lumMod val="65000"/>
                    <a:lumOff val="35000"/>
                  </a:srgbClr>
                </a:solidFill>
              </a:rPr>
              <a:t>Year-On-Year Degradation Analysis – For 25 Years</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Aljazeera_Energy_yield!$C$39</c:f>
              <c:strCache>
                <c:ptCount val="1"/>
                <c:pt idx="0">
                  <c:v>E_Grid (MWh)</c:v>
                </c:pt>
              </c:strCache>
            </c:strRef>
          </c:tx>
          <c:spPr>
            <a:solidFill>
              <a:schemeClr val="accent1"/>
            </a:solidFill>
            <a:ln>
              <a:noFill/>
            </a:ln>
            <a:effectLst/>
          </c:spPr>
          <c:invertIfNegative val="0"/>
          <c:cat>
            <c:strRef>
              <c:f>Aljazeera_Energy_yield!$B$40:$B$64</c:f>
              <c:strCache>
                <c:ptCount val="25"/>
                <c:pt idx="0">
                  <c:v>1st</c:v>
                </c:pt>
                <c:pt idx="1">
                  <c:v>2nd</c:v>
                </c:pt>
                <c:pt idx="2">
                  <c:v>3rd</c:v>
                </c:pt>
                <c:pt idx="3">
                  <c:v>4th</c:v>
                </c:pt>
                <c:pt idx="4">
                  <c:v>5th</c:v>
                </c:pt>
                <c:pt idx="5">
                  <c:v>6th</c:v>
                </c:pt>
                <c:pt idx="6">
                  <c:v>7th</c:v>
                </c:pt>
                <c:pt idx="7">
                  <c:v>8th</c:v>
                </c:pt>
                <c:pt idx="8">
                  <c:v>9th</c:v>
                </c:pt>
                <c:pt idx="9">
                  <c:v>10th</c:v>
                </c:pt>
                <c:pt idx="10">
                  <c:v>11th</c:v>
                </c:pt>
                <c:pt idx="11">
                  <c:v>12th</c:v>
                </c:pt>
                <c:pt idx="12">
                  <c:v>13th</c:v>
                </c:pt>
                <c:pt idx="13">
                  <c:v>14th</c:v>
                </c:pt>
                <c:pt idx="14">
                  <c:v>15th</c:v>
                </c:pt>
                <c:pt idx="15">
                  <c:v>16th</c:v>
                </c:pt>
                <c:pt idx="16">
                  <c:v>17th</c:v>
                </c:pt>
                <c:pt idx="17">
                  <c:v>18th</c:v>
                </c:pt>
                <c:pt idx="18">
                  <c:v>19th</c:v>
                </c:pt>
                <c:pt idx="19">
                  <c:v>20th</c:v>
                </c:pt>
                <c:pt idx="20">
                  <c:v>21st</c:v>
                </c:pt>
                <c:pt idx="21">
                  <c:v>22nd</c:v>
                </c:pt>
                <c:pt idx="22">
                  <c:v>23rd</c:v>
                </c:pt>
                <c:pt idx="23">
                  <c:v>24th</c:v>
                </c:pt>
                <c:pt idx="24">
                  <c:v>25th</c:v>
                </c:pt>
              </c:strCache>
            </c:strRef>
          </c:cat>
          <c:val>
            <c:numRef>
              <c:f>Aljazeera_Energy_yield!$C$40:$C$64</c:f>
              <c:numCache>
                <c:formatCode>#,##0.00</c:formatCode>
                <c:ptCount val="25"/>
                <c:pt idx="0">
                  <c:v>7145.7000000000007</c:v>
                </c:pt>
                <c:pt idx="1">
                  <c:v>7099.252950000001</c:v>
                </c:pt>
                <c:pt idx="2">
                  <c:v>7053.1078058250014</c:v>
                </c:pt>
                <c:pt idx="3">
                  <c:v>7007.2626050871395</c:v>
                </c:pt>
                <c:pt idx="4">
                  <c:v>6961.7153981540732</c:v>
                </c:pt>
                <c:pt idx="5">
                  <c:v>6916.4642480660723</c:v>
                </c:pt>
                <c:pt idx="6">
                  <c:v>6871.5072304536434</c:v>
                </c:pt>
                <c:pt idx="7">
                  <c:v>6826.8424334556948</c:v>
                </c:pt>
                <c:pt idx="8">
                  <c:v>6782.4679576382332</c:v>
                </c:pt>
                <c:pt idx="9">
                  <c:v>6738.3819159135846</c:v>
                </c:pt>
                <c:pt idx="10">
                  <c:v>6694.5824334601466</c:v>
                </c:pt>
                <c:pt idx="11">
                  <c:v>6651.0676476426561</c:v>
                </c:pt>
                <c:pt idx="12">
                  <c:v>6607.8357079329789</c:v>
                </c:pt>
                <c:pt idx="13">
                  <c:v>6564.884775831415</c:v>
                </c:pt>
                <c:pt idx="14">
                  <c:v>6522.2130247885116</c:v>
                </c:pt>
                <c:pt idx="15">
                  <c:v>6479.818640127387</c:v>
                </c:pt>
                <c:pt idx="16">
                  <c:v>6437.6998189665592</c:v>
                </c:pt>
                <c:pt idx="17">
                  <c:v>6395.8547701432772</c:v>
                </c:pt>
                <c:pt idx="18">
                  <c:v>6354.2817141373462</c:v>
                </c:pt>
                <c:pt idx="19">
                  <c:v>6312.9788829954541</c:v>
                </c:pt>
                <c:pt idx="20">
                  <c:v>6271.9445202559837</c:v>
                </c:pt>
                <c:pt idx="21">
                  <c:v>6231.17688087432</c:v>
                </c:pt>
                <c:pt idx="22">
                  <c:v>6190.6742311486369</c:v>
                </c:pt>
                <c:pt idx="23">
                  <c:v>6150.4348486461713</c:v>
                </c:pt>
                <c:pt idx="24">
                  <c:v>6110.4570221299718</c:v>
                </c:pt>
              </c:numCache>
            </c:numRef>
          </c:val>
          <c:extLst>
            <c:ext xmlns:c16="http://schemas.microsoft.com/office/drawing/2014/chart" uri="{C3380CC4-5D6E-409C-BE32-E72D297353CC}">
              <c16:uniqueId val="{00000000-637A-4453-A646-1368D8FDCB7E}"/>
            </c:ext>
          </c:extLst>
        </c:ser>
        <c:dLbls>
          <c:showLegendKey val="0"/>
          <c:showVal val="0"/>
          <c:showCatName val="0"/>
          <c:showSerName val="0"/>
          <c:showPercent val="0"/>
          <c:showBubbleSize val="0"/>
        </c:dLbls>
        <c:gapWidth val="150"/>
        <c:axId val="1923609472"/>
        <c:axId val="1923611392"/>
      </c:barChart>
      <c:lineChart>
        <c:grouping val="standard"/>
        <c:varyColors val="0"/>
        <c:ser>
          <c:idx val="1"/>
          <c:order val="1"/>
          <c:tx>
            <c:strRef>
              <c:f>Aljazeera_Energy_yield!$D$39</c:f>
              <c:strCache>
                <c:ptCount val="1"/>
                <c:pt idx="0">
                  <c:v>Annual Energy Loss (%)</c:v>
                </c:pt>
              </c:strCache>
            </c:strRef>
          </c:tx>
          <c:spPr>
            <a:ln w="28575" cap="rnd">
              <a:solidFill>
                <a:srgbClr val="F5B95A"/>
              </a:solidFill>
              <a:round/>
            </a:ln>
            <a:effectLst/>
          </c:spPr>
          <c:marker>
            <c:symbol val="none"/>
          </c:marker>
          <c:cat>
            <c:strRef>
              <c:f>Aljazeera_Energy_yield!$B$40:$B$64</c:f>
              <c:strCache>
                <c:ptCount val="25"/>
                <c:pt idx="0">
                  <c:v>1st</c:v>
                </c:pt>
                <c:pt idx="1">
                  <c:v>2nd</c:v>
                </c:pt>
                <c:pt idx="2">
                  <c:v>3rd</c:v>
                </c:pt>
                <c:pt idx="3">
                  <c:v>4th</c:v>
                </c:pt>
                <c:pt idx="4">
                  <c:v>5th</c:v>
                </c:pt>
                <c:pt idx="5">
                  <c:v>6th</c:v>
                </c:pt>
                <c:pt idx="6">
                  <c:v>7th</c:v>
                </c:pt>
                <c:pt idx="7">
                  <c:v>8th</c:v>
                </c:pt>
                <c:pt idx="8">
                  <c:v>9th</c:v>
                </c:pt>
                <c:pt idx="9">
                  <c:v>10th</c:v>
                </c:pt>
                <c:pt idx="10">
                  <c:v>11th</c:v>
                </c:pt>
                <c:pt idx="11">
                  <c:v>12th</c:v>
                </c:pt>
                <c:pt idx="12">
                  <c:v>13th</c:v>
                </c:pt>
                <c:pt idx="13">
                  <c:v>14th</c:v>
                </c:pt>
                <c:pt idx="14">
                  <c:v>15th</c:v>
                </c:pt>
                <c:pt idx="15">
                  <c:v>16th</c:v>
                </c:pt>
                <c:pt idx="16">
                  <c:v>17th</c:v>
                </c:pt>
                <c:pt idx="17">
                  <c:v>18th</c:v>
                </c:pt>
                <c:pt idx="18">
                  <c:v>19th</c:v>
                </c:pt>
                <c:pt idx="19">
                  <c:v>20th</c:v>
                </c:pt>
                <c:pt idx="20">
                  <c:v>21st</c:v>
                </c:pt>
                <c:pt idx="21">
                  <c:v>22nd</c:v>
                </c:pt>
                <c:pt idx="22">
                  <c:v>23rd</c:v>
                </c:pt>
                <c:pt idx="23">
                  <c:v>24th</c:v>
                </c:pt>
                <c:pt idx="24">
                  <c:v>25th</c:v>
                </c:pt>
              </c:strCache>
            </c:strRef>
          </c:cat>
          <c:val>
            <c:numRef>
              <c:f>Aljazeera_Energy_yield!$D$40:$D$64</c:f>
              <c:numCache>
                <c:formatCode>0.0%</c:formatCode>
                <c:ptCount val="25"/>
                <c:pt idx="0">
                  <c:v>0</c:v>
                </c:pt>
                <c:pt idx="1">
                  <c:v>6.4999999999999659E-3</c:v>
                </c:pt>
                <c:pt idx="2">
                  <c:v>1.2957749999999907E-2</c:v>
                </c:pt>
                <c:pt idx="3">
                  <c:v>1.9373524624999822E-2</c:v>
                </c:pt>
                <c:pt idx="4">
                  <c:v>2.5747596714937301E-2</c:v>
                </c:pt>
                <c:pt idx="5">
                  <c:v>3.2080237336290132E-2</c:v>
                </c:pt>
                <c:pt idx="6">
                  <c:v>3.8371715793604169E-2</c:v>
                </c:pt>
                <c:pt idx="7">
                  <c:v>4.4622299640945724E-2</c:v>
                </c:pt>
                <c:pt idx="8">
                  <c:v>5.0832254693279524E-2</c:v>
                </c:pt>
                <c:pt idx="9">
                  <c:v>5.7001845037773211E-2</c:v>
                </c:pt>
                <c:pt idx="10">
                  <c:v>6.3131333045027646E-2</c:v>
                </c:pt>
                <c:pt idx="11">
                  <c:v>6.9220979380234915E-2</c:v>
                </c:pt>
                <c:pt idx="12">
                  <c:v>7.5271043014263364E-2</c:v>
                </c:pt>
                <c:pt idx="13">
                  <c:v>8.1281781234670586E-2</c:v>
                </c:pt>
                <c:pt idx="14">
                  <c:v>8.7253449656645124E-2</c:v>
                </c:pt>
                <c:pt idx="15">
                  <c:v>9.3186302233876833E-2</c:v>
                </c:pt>
                <c:pt idx="16">
                  <c:v>9.9080591269356602E-2</c:v>
                </c:pt>
                <c:pt idx="17">
                  <c:v>0.1049365674261057</c:v>
                </c:pt>
                <c:pt idx="18">
                  <c:v>0.11075447973783596</c:v>
                </c:pt>
                <c:pt idx="19">
                  <c:v>0.11653457561953993</c:v>
                </c:pt>
                <c:pt idx="20">
                  <c:v>0.12227710087801293</c:v>
                </c:pt>
                <c:pt idx="21">
                  <c:v>0.12798229972230582</c:v>
                </c:pt>
                <c:pt idx="22">
                  <c:v>0.13365041477411083</c:v>
                </c:pt>
                <c:pt idx="23">
                  <c:v>0.13928168707807903</c:v>
                </c:pt>
                <c:pt idx="24">
                  <c:v>0.14487635611207142</c:v>
                </c:pt>
              </c:numCache>
            </c:numRef>
          </c:val>
          <c:smooth val="0"/>
          <c:extLst>
            <c:ext xmlns:c16="http://schemas.microsoft.com/office/drawing/2014/chart" uri="{C3380CC4-5D6E-409C-BE32-E72D297353CC}">
              <c16:uniqueId val="{00000001-637A-4453-A646-1368D8FDCB7E}"/>
            </c:ext>
          </c:extLst>
        </c:ser>
        <c:dLbls>
          <c:showLegendKey val="0"/>
          <c:showVal val="0"/>
          <c:showCatName val="0"/>
          <c:showSerName val="0"/>
          <c:showPercent val="0"/>
          <c:showBubbleSize val="0"/>
        </c:dLbls>
        <c:marker val="1"/>
        <c:smooth val="0"/>
        <c:axId val="1356785600"/>
        <c:axId val="1923618112"/>
      </c:lineChart>
      <c:catAx>
        <c:axId val="192360947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923611392"/>
        <c:crosses val="autoZero"/>
        <c:auto val="1"/>
        <c:lblAlgn val="ctr"/>
        <c:lblOffset val="100"/>
        <c:noMultiLvlLbl val="0"/>
      </c:catAx>
      <c:valAx>
        <c:axId val="1923611392"/>
        <c:scaling>
          <c:orientation val="minMax"/>
        </c:scaling>
        <c:delete val="0"/>
        <c:axPos val="l"/>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923609472"/>
        <c:crosses val="autoZero"/>
        <c:crossBetween val="between"/>
      </c:valAx>
      <c:valAx>
        <c:axId val="1923618112"/>
        <c:scaling>
          <c:orientation val="minMax"/>
        </c:scaling>
        <c:delete val="0"/>
        <c:axPos val="r"/>
        <c:numFmt formatCode="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56785600"/>
        <c:crosses val="max"/>
        <c:crossBetween val="between"/>
      </c:valAx>
      <c:catAx>
        <c:axId val="1356785600"/>
        <c:scaling>
          <c:orientation val="minMax"/>
        </c:scaling>
        <c:delete val="1"/>
        <c:axPos val="b"/>
        <c:numFmt formatCode="General" sourceLinked="1"/>
        <c:majorTickMark val="none"/>
        <c:minorTickMark val="none"/>
        <c:tickLblPos val="nextTo"/>
        <c:crossAx val="1923618112"/>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withinLinear" id="15">
  <a:schemeClr val="accent2"/>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15">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spPr>
      <a:ln w="15875" cap="flat" cmpd="sng" algn="ctr">
        <a:solidFill>
          <a:schemeClr val="tx1">
            <a:lumMod val="25000"/>
            <a:lumOff val="75000"/>
          </a:schemeClr>
        </a:solidFill>
        <a:round/>
      </a:ln>
    </cs:spPr>
    <cs:defRPr sz="900" kern="1200" cap="none" spc="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bg1"/>
    </cs:fontRef>
    <cs:spPr>
      <a:solidFill>
        <a:schemeClr val="tx1">
          <a:lumMod val="50000"/>
          <a:lumOff val="50000"/>
        </a:schemeClr>
      </a:solidFill>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alpha val="70000"/>
        </a:schemeClr>
      </a:solidFill>
    </cs:spPr>
  </cs:dataPoint>
  <cs:dataPoint3D>
    <cs:lnRef idx="0"/>
    <cs:fillRef idx="0">
      <cs:styleClr val="auto"/>
    </cs:fillRef>
    <cs:effectRef idx="0"/>
    <cs:fontRef idx="minor">
      <a:schemeClr val="dk1"/>
    </cs:fontRef>
    <cs:spPr>
      <a:solidFill>
        <a:schemeClr val="phClr">
          <a:alpha val="70000"/>
        </a:schemeClr>
      </a:solidFill>
    </cs:spPr>
  </cs:dataPoint3D>
  <cs:dataPointLine>
    <cs:lnRef idx="0">
      <cs:styleClr val="auto"/>
    </cs:lnRef>
    <cs:fillRef idx="0"/>
    <cs:effectRef idx="0"/>
    <cs:fontRef idx="minor">
      <a:schemeClr val="dk1"/>
    </cs:fontRef>
    <cs:spPr>
      <a:ln w="28575" cap="rnd">
        <a:solidFill>
          <a:schemeClr val="phClr">
            <a:alpha val="70000"/>
          </a:schemeClr>
        </a:solidFill>
        <a:round/>
      </a:ln>
    </cs:spPr>
  </cs:dataPointLine>
  <cs:dataPointMarker>
    <cs:lnRef idx="0"/>
    <cs:fillRef idx="0">
      <cs:styleClr val="auto"/>
    </cs:fillRef>
    <cs:effectRef idx="0"/>
    <cs:fontRef idx="minor">
      <a:schemeClr val="dk1"/>
    </cs:fontRef>
    <cs:spPr>
      <a:solidFill>
        <a:schemeClr val="phClr">
          <a:alpha val="70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65000"/>
            <a:lumOff val="35000"/>
          </a:schemeClr>
        </a:solidFill>
      </a:ln>
    </cs:spPr>
  </cs:downBar>
  <cs:dropLine>
    <cs:lnRef idx="0"/>
    <cs:fillRef idx="0"/>
    <cs:effectRef idx="0"/>
    <cs:fontRef idx="minor">
      <a:schemeClr val="dk1"/>
    </cs:fontRef>
    <cs:spPr>
      <a:ln w="9525">
        <a:solidFill>
          <a:schemeClr val="tx1">
            <a:lumMod val="35000"/>
            <a:lumOff val="65000"/>
          </a:schemeClr>
        </a:solidFill>
        <a:round/>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5000"/>
            <a:lumOff val="9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35000"/>
            <a:lumOff val="65000"/>
          </a:schemeClr>
        </a:solidFill>
        <a:round/>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baseline="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ajor">
      <a:schemeClr val="tx1">
        <a:lumMod val="65000"/>
        <a:lumOff val="35000"/>
      </a:schemeClr>
    </cs:fontRef>
    <cs:defRPr sz="1600" b="0" i="0" kern="1200" cap="none" spc="50" normalizeH="0" baseline="0"/>
  </cs:title>
  <cs:trendline>
    <cs:lnRef idx="0">
      <cs:styleClr val="auto"/>
    </cs:lnRef>
    <cs:fillRef idx="0"/>
    <cs:effectRef idx="0"/>
    <cs:fontRef idx="minor">
      <a:schemeClr val="dk1"/>
    </cs:fontRef>
    <cs:spPr>
      <a:ln w="15875"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defRPr sz="900" kern="1200" spc="20" baseline="0"/>
  </cs:valueAxis>
  <cs:wall>
    <cs:lnRef idx="0"/>
    <cs:fillRef idx="0"/>
    <cs:effectRef idx="0"/>
    <cs:fontRef idx="minor">
      <a:schemeClr val="dk1"/>
    </cs:fontRef>
  </cs:wall>
</cs:chartStyle>
</file>

<file path=ppt/charts/style2.xml><?xml version="1.0" encoding="utf-8"?>
<cs:chartStyle xmlns:cs="http://schemas.microsoft.com/office/drawing/2012/chartStyle" xmlns:a="http://schemas.openxmlformats.org/drawingml/2006/main" id="32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Tree>
    <p:extLst>
      <p:ext uri="{BB962C8B-B14F-4D97-AF65-F5344CB8AC3E}">
        <p14:creationId xmlns:p14="http://schemas.microsoft.com/office/powerpoint/2010/main" val="295888197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663E9E0-D922-418E-8BFA-E41C87CB1E68}" type="datetimeFigureOut">
              <a:rPr lang="en-US" smtClean="0"/>
              <a:pPr/>
              <a:t>28-Sep-25</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E7D2F9E-D167-4ED3-83EC-AE46EA34BEC3}" type="slidenum">
              <a:rPr lang="en-US" smtClean="0"/>
              <a:pPr/>
              <a:t>‹#›</a:t>
            </a:fld>
            <a:endParaRPr lang="en-US" dirty="0"/>
          </a:p>
        </p:txBody>
      </p:sp>
    </p:spTree>
    <p:extLst>
      <p:ext uri="{BB962C8B-B14F-4D97-AF65-F5344CB8AC3E}">
        <p14:creationId xmlns:p14="http://schemas.microsoft.com/office/powerpoint/2010/main" val="42377201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r>
              <a:rPr lang="en-US" dirty="0"/>
              <a:t>My First Template</a:t>
            </a:r>
          </a:p>
        </p:txBody>
      </p:sp>
    </p:spTree>
    <p:extLst>
      <p:ext uri="{BB962C8B-B14F-4D97-AF65-F5344CB8AC3E}">
        <p14:creationId xmlns:p14="http://schemas.microsoft.com/office/powerpoint/2010/main" val="32388830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r>
              <a:rPr lang="en-US" dirty="0"/>
              <a:t>My First Template</a:t>
            </a:r>
          </a:p>
        </p:txBody>
      </p:sp>
    </p:spTree>
    <p:extLst>
      <p:ext uri="{BB962C8B-B14F-4D97-AF65-F5344CB8AC3E}">
        <p14:creationId xmlns:p14="http://schemas.microsoft.com/office/powerpoint/2010/main" val="39063576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2E7D2F9E-D167-4ED3-83EC-AE46EA34BEC3}" type="slidenum">
              <a:rPr lang="en-US" smtClean="0"/>
              <a:pPr/>
              <a:t>8</a:t>
            </a:fld>
            <a:endParaRPr lang="en-US" dirty="0"/>
          </a:p>
        </p:txBody>
      </p:sp>
    </p:spTree>
    <p:extLst>
      <p:ext uri="{BB962C8B-B14F-4D97-AF65-F5344CB8AC3E}">
        <p14:creationId xmlns:p14="http://schemas.microsoft.com/office/powerpoint/2010/main" val="25980166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E7D2F9E-D167-4ED3-83EC-AE46EA34BEC3}" type="slidenum">
              <a:rPr lang="en-US" smtClean="0"/>
              <a:pPr/>
              <a:t>10</a:t>
            </a:fld>
            <a:endParaRPr lang="en-US" dirty="0"/>
          </a:p>
        </p:txBody>
      </p:sp>
    </p:spTree>
    <p:extLst>
      <p:ext uri="{BB962C8B-B14F-4D97-AF65-F5344CB8AC3E}">
        <p14:creationId xmlns:p14="http://schemas.microsoft.com/office/powerpoint/2010/main" val="4591579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r>
              <a:rPr lang="en-US" dirty="0"/>
              <a:t>My First Template</a:t>
            </a:r>
          </a:p>
        </p:txBody>
      </p:sp>
    </p:spTree>
    <p:extLst>
      <p:ext uri="{BB962C8B-B14F-4D97-AF65-F5344CB8AC3E}">
        <p14:creationId xmlns:p14="http://schemas.microsoft.com/office/powerpoint/2010/main" val="5071081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r>
              <a:rPr lang="en-US" dirty="0"/>
              <a:t>My First Template</a:t>
            </a:r>
          </a:p>
        </p:txBody>
      </p:sp>
    </p:spTree>
    <p:extLst>
      <p:ext uri="{BB962C8B-B14F-4D97-AF65-F5344CB8AC3E}">
        <p14:creationId xmlns:p14="http://schemas.microsoft.com/office/powerpoint/2010/main" val="8234649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r>
              <a:rPr lang="en-US" dirty="0"/>
              <a:t>My First Template</a:t>
            </a:r>
          </a:p>
        </p:txBody>
      </p:sp>
    </p:spTree>
    <p:extLst>
      <p:ext uri="{BB962C8B-B14F-4D97-AF65-F5344CB8AC3E}">
        <p14:creationId xmlns:p14="http://schemas.microsoft.com/office/powerpoint/2010/main" val="6081681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r>
              <a:rPr lang="en-US" dirty="0"/>
              <a:t>My First Template</a:t>
            </a:r>
          </a:p>
        </p:txBody>
      </p:sp>
    </p:spTree>
    <p:extLst>
      <p:ext uri="{BB962C8B-B14F-4D97-AF65-F5344CB8AC3E}">
        <p14:creationId xmlns:p14="http://schemas.microsoft.com/office/powerpoint/2010/main" val="345093323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r>
              <a:rPr lang="en-US" dirty="0"/>
              <a:t>My First Template</a:t>
            </a:r>
          </a:p>
        </p:txBody>
      </p:sp>
    </p:spTree>
    <p:extLst>
      <p:ext uri="{BB962C8B-B14F-4D97-AF65-F5344CB8AC3E}">
        <p14:creationId xmlns:p14="http://schemas.microsoft.com/office/powerpoint/2010/main" val="298732514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r>
              <a:rPr lang="en-US" dirty="0"/>
              <a:t>My First Template</a:t>
            </a:r>
          </a:p>
        </p:txBody>
      </p:sp>
    </p:spTree>
    <p:extLst>
      <p:ext uri="{BB962C8B-B14F-4D97-AF65-F5344CB8AC3E}">
        <p14:creationId xmlns:p14="http://schemas.microsoft.com/office/powerpoint/2010/main" val="320349634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r>
              <a:rPr lang="en-US" dirty="0"/>
              <a:t>My First Template</a:t>
            </a:r>
          </a:p>
        </p:txBody>
      </p:sp>
    </p:spTree>
    <p:extLst>
      <p:ext uri="{BB962C8B-B14F-4D97-AF65-F5344CB8AC3E}">
        <p14:creationId xmlns:p14="http://schemas.microsoft.com/office/powerpoint/2010/main" val="320349634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r>
              <a:rPr lang="en-US" dirty="0"/>
              <a:t>My First Template</a:t>
            </a:r>
          </a:p>
        </p:txBody>
      </p:sp>
    </p:spTree>
    <p:extLst>
      <p:ext uri="{BB962C8B-B14F-4D97-AF65-F5344CB8AC3E}">
        <p14:creationId xmlns:p14="http://schemas.microsoft.com/office/powerpoint/2010/main" val="37945765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F329C-210E-9AE5-A1D1-3F62A076D3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257704-A43B-14E2-867C-6CFABDCD020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CDEF7E7-0661-B79F-1C7D-5309168FC0FF}"/>
              </a:ext>
            </a:extLst>
          </p:cNvPr>
          <p:cNvSpPr>
            <a:spLocks noGrp="1"/>
          </p:cNvSpPr>
          <p:nvPr>
            <p:ph type="body" idx="1"/>
          </p:nvPr>
        </p:nvSpPr>
        <p:spPr/>
        <p:txBody>
          <a:bodyPr>
            <a:normAutofit/>
          </a:bodyPr>
          <a:lstStyle/>
          <a:p>
            <a:endParaRPr lang="en-US" dirty="0"/>
          </a:p>
        </p:txBody>
      </p:sp>
      <p:sp>
        <p:nvSpPr>
          <p:cNvPr id="4" name="Header Placeholder 3">
            <a:extLst>
              <a:ext uri="{FF2B5EF4-FFF2-40B4-BE49-F238E27FC236}">
                <a16:creationId xmlns:a16="http://schemas.microsoft.com/office/drawing/2014/main" id="{4E93A393-9293-BABB-CCB4-78D1D8F85D14}"/>
              </a:ext>
            </a:extLst>
          </p:cNvPr>
          <p:cNvSpPr>
            <a:spLocks noGrp="1"/>
          </p:cNvSpPr>
          <p:nvPr>
            <p:ph type="hdr" sz="quarter" idx="10"/>
          </p:nvPr>
        </p:nvSpPr>
        <p:spPr/>
        <p:txBody>
          <a:bodyPr/>
          <a:lstStyle/>
          <a:p>
            <a:r>
              <a:rPr lang="en-US" dirty="0"/>
              <a:t>My First Template</a:t>
            </a:r>
          </a:p>
        </p:txBody>
      </p:sp>
    </p:spTree>
    <p:extLst>
      <p:ext uri="{BB962C8B-B14F-4D97-AF65-F5344CB8AC3E}">
        <p14:creationId xmlns:p14="http://schemas.microsoft.com/office/powerpoint/2010/main" val="153118319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r>
              <a:rPr lang="en-US" dirty="0"/>
              <a:t>My First Template</a:t>
            </a:r>
          </a:p>
        </p:txBody>
      </p:sp>
    </p:spTree>
    <p:extLst>
      <p:ext uri="{BB962C8B-B14F-4D97-AF65-F5344CB8AC3E}">
        <p14:creationId xmlns:p14="http://schemas.microsoft.com/office/powerpoint/2010/main" val="43314867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r>
              <a:rPr lang="en-US" dirty="0"/>
              <a:t>My First Template</a:t>
            </a:r>
          </a:p>
        </p:txBody>
      </p:sp>
    </p:spTree>
    <p:extLst>
      <p:ext uri="{BB962C8B-B14F-4D97-AF65-F5344CB8AC3E}">
        <p14:creationId xmlns:p14="http://schemas.microsoft.com/office/powerpoint/2010/main" val="43314867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r>
              <a:rPr lang="en-US" dirty="0"/>
              <a:t>My First Template</a:t>
            </a:r>
          </a:p>
        </p:txBody>
      </p:sp>
    </p:spTree>
    <p:extLst>
      <p:ext uri="{BB962C8B-B14F-4D97-AF65-F5344CB8AC3E}">
        <p14:creationId xmlns:p14="http://schemas.microsoft.com/office/powerpoint/2010/main" val="43314867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r>
              <a:rPr lang="en-US" dirty="0"/>
              <a:t>My First Template</a:t>
            </a:r>
          </a:p>
        </p:txBody>
      </p:sp>
    </p:spTree>
    <p:extLst>
      <p:ext uri="{BB962C8B-B14F-4D97-AF65-F5344CB8AC3E}">
        <p14:creationId xmlns:p14="http://schemas.microsoft.com/office/powerpoint/2010/main" val="43314867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r>
              <a:rPr lang="en-US" dirty="0"/>
              <a:t>My First Template</a:t>
            </a:r>
          </a:p>
        </p:txBody>
      </p:sp>
    </p:spTree>
    <p:extLst>
      <p:ext uri="{BB962C8B-B14F-4D97-AF65-F5344CB8AC3E}">
        <p14:creationId xmlns:p14="http://schemas.microsoft.com/office/powerpoint/2010/main" val="43314867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E7D2F9E-D167-4ED3-83EC-AE46EA34BEC3}" type="slidenum">
              <a:rPr lang="en-US" smtClean="0"/>
              <a:pPr/>
              <a:t>42</a:t>
            </a:fld>
            <a:endParaRPr lang="en-US" dirty="0"/>
          </a:p>
        </p:txBody>
      </p:sp>
    </p:spTree>
    <p:extLst>
      <p:ext uri="{BB962C8B-B14F-4D97-AF65-F5344CB8AC3E}">
        <p14:creationId xmlns:p14="http://schemas.microsoft.com/office/powerpoint/2010/main" val="85358902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r>
              <a:rPr lang="en-US" dirty="0"/>
              <a:t>My First Template</a:t>
            </a:r>
          </a:p>
        </p:txBody>
      </p:sp>
    </p:spTree>
    <p:extLst>
      <p:ext uri="{BB962C8B-B14F-4D97-AF65-F5344CB8AC3E}">
        <p14:creationId xmlns:p14="http://schemas.microsoft.com/office/powerpoint/2010/main" val="397371903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r>
              <a:rPr lang="en-US" dirty="0"/>
              <a:t>My First Template</a:t>
            </a:r>
          </a:p>
        </p:txBody>
      </p:sp>
    </p:spTree>
    <p:extLst>
      <p:ext uri="{BB962C8B-B14F-4D97-AF65-F5344CB8AC3E}">
        <p14:creationId xmlns:p14="http://schemas.microsoft.com/office/powerpoint/2010/main" val="4579238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0758835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Full Image">
    <p:spTree>
      <p:nvGrpSpPr>
        <p:cNvPr id="1" name=""/>
        <p:cNvGrpSpPr/>
        <p:nvPr/>
      </p:nvGrpSpPr>
      <p:grpSpPr>
        <a:xfrm>
          <a:off x="0" y="0"/>
          <a:ext cx="0" cy="0"/>
          <a:chOff x="0" y="0"/>
          <a:chExt cx="0" cy="0"/>
        </a:xfrm>
      </p:grpSpPr>
      <p:sp>
        <p:nvSpPr>
          <p:cNvPr id="3" name="Picture Placeholder 335"/>
          <p:cNvSpPr>
            <a:spLocks noGrp="1"/>
          </p:cNvSpPr>
          <p:nvPr>
            <p:ph type="pic" sz="quarter" idx="13" hasCustomPrompt="1"/>
          </p:nvPr>
        </p:nvSpPr>
        <p:spPr>
          <a:xfrm>
            <a:off x="0" y="0"/>
            <a:ext cx="9143999" cy="5143500"/>
          </a:xfrm>
          <a:custGeom>
            <a:avLst/>
            <a:gdLst>
              <a:gd name="connsiteX0" fmla="*/ 1498697 w 1498697"/>
              <a:gd name="connsiteY0" fmla="*/ 0 h 2461370"/>
              <a:gd name="connsiteX1" fmla="*/ 1498697 w 1498697"/>
              <a:gd name="connsiteY1" fmla="*/ 2461370 h 2461370"/>
              <a:gd name="connsiteX2" fmla="*/ 0 w 1498697"/>
              <a:gd name="connsiteY2" fmla="*/ 2461370 h 2461370"/>
              <a:gd name="connsiteX3" fmla="*/ 0 w 1498697"/>
              <a:gd name="connsiteY3" fmla="*/ 2403 h 2461370"/>
            </a:gdLst>
            <a:ahLst/>
            <a:cxnLst>
              <a:cxn ang="0">
                <a:pos x="connsiteX0" y="connsiteY0"/>
              </a:cxn>
              <a:cxn ang="0">
                <a:pos x="connsiteX1" y="connsiteY1"/>
              </a:cxn>
              <a:cxn ang="0">
                <a:pos x="connsiteX2" y="connsiteY2"/>
              </a:cxn>
              <a:cxn ang="0">
                <a:pos x="connsiteX3" y="connsiteY3"/>
              </a:cxn>
            </a:cxnLst>
            <a:rect l="l" t="t" r="r" b="b"/>
            <a:pathLst>
              <a:path w="1498697" h="2461370">
                <a:moveTo>
                  <a:pt x="1498697" y="0"/>
                </a:moveTo>
                <a:lnTo>
                  <a:pt x="1498697" y="2461370"/>
                </a:lnTo>
                <a:lnTo>
                  <a:pt x="0" y="2461370"/>
                </a:lnTo>
                <a:lnTo>
                  <a:pt x="0" y="2403"/>
                </a:lnTo>
                <a:close/>
              </a:path>
            </a:pathLst>
          </a:custGeom>
          <a:solidFill>
            <a:schemeClr val="tx2">
              <a:lumMod val="10000"/>
              <a:lumOff val="90000"/>
            </a:schemeClr>
          </a:solidFill>
          <a:ln>
            <a:noFill/>
          </a:ln>
        </p:spPr>
        <p:txBody>
          <a:bodyPr wrap="square" bIns="457200" anchor="b">
            <a:noAutofit/>
          </a:bodyPr>
          <a:lstStyle>
            <a:lvl1pPr algn="ctr">
              <a:buNone/>
              <a:defRPr sz="1100">
                <a:solidFill>
                  <a:schemeClr val="tx1">
                    <a:lumMod val="50000"/>
                    <a:lumOff val="50000"/>
                  </a:schemeClr>
                </a:solidFill>
              </a:defRPr>
            </a:lvl1pPr>
          </a:lstStyle>
          <a:p>
            <a:r>
              <a:rPr lang="en-US" dirty="0"/>
              <a:t>Image Holder</a:t>
            </a:r>
          </a:p>
        </p:txBody>
      </p:sp>
    </p:spTree>
    <p:extLst>
      <p:ext uri="{BB962C8B-B14F-4D97-AF65-F5344CB8AC3E}">
        <p14:creationId xmlns:p14="http://schemas.microsoft.com/office/powerpoint/2010/main" val="27693334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M1">
    <p:spTree>
      <p:nvGrpSpPr>
        <p:cNvPr id="1" name=""/>
        <p:cNvGrpSpPr/>
        <p:nvPr/>
      </p:nvGrpSpPr>
      <p:grpSpPr>
        <a:xfrm>
          <a:off x="0" y="0"/>
          <a:ext cx="0" cy="0"/>
          <a:chOff x="0" y="0"/>
          <a:chExt cx="0" cy="0"/>
        </a:xfrm>
      </p:grpSpPr>
      <p:sp>
        <p:nvSpPr>
          <p:cNvPr id="25" name="Text Placeholder 3"/>
          <p:cNvSpPr>
            <a:spLocks noGrp="1"/>
          </p:cNvSpPr>
          <p:nvPr>
            <p:ph type="body" sz="half" idx="2" hasCustomPrompt="1"/>
          </p:nvPr>
        </p:nvSpPr>
        <p:spPr>
          <a:xfrm>
            <a:off x="381000" y="883820"/>
            <a:ext cx="8368363" cy="173255"/>
          </a:xfrm>
          <a:prstGeom prst="rect">
            <a:avLst/>
          </a:prstGeom>
        </p:spPr>
        <p:txBody>
          <a:bodyPr wrap="none" lIns="0" tIns="0" rIns="0" bIns="0" anchor="ctr">
            <a:noAutofit/>
          </a:bodyPr>
          <a:lstStyle>
            <a:lvl1pPr marL="0" indent="0" algn="ctr">
              <a:buNone/>
              <a:defRPr sz="1200" b="0" baseline="0">
                <a:solidFill>
                  <a:schemeClr val="bg1">
                    <a:lumMod val="65000"/>
                  </a:schemeClr>
                </a:solidFill>
                <a:latin typeface="+mn-lt"/>
                <a:ea typeface="Roboto" panose="02000000000000000000" pitchFamily="2" charset="0"/>
              </a:defRPr>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dirty="0"/>
              <a:t>CLICK TO EDITE SUBTITLE</a:t>
            </a:r>
          </a:p>
        </p:txBody>
      </p:sp>
      <p:sp>
        <p:nvSpPr>
          <p:cNvPr id="26" name="Title 2"/>
          <p:cNvSpPr>
            <a:spLocks noGrp="1"/>
          </p:cNvSpPr>
          <p:nvPr>
            <p:ph type="title"/>
          </p:nvPr>
        </p:nvSpPr>
        <p:spPr>
          <a:xfrm>
            <a:off x="381000" y="341313"/>
            <a:ext cx="8368363" cy="495383"/>
          </a:xfrm>
          <a:prstGeom prst="rect">
            <a:avLst/>
          </a:prstGeom>
        </p:spPr>
        <p:txBody>
          <a:bodyPr lIns="0" tIns="0" rIns="0" bIns="0" anchor="ctr"/>
          <a:lstStyle>
            <a:lvl1pPr algn="ctr">
              <a:defRPr sz="3600">
                <a:solidFill>
                  <a:schemeClr val="tx1">
                    <a:lumMod val="50000"/>
                    <a:lumOff val="50000"/>
                  </a:schemeClr>
                </a:solidFill>
              </a:defRPr>
            </a:lvl1pPr>
          </a:lstStyle>
          <a:p>
            <a:r>
              <a:rPr lang="en-US" dirty="0"/>
              <a:t>Click to edit Master title style</a:t>
            </a:r>
          </a:p>
        </p:txBody>
      </p:sp>
    </p:spTree>
    <p:extLst>
      <p:ext uri="{BB962C8B-B14F-4D97-AF65-F5344CB8AC3E}">
        <p14:creationId xmlns:p14="http://schemas.microsoft.com/office/powerpoint/2010/main" val="27202653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M2">
    <p:spTree>
      <p:nvGrpSpPr>
        <p:cNvPr id="1" name=""/>
        <p:cNvGrpSpPr/>
        <p:nvPr/>
      </p:nvGrpSpPr>
      <p:grpSpPr>
        <a:xfrm>
          <a:off x="0" y="0"/>
          <a:ext cx="0" cy="0"/>
          <a:chOff x="0" y="0"/>
          <a:chExt cx="0" cy="0"/>
        </a:xfrm>
      </p:grpSpPr>
      <p:sp>
        <p:nvSpPr>
          <p:cNvPr id="16" name="Picture Placeholder 15"/>
          <p:cNvSpPr>
            <a:spLocks noGrp="1"/>
          </p:cNvSpPr>
          <p:nvPr>
            <p:ph type="pic" sz="quarter" idx="14" hasCustomPrompt="1"/>
          </p:nvPr>
        </p:nvSpPr>
        <p:spPr>
          <a:xfrm>
            <a:off x="458471" y="285750"/>
            <a:ext cx="8227058" cy="2514600"/>
          </a:xfrm>
          <a:prstGeom prst="rect">
            <a:avLst/>
          </a:prstGeom>
          <a:solidFill>
            <a:schemeClr val="tx2">
              <a:lumMod val="10000"/>
              <a:lumOff val="90000"/>
            </a:schemeClr>
          </a:solidFill>
          <a:ln w="3175">
            <a:solidFill>
              <a:schemeClr val="bg1"/>
            </a:solidFill>
          </a:ln>
        </p:spPr>
        <p:txBody>
          <a:bodyPr wrap="square" bIns="457200" anchor="b">
            <a:noAutofit/>
          </a:bodyPr>
          <a:lstStyle>
            <a:lvl1pPr algn="ctr">
              <a:buNone/>
              <a:defRPr sz="1100">
                <a:solidFill>
                  <a:schemeClr val="tx1">
                    <a:lumMod val="50000"/>
                    <a:lumOff val="50000"/>
                  </a:schemeClr>
                </a:solidFill>
              </a:defRPr>
            </a:lvl1pPr>
          </a:lstStyle>
          <a:p>
            <a:r>
              <a:rPr lang="en-US" dirty="0"/>
              <a:t>Image Holder</a:t>
            </a:r>
          </a:p>
        </p:txBody>
      </p:sp>
    </p:spTree>
    <p:extLst>
      <p:ext uri="{BB962C8B-B14F-4D97-AF65-F5344CB8AC3E}">
        <p14:creationId xmlns:p14="http://schemas.microsoft.com/office/powerpoint/2010/main" val="7473483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M4">
    <p:spTree>
      <p:nvGrpSpPr>
        <p:cNvPr id="1" name=""/>
        <p:cNvGrpSpPr/>
        <p:nvPr/>
      </p:nvGrpSpPr>
      <p:grpSpPr>
        <a:xfrm>
          <a:off x="0" y="0"/>
          <a:ext cx="0" cy="0"/>
          <a:chOff x="0" y="0"/>
          <a:chExt cx="0" cy="0"/>
        </a:xfrm>
      </p:grpSpPr>
      <p:sp>
        <p:nvSpPr>
          <p:cNvPr id="16" name="Picture Placeholder 15"/>
          <p:cNvSpPr>
            <a:spLocks noGrp="1"/>
          </p:cNvSpPr>
          <p:nvPr>
            <p:ph type="pic" sz="quarter" idx="14" hasCustomPrompt="1"/>
          </p:nvPr>
        </p:nvSpPr>
        <p:spPr>
          <a:xfrm>
            <a:off x="-1" y="0"/>
            <a:ext cx="9144001" cy="3082525"/>
          </a:xfrm>
          <a:custGeom>
            <a:avLst/>
            <a:gdLst>
              <a:gd name="connsiteX0" fmla="*/ 0 w 9144001"/>
              <a:gd name="connsiteY0" fmla="*/ 0 h 3082525"/>
              <a:gd name="connsiteX1" fmla="*/ 9144001 w 9144001"/>
              <a:gd name="connsiteY1" fmla="*/ 0 h 3082525"/>
              <a:gd name="connsiteX2" fmla="*/ 9144001 w 9144001"/>
              <a:gd name="connsiteY2" fmla="*/ 1842615 h 3082525"/>
              <a:gd name="connsiteX3" fmla="*/ 8879441 w 9144001"/>
              <a:gd name="connsiteY3" fmla="*/ 1994749 h 3082525"/>
              <a:gd name="connsiteX4" fmla="*/ 4583917 w 9144001"/>
              <a:gd name="connsiteY4" fmla="*/ 3082525 h 3082525"/>
              <a:gd name="connsiteX5" fmla="*/ 288391 w 9144001"/>
              <a:gd name="connsiteY5" fmla="*/ 1994749 h 3082525"/>
              <a:gd name="connsiteX6" fmla="*/ 1 w 9144001"/>
              <a:gd name="connsiteY6" fmla="*/ 1828912 h 3082525"/>
              <a:gd name="connsiteX7" fmla="*/ 1 w 9144001"/>
              <a:gd name="connsiteY7" fmla="*/ 1830028 h 3082525"/>
              <a:gd name="connsiteX8" fmla="*/ 0 w 9144001"/>
              <a:gd name="connsiteY8" fmla="*/ 1830028 h 3082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144001" h="3082525">
                <a:moveTo>
                  <a:pt x="0" y="0"/>
                </a:moveTo>
                <a:lnTo>
                  <a:pt x="9144001" y="0"/>
                </a:lnTo>
                <a:lnTo>
                  <a:pt x="9144001" y="1842615"/>
                </a:lnTo>
                <a:lnTo>
                  <a:pt x="8879441" y="1994749"/>
                </a:lnTo>
                <a:cubicBezTo>
                  <a:pt x="7602540" y="2688473"/>
                  <a:pt x="6139241" y="3082525"/>
                  <a:pt x="4583917" y="3082525"/>
                </a:cubicBezTo>
                <a:cubicBezTo>
                  <a:pt x="3028592" y="3082525"/>
                  <a:pt x="1565293" y="2688473"/>
                  <a:pt x="288391" y="1994749"/>
                </a:cubicBezTo>
                <a:lnTo>
                  <a:pt x="1" y="1828912"/>
                </a:lnTo>
                <a:lnTo>
                  <a:pt x="1" y="1830028"/>
                </a:lnTo>
                <a:lnTo>
                  <a:pt x="0" y="1830028"/>
                </a:lnTo>
                <a:close/>
              </a:path>
            </a:pathLst>
          </a:custGeom>
          <a:solidFill>
            <a:schemeClr val="tx2">
              <a:lumMod val="10000"/>
              <a:lumOff val="90000"/>
            </a:schemeClr>
          </a:solidFill>
          <a:ln w="3175">
            <a:solidFill>
              <a:schemeClr val="bg1"/>
            </a:solidFill>
          </a:ln>
        </p:spPr>
        <p:txBody>
          <a:bodyPr wrap="square" bIns="457200" anchor="b">
            <a:noAutofit/>
          </a:bodyPr>
          <a:lstStyle>
            <a:lvl1pPr algn="ctr">
              <a:buNone/>
              <a:defRPr sz="1100">
                <a:solidFill>
                  <a:schemeClr val="tx1">
                    <a:lumMod val="50000"/>
                    <a:lumOff val="50000"/>
                  </a:schemeClr>
                </a:solidFill>
              </a:defRPr>
            </a:lvl1pPr>
          </a:lstStyle>
          <a:p>
            <a:r>
              <a:rPr lang="en-US" dirty="0"/>
              <a:t>Image Holder</a:t>
            </a:r>
          </a:p>
        </p:txBody>
      </p:sp>
    </p:spTree>
    <p:extLst>
      <p:ext uri="{BB962C8B-B14F-4D97-AF65-F5344CB8AC3E}">
        <p14:creationId xmlns:p14="http://schemas.microsoft.com/office/powerpoint/2010/main" val="22883719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M5">
    <p:spTree>
      <p:nvGrpSpPr>
        <p:cNvPr id="1" name=""/>
        <p:cNvGrpSpPr/>
        <p:nvPr/>
      </p:nvGrpSpPr>
      <p:grpSpPr>
        <a:xfrm>
          <a:off x="0" y="0"/>
          <a:ext cx="0" cy="0"/>
          <a:chOff x="0" y="0"/>
          <a:chExt cx="0" cy="0"/>
        </a:xfrm>
      </p:grpSpPr>
      <p:sp>
        <p:nvSpPr>
          <p:cNvPr id="7" name="Picture Placeholder 6"/>
          <p:cNvSpPr>
            <a:spLocks noGrp="1"/>
          </p:cNvSpPr>
          <p:nvPr>
            <p:ph type="pic" sz="quarter" idx="14" hasCustomPrompt="1"/>
          </p:nvPr>
        </p:nvSpPr>
        <p:spPr>
          <a:xfrm>
            <a:off x="0" y="0"/>
            <a:ext cx="9144000" cy="3082925"/>
          </a:xfrm>
          <a:custGeom>
            <a:avLst/>
            <a:gdLst>
              <a:gd name="connsiteX0" fmla="*/ 0 w 9144000"/>
              <a:gd name="connsiteY0" fmla="*/ 0 h 3082925"/>
              <a:gd name="connsiteX1" fmla="*/ 9144000 w 9144000"/>
              <a:gd name="connsiteY1" fmla="*/ 0 h 3082925"/>
              <a:gd name="connsiteX2" fmla="*/ 9144000 w 9144000"/>
              <a:gd name="connsiteY2" fmla="*/ 1830266 h 3082925"/>
              <a:gd name="connsiteX3" fmla="*/ 9143999 w 9144000"/>
              <a:gd name="connsiteY3" fmla="*/ 1830266 h 3082925"/>
              <a:gd name="connsiteX4" fmla="*/ 9143999 w 9144000"/>
              <a:gd name="connsiteY4" fmla="*/ 1829149 h 3082925"/>
              <a:gd name="connsiteX5" fmla="*/ 8855609 w 9144000"/>
              <a:gd name="connsiteY5" fmla="*/ 1995008 h 3082925"/>
              <a:gd name="connsiteX6" fmla="*/ 8118315 w 9144000"/>
              <a:gd name="connsiteY6" fmla="*/ 2353046 h 3082925"/>
              <a:gd name="connsiteX7" fmla="*/ 8006080 w 9144000"/>
              <a:gd name="connsiteY7" fmla="*/ 2399314 h 3082925"/>
              <a:gd name="connsiteX8" fmla="*/ 8006080 w 9144000"/>
              <a:gd name="connsiteY8" fmla="*/ 2412252 h 3082925"/>
              <a:gd name="connsiteX9" fmla="*/ 8006079 w 9144000"/>
              <a:gd name="connsiteY9" fmla="*/ 2412252 h 3082925"/>
              <a:gd name="connsiteX10" fmla="*/ 8006079 w 9144000"/>
              <a:gd name="connsiteY10" fmla="*/ 2399315 h 3082925"/>
              <a:gd name="connsiteX11" fmla="*/ 7864458 w 9144000"/>
              <a:gd name="connsiteY11" fmla="*/ 2457698 h 3082925"/>
              <a:gd name="connsiteX12" fmla="*/ 4560084 w 9144000"/>
              <a:gd name="connsiteY12" fmla="*/ 3082925 h 3082925"/>
              <a:gd name="connsiteX13" fmla="*/ 264560 w 9144000"/>
              <a:gd name="connsiteY13" fmla="*/ 1995008 h 3082925"/>
              <a:gd name="connsiteX14" fmla="*/ 0 w 9144000"/>
              <a:gd name="connsiteY14" fmla="*/ 1842854 h 3082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44000" h="3082925">
                <a:moveTo>
                  <a:pt x="0" y="0"/>
                </a:moveTo>
                <a:lnTo>
                  <a:pt x="9144000" y="0"/>
                </a:lnTo>
                <a:lnTo>
                  <a:pt x="9144000" y="1830266"/>
                </a:lnTo>
                <a:lnTo>
                  <a:pt x="9143999" y="1830266"/>
                </a:lnTo>
                <a:lnTo>
                  <a:pt x="9143999" y="1829149"/>
                </a:lnTo>
                <a:lnTo>
                  <a:pt x="8855609" y="1995008"/>
                </a:lnTo>
                <a:cubicBezTo>
                  <a:pt x="8616190" y="2125098"/>
                  <a:pt x="8370218" y="2244651"/>
                  <a:pt x="8118315" y="2353046"/>
                </a:cubicBezTo>
                <a:lnTo>
                  <a:pt x="8006080" y="2399314"/>
                </a:lnTo>
                <a:lnTo>
                  <a:pt x="8006080" y="2412252"/>
                </a:lnTo>
                <a:lnTo>
                  <a:pt x="8006079" y="2412252"/>
                </a:lnTo>
                <a:lnTo>
                  <a:pt x="8006079" y="2399315"/>
                </a:lnTo>
                <a:lnTo>
                  <a:pt x="7864458" y="2457698"/>
                </a:lnTo>
                <a:cubicBezTo>
                  <a:pt x="6841306" y="2861242"/>
                  <a:pt x="5726577" y="3082925"/>
                  <a:pt x="4560084" y="3082925"/>
                </a:cubicBezTo>
                <a:cubicBezTo>
                  <a:pt x="3004760" y="3082925"/>
                  <a:pt x="1541461" y="2688822"/>
                  <a:pt x="264560" y="1995008"/>
                </a:cubicBezTo>
                <a:lnTo>
                  <a:pt x="0" y="1842854"/>
                </a:lnTo>
                <a:close/>
              </a:path>
            </a:pathLst>
          </a:custGeom>
          <a:solidFill>
            <a:schemeClr val="tx2">
              <a:lumMod val="10000"/>
              <a:lumOff val="90000"/>
            </a:schemeClr>
          </a:solidFill>
          <a:ln w="3175">
            <a:solidFill>
              <a:schemeClr val="bg1"/>
            </a:solidFill>
          </a:ln>
        </p:spPr>
        <p:txBody>
          <a:bodyPr wrap="square" bIns="457200" anchor="b">
            <a:noAutofit/>
          </a:bodyPr>
          <a:lstStyle>
            <a:lvl1pPr algn="ctr">
              <a:buNone/>
              <a:defRPr sz="1100">
                <a:solidFill>
                  <a:schemeClr val="tx1">
                    <a:lumMod val="50000"/>
                    <a:lumOff val="50000"/>
                  </a:schemeClr>
                </a:solidFill>
              </a:defRPr>
            </a:lvl1pPr>
          </a:lstStyle>
          <a:p>
            <a:r>
              <a:rPr lang="en-US" dirty="0"/>
              <a:t>Image Holder</a:t>
            </a:r>
          </a:p>
        </p:txBody>
      </p:sp>
    </p:spTree>
    <p:extLst>
      <p:ext uri="{BB962C8B-B14F-4D97-AF65-F5344CB8AC3E}">
        <p14:creationId xmlns:p14="http://schemas.microsoft.com/office/powerpoint/2010/main" val="40130019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M6">
    <p:spTree>
      <p:nvGrpSpPr>
        <p:cNvPr id="1" name=""/>
        <p:cNvGrpSpPr/>
        <p:nvPr/>
      </p:nvGrpSpPr>
      <p:grpSpPr>
        <a:xfrm>
          <a:off x="0" y="0"/>
          <a:ext cx="0" cy="0"/>
          <a:chOff x="0" y="0"/>
          <a:chExt cx="0" cy="0"/>
        </a:xfrm>
      </p:grpSpPr>
      <p:sp>
        <p:nvSpPr>
          <p:cNvPr id="9" name="Picture Placeholder 8"/>
          <p:cNvSpPr>
            <a:spLocks noGrp="1"/>
          </p:cNvSpPr>
          <p:nvPr>
            <p:ph type="pic" sz="quarter" idx="13" hasCustomPrompt="1"/>
          </p:nvPr>
        </p:nvSpPr>
        <p:spPr>
          <a:xfrm>
            <a:off x="0" y="1430676"/>
            <a:ext cx="9143999" cy="3712824"/>
          </a:xfrm>
          <a:custGeom>
            <a:avLst/>
            <a:gdLst>
              <a:gd name="connsiteX0" fmla="*/ 4560084 w 9143999"/>
              <a:gd name="connsiteY0" fmla="*/ 0 h 3712824"/>
              <a:gd name="connsiteX1" fmla="*/ 8855610 w 9143999"/>
              <a:gd name="connsiteY1" fmla="*/ 990125 h 3712824"/>
              <a:gd name="connsiteX2" fmla="*/ 9143999 w 9143999"/>
              <a:gd name="connsiteY2" fmla="*/ 1141075 h 3712824"/>
              <a:gd name="connsiteX3" fmla="*/ 9143999 w 9143999"/>
              <a:gd name="connsiteY3" fmla="*/ 3712824 h 3712824"/>
              <a:gd name="connsiteX4" fmla="*/ 0 w 9143999"/>
              <a:gd name="connsiteY4" fmla="*/ 3712824 h 3712824"/>
              <a:gd name="connsiteX5" fmla="*/ 0 w 9143999"/>
              <a:gd name="connsiteY5" fmla="*/ 1128602 h 3712824"/>
              <a:gd name="connsiteX6" fmla="*/ 264560 w 9143999"/>
              <a:gd name="connsiteY6" fmla="*/ 990125 h 3712824"/>
              <a:gd name="connsiteX7" fmla="*/ 4560084 w 9143999"/>
              <a:gd name="connsiteY7" fmla="*/ 0 h 3712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43999" h="3712824">
                <a:moveTo>
                  <a:pt x="4560084" y="0"/>
                </a:moveTo>
                <a:cubicBezTo>
                  <a:pt x="6115409" y="0"/>
                  <a:pt x="7578708" y="358677"/>
                  <a:pt x="8855610" y="990125"/>
                </a:cubicBezTo>
                <a:lnTo>
                  <a:pt x="9143999" y="1141075"/>
                </a:lnTo>
                <a:lnTo>
                  <a:pt x="9143999" y="3712824"/>
                </a:lnTo>
                <a:lnTo>
                  <a:pt x="0" y="3712824"/>
                </a:lnTo>
                <a:lnTo>
                  <a:pt x="0" y="1128602"/>
                </a:lnTo>
                <a:lnTo>
                  <a:pt x="264560" y="990125"/>
                </a:lnTo>
                <a:cubicBezTo>
                  <a:pt x="1541461" y="358677"/>
                  <a:pt x="3004760" y="0"/>
                  <a:pt x="4560084" y="0"/>
                </a:cubicBez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Tree>
    <p:extLst>
      <p:ext uri="{BB962C8B-B14F-4D97-AF65-F5344CB8AC3E}">
        <p14:creationId xmlns:p14="http://schemas.microsoft.com/office/powerpoint/2010/main" val="33628701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M7">
    <p:spTree>
      <p:nvGrpSpPr>
        <p:cNvPr id="1" name=""/>
        <p:cNvGrpSpPr/>
        <p:nvPr/>
      </p:nvGrpSpPr>
      <p:grpSpPr>
        <a:xfrm>
          <a:off x="0" y="0"/>
          <a:ext cx="0" cy="0"/>
          <a:chOff x="0" y="0"/>
          <a:chExt cx="0" cy="0"/>
        </a:xfrm>
      </p:grpSpPr>
      <p:sp>
        <p:nvSpPr>
          <p:cNvPr id="3" name="Picture Placeholder 335"/>
          <p:cNvSpPr>
            <a:spLocks noGrp="1"/>
          </p:cNvSpPr>
          <p:nvPr>
            <p:ph type="pic" sz="quarter" idx="13" hasCustomPrompt="1"/>
          </p:nvPr>
        </p:nvSpPr>
        <p:spPr>
          <a:xfrm>
            <a:off x="0" y="361948"/>
            <a:ext cx="9143999" cy="2743857"/>
          </a:xfrm>
          <a:custGeom>
            <a:avLst/>
            <a:gdLst>
              <a:gd name="connsiteX0" fmla="*/ 1498697 w 1498697"/>
              <a:gd name="connsiteY0" fmla="*/ 0 h 2461370"/>
              <a:gd name="connsiteX1" fmla="*/ 1498697 w 1498697"/>
              <a:gd name="connsiteY1" fmla="*/ 2461370 h 2461370"/>
              <a:gd name="connsiteX2" fmla="*/ 0 w 1498697"/>
              <a:gd name="connsiteY2" fmla="*/ 2461370 h 2461370"/>
              <a:gd name="connsiteX3" fmla="*/ 0 w 1498697"/>
              <a:gd name="connsiteY3" fmla="*/ 2403 h 2461370"/>
            </a:gdLst>
            <a:ahLst/>
            <a:cxnLst>
              <a:cxn ang="0">
                <a:pos x="connsiteX0" y="connsiteY0"/>
              </a:cxn>
              <a:cxn ang="0">
                <a:pos x="connsiteX1" y="connsiteY1"/>
              </a:cxn>
              <a:cxn ang="0">
                <a:pos x="connsiteX2" y="connsiteY2"/>
              </a:cxn>
              <a:cxn ang="0">
                <a:pos x="connsiteX3" y="connsiteY3"/>
              </a:cxn>
            </a:cxnLst>
            <a:rect l="l" t="t" r="r" b="b"/>
            <a:pathLst>
              <a:path w="1498697" h="2461370">
                <a:moveTo>
                  <a:pt x="1498697" y="0"/>
                </a:moveTo>
                <a:lnTo>
                  <a:pt x="1498697" y="2461370"/>
                </a:lnTo>
                <a:lnTo>
                  <a:pt x="0" y="2461370"/>
                </a:lnTo>
                <a:lnTo>
                  <a:pt x="0" y="2403"/>
                </a:lnTo>
                <a:close/>
              </a:path>
            </a:pathLst>
          </a:custGeom>
          <a:solidFill>
            <a:schemeClr val="tx2">
              <a:lumMod val="10000"/>
              <a:lumOff val="90000"/>
            </a:schemeClr>
          </a:solidFill>
          <a:ln>
            <a:noFill/>
          </a:ln>
        </p:spPr>
        <p:txBody>
          <a:bodyPr wrap="square" bIns="457200" anchor="b">
            <a:noAutofit/>
          </a:bodyPr>
          <a:lstStyle>
            <a:lvl1pPr algn="ctr">
              <a:buNone/>
              <a:defRPr sz="1100">
                <a:solidFill>
                  <a:schemeClr val="tx1">
                    <a:lumMod val="50000"/>
                    <a:lumOff val="50000"/>
                  </a:schemeClr>
                </a:solidFill>
              </a:defRPr>
            </a:lvl1pPr>
          </a:lstStyle>
          <a:p>
            <a:r>
              <a:rPr lang="en-US" dirty="0"/>
              <a:t>Image Holder</a:t>
            </a:r>
          </a:p>
        </p:txBody>
      </p:sp>
    </p:spTree>
    <p:extLst>
      <p:ext uri="{BB962C8B-B14F-4D97-AF65-F5344CB8AC3E}">
        <p14:creationId xmlns:p14="http://schemas.microsoft.com/office/powerpoint/2010/main" val="5893365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M8">
    <p:spTree>
      <p:nvGrpSpPr>
        <p:cNvPr id="1" name=""/>
        <p:cNvGrpSpPr/>
        <p:nvPr/>
      </p:nvGrpSpPr>
      <p:grpSpPr>
        <a:xfrm>
          <a:off x="0" y="0"/>
          <a:ext cx="0" cy="0"/>
          <a:chOff x="0" y="0"/>
          <a:chExt cx="0" cy="0"/>
        </a:xfrm>
      </p:grpSpPr>
      <p:sp>
        <p:nvSpPr>
          <p:cNvPr id="3" name="Picture Placeholder 335"/>
          <p:cNvSpPr>
            <a:spLocks noGrp="1"/>
          </p:cNvSpPr>
          <p:nvPr>
            <p:ph type="pic" sz="quarter" idx="13" hasCustomPrompt="1"/>
          </p:nvPr>
        </p:nvSpPr>
        <p:spPr>
          <a:xfrm>
            <a:off x="2473090" y="1393370"/>
            <a:ext cx="6670910" cy="1406982"/>
          </a:xfrm>
          <a:custGeom>
            <a:avLst/>
            <a:gdLst>
              <a:gd name="connsiteX0" fmla="*/ 1498697 w 1498697"/>
              <a:gd name="connsiteY0" fmla="*/ 0 h 2461370"/>
              <a:gd name="connsiteX1" fmla="*/ 1498697 w 1498697"/>
              <a:gd name="connsiteY1" fmla="*/ 2461370 h 2461370"/>
              <a:gd name="connsiteX2" fmla="*/ 0 w 1498697"/>
              <a:gd name="connsiteY2" fmla="*/ 2461370 h 2461370"/>
              <a:gd name="connsiteX3" fmla="*/ 0 w 1498697"/>
              <a:gd name="connsiteY3" fmla="*/ 2403 h 2461370"/>
            </a:gdLst>
            <a:ahLst/>
            <a:cxnLst>
              <a:cxn ang="0">
                <a:pos x="connsiteX0" y="connsiteY0"/>
              </a:cxn>
              <a:cxn ang="0">
                <a:pos x="connsiteX1" y="connsiteY1"/>
              </a:cxn>
              <a:cxn ang="0">
                <a:pos x="connsiteX2" y="connsiteY2"/>
              </a:cxn>
              <a:cxn ang="0">
                <a:pos x="connsiteX3" y="connsiteY3"/>
              </a:cxn>
            </a:cxnLst>
            <a:rect l="l" t="t" r="r" b="b"/>
            <a:pathLst>
              <a:path w="1498697" h="2461370">
                <a:moveTo>
                  <a:pt x="1498697" y="0"/>
                </a:moveTo>
                <a:lnTo>
                  <a:pt x="1498697" y="2461370"/>
                </a:lnTo>
                <a:lnTo>
                  <a:pt x="0" y="2461370"/>
                </a:lnTo>
                <a:lnTo>
                  <a:pt x="0" y="2403"/>
                </a:lnTo>
                <a:close/>
              </a:path>
            </a:pathLst>
          </a:custGeom>
          <a:solidFill>
            <a:schemeClr val="tx2">
              <a:lumMod val="10000"/>
              <a:lumOff val="90000"/>
            </a:schemeClr>
          </a:solidFill>
          <a:ln>
            <a:noFill/>
          </a:ln>
        </p:spPr>
        <p:txBody>
          <a:bodyPr wrap="square" bIns="457200" anchor="b">
            <a:noAutofit/>
          </a:bodyPr>
          <a:lstStyle>
            <a:lvl1pPr algn="ctr">
              <a:buNone/>
              <a:defRPr sz="1100">
                <a:solidFill>
                  <a:schemeClr val="tx1">
                    <a:lumMod val="50000"/>
                    <a:lumOff val="50000"/>
                  </a:schemeClr>
                </a:solidFill>
              </a:defRPr>
            </a:lvl1pPr>
          </a:lstStyle>
          <a:p>
            <a:r>
              <a:rPr lang="en-US" dirty="0"/>
              <a:t>Image Holder</a:t>
            </a:r>
          </a:p>
        </p:txBody>
      </p:sp>
      <p:sp>
        <p:nvSpPr>
          <p:cNvPr id="5" name="Text Placeholder 3"/>
          <p:cNvSpPr>
            <a:spLocks noGrp="1"/>
          </p:cNvSpPr>
          <p:nvPr>
            <p:ph type="body" sz="half" idx="2" hasCustomPrompt="1"/>
          </p:nvPr>
        </p:nvSpPr>
        <p:spPr>
          <a:xfrm>
            <a:off x="381000" y="883820"/>
            <a:ext cx="8368363" cy="173255"/>
          </a:xfrm>
          <a:prstGeom prst="rect">
            <a:avLst/>
          </a:prstGeom>
        </p:spPr>
        <p:txBody>
          <a:bodyPr wrap="none" lIns="0" tIns="0" rIns="0" bIns="0" anchor="ctr">
            <a:noAutofit/>
          </a:bodyPr>
          <a:lstStyle>
            <a:lvl1pPr marL="0" indent="0" algn="ctr">
              <a:buNone/>
              <a:defRPr sz="1200" b="0" baseline="0">
                <a:solidFill>
                  <a:schemeClr val="bg1">
                    <a:lumMod val="65000"/>
                  </a:schemeClr>
                </a:solidFill>
                <a:latin typeface="+mn-lt"/>
                <a:ea typeface="Roboto" panose="02000000000000000000" pitchFamily="2" charset="0"/>
              </a:defRPr>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dirty="0"/>
              <a:t>CLICK TO EDITE SUBTITLE</a:t>
            </a:r>
          </a:p>
        </p:txBody>
      </p:sp>
      <p:sp>
        <p:nvSpPr>
          <p:cNvPr id="6" name="Title 2"/>
          <p:cNvSpPr>
            <a:spLocks noGrp="1"/>
          </p:cNvSpPr>
          <p:nvPr>
            <p:ph type="title"/>
          </p:nvPr>
        </p:nvSpPr>
        <p:spPr>
          <a:xfrm>
            <a:off x="381000" y="341313"/>
            <a:ext cx="8368363" cy="495383"/>
          </a:xfrm>
          <a:prstGeom prst="rect">
            <a:avLst/>
          </a:prstGeom>
        </p:spPr>
        <p:txBody>
          <a:bodyPr lIns="0" tIns="0" rIns="0" bIns="0" anchor="ctr"/>
          <a:lstStyle>
            <a:lvl1pPr algn="ctr">
              <a:defRPr sz="3600">
                <a:solidFill>
                  <a:schemeClr val="tx1">
                    <a:lumMod val="50000"/>
                    <a:lumOff val="50000"/>
                  </a:schemeClr>
                </a:solidFill>
              </a:defRPr>
            </a:lvl1pPr>
          </a:lstStyle>
          <a:p>
            <a:r>
              <a:rPr lang="en-US" dirty="0"/>
              <a:t>Click to edit Master title style</a:t>
            </a:r>
          </a:p>
        </p:txBody>
      </p:sp>
    </p:spTree>
    <p:extLst>
      <p:ext uri="{BB962C8B-B14F-4D97-AF65-F5344CB8AC3E}">
        <p14:creationId xmlns:p14="http://schemas.microsoft.com/office/powerpoint/2010/main" val="30734547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M9">
    <p:spTree>
      <p:nvGrpSpPr>
        <p:cNvPr id="1" name=""/>
        <p:cNvGrpSpPr/>
        <p:nvPr/>
      </p:nvGrpSpPr>
      <p:grpSpPr>
        <a:xfrm>
          <a:off x="0" y="0"/>
          <a:ext cx="0" cy="0"/>
          <a:chOff x="0" y="0"/>
          <a:chExt cx="0" cy="0"/>
        </a:xfrm>
      </p:grpSpPr>
      <p:sp>
        <p:nvSpPr>
          <p:cNvPr id="3" name="Picture Placeholder 335"/>
          <p:cNvSpPr>
            <a:spLocks noGrp="1"/>
          </p:cNvSpPr>
          <p:nvPr>
            <p:ph type="pic" sz="quarter" idx="13" hasCustomPrompt="1"/>
          </p:nvPr>
        </p:nvSpPr>
        <p:spPr>
          <a:xfrm>
            <a:off x="4565182" y="1393370"/>
            <a:ext cx="4578818" cy="1406982"/>
          </a:xfrm>
          <a:custGeom>
            <a:avLst/>
            <a:gdLst>
              <a:gd name="connsiteX0" fmla="*/ 1498697 w 1498697"/>
              <a:gd name="connsiteY0" fmla="*/ 0 h 2461370"/>
              <a:gd name="connsiteX1" fmla="*/ 1498697 w 1498697"/>
              <a:gd name="connsiteY1" fmla="*/ 2461370 h 2461370"/>
              <a:gd name="connsiteX2" fmla="*/ 0 w 1498697"/>
              <a:gd name="connsiteY2" fmla="*/ 2461370 h 2461370"/>
              <a:gd name="connsiteX3" fmla="*/ 0 w 1498697"/>
              <a:gd name="connsiteY3" fmla="*/ 2403 h 2461370"/>
            </a:gdLst>
            <a:ahLst/>
            <a:cxnLst>
              <a:cxn ang="0">
                <a:pos x="connsiteX0" y="connsiteY0"/>
              </a:cxn>
              <a:cxn ang="0">
                <a:pos x="connsiteX1" y="connsiteY1"/>
              </a:cxn>
              <a:cxn ang="0">
                <a:pos x="connsiteX2" y="connsiteY2"/>
              </a:cxn>
              <a:cxn ang="0">
                <a:pos x="connsiteX3" y="connsiteY3"/>
              </a:cxn>
            </a:cxnLst>
            <a:rect l="l" t="t" r="r" b="b"/>
            <a:pathLst>
              <a:path w="1498697" h="2461370">
                <a:moveTo>
                  <a:pt x="1498697" y="0"/>
                </a:moveTo>
                <a:lnTo>
                  <a:pt x="1498697" y="2461370"/>
                </a:lnTo>
                <a:lnTo>
                  <a:pt x="0" y="2461370"/>
                </a:lnTo>
                <a:lnTo>
                  <a:pt x="0" y="2403"/>
                </a:lnTo>
                <a:close/>
              </a:path>
            </a:pathLst>
          </a:custGeom>
          <a:solidFill>
            <a:schemeClr val="tx2">
              <a:lumMod val="10000"/>
              <a:lumOff val="90000"/>
            </a:schemeClr>
          </a:solidFill>
          <a:ln>
            <a:noFill/>
          </a:ln>
        </p:spPr>
        <p:txBody>
          <a:bodyPr wrap="square" bIns="457200" anchor="b">
            <a:noAutofit/>
          </a:bodyPr>
          <a:lstStyle>
            <a:lvl1pPr algn="ctr">
              <a:buNone/>
              <a:defRPr sz="1100">
                <a:solidFill>
                  <a:schemeClr val="tx1">
                    <a:lumMod val="50000"/>
                    <a:lumOff val="50000"/>
                  </a:schemeClr>
                </a:solidFill>
              </a:defRPr>
            </a:lvl1pPr>
          </a:lstStyle>
          <a:p>
            <a:r>
              <a:rPr lang="en-US" dirty="0"/>
              <a:t>Image Holder</a:t>
            </a:r>
          </a:p>
        </p:txBody>
      </p:sp>
      <p:sp>
        <p:nvSpPr>
          <p:cNvPr id="5" name="Text Placeholder 3"/>
          <p:cNvSpPr>
            <a:spLocks noGrp="1"/>
          </p:cNvSpPr>
          <p:nvPr>
            <p:ph type="body" sz="half" idx="2" hasCustomPrompt="1"/>
          </p:nvPr>
        </p:nvSpPr>
        <p:spPr>
          <a:xfrm>
            <a:off x="381000" y="883820"/>
            <a:ext cx="8368363" cy="173255"/>
          </a:xfrm>
          <a:prstGeom prst="rect">
            <a:avLst/>
          </a:prstGeom>
        </p:spPr>
        <p:txBody>
          <a:bodyPr wrap="none" lIns="0" tIns="0" rIns="0" bIns="0" anchor="ctr">
            <a:noAutofit/>
          </a:bodyPr>
          <a:lstStyle>
            <a:lvl1pPr marL="0" indent="0" algn="ctr">
              <a:buNone/>
              <a:defRPr sz="1200" b="0" baseline="0">
                <a:solidFill>
                  <a:schemeClr val="bg1">
                    <a:lumMod val="65000"/>
                  </a:schemeClr>
                </a:solidFill>
                <a:latin typeface="+mn-lt"/>
                <a:ea typeface="Roboto" panose="02000000000000000000" pitchFamily="2" charset="0"/>
              </a:defRPr>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dirty="0"/>
              <a:t>CLICK TO EDITE SUBTITLE</a:t>
            </a:r>
          </a:p>
        </p:txBody>
      </p:sp>
      <p:sp>
        <p:nvSpPr>
          <p:cNvPr id="6" name="Title 2"/>
          <p:cNvSpPr>
            <a:spLocks noGrp="1"/>
          </p:cNvSpPr>
          <p:nvPr>
            <p:ph type="title"/>
          </p:nvPr>
        </p:nvSpPr>
        <p:spPr>
          <a:xfrm>
            <a:off x="381000" y="341313"/>
            <a:ext cx="8368363" cy="495383"/>
          </a:xfrm>
          <a:prstGeom prst="rect">
            <a:avLst/>
          </a:prstGeom>
        </p:spPr>
        <p:txBody>
          <a:bodyPr lIns="0" tIns="0" rIns="0" bIns="0" anchor="ctr"/>
          <a:lstStyle>
            <a:lvl1pPr algn="ctr">
              <a:defRPr sz="3600">
                <a:solidFill>
                  <a:schemeClr val="tx1">
                    <a:lumMod val="50000"/>
                    <a:lumOff val="50000"/>
                  </a:schemeClr>
                </a:solidFill>
              </a:defRPr>
            </a:lvl1pPr>
          </a:lstStyle>
          <a:p>
            <a:r>
              <a:rPr lang="en-US" dirty="0"/>
              <a:t>Click to edit Master title style</a:t>
            </a:r>
          </a:p>
        </p:txBody>
      </p:sp>
      <p:sp>
        <p:nvSpPr>
          <p:cNvPr id="8" name="Picture Placeholder 335"/>
          <p:cNvSpPr>
            <a:spLocks noGrp="1"/>
          </p:cNvSpPr>
          <p:nvPr>
            <p:ph type="pic" sz="quarter" idx="14" hasCustomPrompt="1"/>
          </p:nvPr>
        </p:nvSpPr>
        <p:spPr>
          <a:xfrm>
            <a:off x="0" y="1393370"/>
            <a:ext cx="2473091" cy="1406982"/>
          </a:xfrm>
          <a:custGeom>
            <a:avLst/>
            <a:gdLst>
              <a:gd name="connsiteX0" fmla="*/ 1498697 w 1498697"/>
              <a:gd name="connsiteY0" fmla="*/ 0 h 2461370"/>
              <a:gd name="connsiteX1" fmla="*/ 1498697 w 1498697"/>
              <a:gd name="connsiteY1" fmla="*/ 2461370 h 2461370"/>
              <a:gd name="connsiteX2" fmla="*/ 0 w 1498697"/>
              <a:gd name="connsiteY2" fmla="*/ 2461370 h 2461370"/>
              <a:gd name="connsiteX3" fmla="*/ 0 w 1498697"/>
              <a:gd name="connsiteY3" fmla="*/ 2403 h 2461370"/>
            </a:gdLst>
            <a:ahLst/>
            <a:cxnLst>
              <a:cxn ang="0">
                <a:pos x="connsiteX0" y="connsiteY0"/>
              </a:cxn>
              <a:cxn ang="0">
                <a:pos x="connsiteX1" y="connsiteY1"/>
              </a:cxn>
              <a:cxn ang="0">
                <a:pos x="connsiteX2" y="connsiteY2"/>
              </a:cxn>
              <a:cxn ang="0">
                <a:pos x="connsiteX3" y="connsiteY3"/>
              </a:cxn>
            </a:cxnLst>
            <a:rect l="l" t="t" r="r" b="b"/>
            <a:pathLst>
              <a:path w="1498697" h="2461370">
                <a:moveTo>
                  <a:pt x="1498697" y="0"/>
                </a:moveTo>
                <a:lnTo>
                  <a:pt x="1498697" y="2461370"/>
                </a:lnTo>
                <a:lnTo>
                  <a:pt x="0" y="2461370"/>
                </a:lnTo>
                <a:lnTo>
                  <a:pt x="0" y="2403"/>
                </a:lnTo>
                <a:close/>
              </a:path>
            </a:pathLst>
          </a:custGeom>
          <a:solidFill>
            <a:schemeClr val="tx2">
              <a:lumMod val="10000"/>
              <a:lumOff val="90000"/>
            </a:schemeClr>
          </a:solidFill>
          <a:ln>
            <a:noFill/>
          </a:ln>
        </p:spPr>
        <p:txBody>
          <a:bodyPr wrap="square" bIns="457200" anchor="b">
            <a:noAutofit/>
          </a:bodyPr>
          <a:lstStyle>
            <a:lvl1pPr algn="ctr">
              <a:buNone/>
              <a:defRPr sz="1100">
                <a:solidFill>
                  <a:schemeClr val="tx1">
                    <a:lumMod val="50000"/>
                    <a:lumOff val="50000"/>
                  </a:schemeClr>
                </a:solidFill>
              </a:defRPr>
            </a:lvl1pPr>
          </a:lstStyle>
          <a:p>
            <a:r>
              <a:rPr lang="en-US" dirty="0"/>
              <a:t>Image Holder</a:t>
            </a:r>
          </a:p>
        </p:txBody>
      </p:sp>
    </p:spTree>
    <p:extLst>
      <p:ext uri="{BB962C8B-B14F-4D97-AF65-F5344CB8AC3E}">
        <p14:creationId xmlns:p14="http://schemas.microsoft.com/office/powerpoint/2010/main" val="4700237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M10">
    <p:spTree>
      <p:nvGrpSpPr>
        <p:cNvPr id="1" name=""/>
        <p:cNvGrpSpPr/>
        <p:nvPr/>
      </p:nvGrpSpPr>
      <p:grpSpPr>
        <a:xfrm>
          <a:off x="0" y="0"/>
          <a:ext cx="0" cy="0"/>
          <a:chOff x="0" y="0"/>
          <a:chExt cx="0" cy="0"/>
        </a:xfrm>
      </p:grpSpPr>
      <p:sp>
        <p:nvSpPr>
          <p:cNvPr id="3" name="Picture Placeholder 335"/>
          <p:cNvSpPr>
            <a:spLocks noGrp="1"/>
          </p:cNvSpPr>
          <p:nvPr>
            <p:ph type="pic" sz="quarter" idx="13" hasCustomPrompt="1"/>
          </p:nvPr>
        </p:nvSpPr>
        <p:spPr>
          <a:xfrm>
            <a:off x="6657272" y="1393370"/>
            <a:ext cx="2486728" cy="1406982"/>
          </a:xfrm>
          <a:custGeom>
            <a:avLst/>
            <a:gdLst>
              <a:gd name="connsiteX0" fmla="*/ 1498697 w 1498697"/>
              <a:gd name="connsiteY0" fmla="*/ 0 h 2461370"/>
              <a:gd name="connsiteX1" fmla="*/ 1498697 w 1498697"/>
              <a:gd name="connsiteY1" fmla="*/ 2461370 h 2461370"/>
              <a:gd name="connsiteX2" fmla="*/ 0 w 1498697"/>
              <a:gd name="connsiteY2" fmla="*/ 2461370 h 2461370"/>
              <a:gd name="connsiteX3" fmla="*/ 0 w 1498697"/>
              <a:gd name="connsiteY3" fmla="*/ 2403 h 2461370"/>
            </a:gdLst>
            <a:ahLst/>
            <a:cxnLst>
              <a:cxn ang="0">
                <a:pos x="connsiteX0" y="connsiteY0"/>
              </a:cxn>
              <a:cxn ang="0">
                <a:pos x="connsiteX1" y="connsiteY1"/>
              </a:cxn>
              <a:cxn ang="0">
                <a:pos x="connsiteX2" y="connsiteY2"/>
              </a:cxn>
              <a:cxn ang="0">
                <a:pos x="connsiteX3" y="connsiteY3"/>
              </a:cxn>
            </a:cxnLst>
            <a:rect l="l" t="t" r="r" b="b"/>
            <a:pathLst>
              <a:path w="1498697" h="2461370">
                <a:moveTo>
                  <a:pt x="1498697" y="0"/>
                </a:moveTo>
                <a:lnTo>
                  <a:pt x="1498697" y="2461370"/>
                </a:lnTo>
                <a:lnTo>
                  <a:pt x="0" y="2461370"/>
                </a:lnTo>
                <a:lnTo>
                  <a:pt x="0" y="2403"/>
                </a:lnTo>
                <a:close/>
              </a:path>
            </a:pathLst>
          </a:custGeom>
          <a:solidFill>
            <a:schemeClr val="tx2">
              <a:lumMod val="10000"/>
              <a:lumOff val="90000"/>
            </a:schemeClr>
          </a:solidFill>
          <a:ln>
            <a:noFill/>
          </a:ln>
        </p:spPr>
        <p:txBody>
          <a:bodyPr wrap="square" bIns="457200" anchor="b">
            <a:noAutofit/>
          </a:bodyPr>
          <a:lstStyle>
            <a:lvl1pPr algn="ctr">
              <a:buNone/>
              <a:defRPr sz="1100">
                <a:solidFill>
                  <a:schemeClr val="tx1">
                    <a:lumMod val="50000"/>
                    <a:lumOff val="50000"/>
                  </a:schemeClr>
                </a:solidFill>
              </a:defRPr>
            </a:lvl1pPr>
          </a:lstStyle>
          <a:p>
            <a:r>
              <a:rPr lang="en-US" dirty="0"/>
              <a:t>Image Holder</a:t>
            </a:r>
          </a:p>
        </p:txBody>
      </p:sp>
      <p:sp>
        <p:nvSpPr>
          <p:cNvPr id="5" name="Text Placeholder 3"/>
          <p:cNvSpPr>
            <a:spLocks noGrp="1"/>
          </p:cNvSpPr>
          <p:nvPr>
            <p:ph type="body" sz="half" idx="2" hasCustomPrompt="1"/>
          </p:nvPr>
        </p:nvSpPr>
        <p:spPr>
          <a:xfrm>
            <a:off x="381000" y="883820"/>
            <a:ext cx="8368363" cy="173255"/>
          </a:xfrm>
          <a:prstGeom prst="rect">
            <a:avLst/>
          </a:prstGeom>
        </p:spPr>
        <p:txBody>
          <a:bodyPr wrap="none" lIns="0" tIns="0" rIns="0" bIns="0" anchor="ctr">
            <a:noAutofit/>
          </a:bodyPr>
          <a:lstStyle>
            <a:lvl1pPr marL="0" indent="0" algn="ctr">
              <a:buNone/>
              <a:defRPr sz="1200" b="0" baseline="0">
                <a:solidFill>
                  <a:schemeClr val="bg1">
                    <a:lumMod val="65000"/>
                  </a:schemeClr>
                </a:solidFill>
                <a:latin typeface="+mn-lt"/>
                <a:ea typeface="Roboto" panose="02000000000000000000" pitchFamily="2" charset="0"/>
              </a:defRPr>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dirty="0"/>
              <a:t>CLICK TO EDITE SUBTITLE</a:t>
            </a:r>
          </a:p>
        </p:txBody>
      </p:sp>
      <p:sp>
        <p:nvSpPr>
          <p:cNvPr id="6" name="Title 2"/>
          <p:cNvSpPr>
            <a:spLocks noGrp="1"/>
          </p:cNvSpPr>
          <p:nvPr>
            <p:ph type="title"/>
          </p:nvPr>
        </p:nvSpPr>
        <p:spPr>
          <a:xfrm>
            <a:off x="381000" y="341313"/>
            <a:ext cx="8368363" cy="495383"/>
          </a:xfrm>
          <a:prstGeom prst="rect">
            <a:avLst/>
          </a:prstGeom>
        </p:spPr>
        <p:txBody>
          <a:bodyPr lIns="0" tIns="0" rIns="0" bIns="0" anchor="ctr"/>
          <a:lstStyle>
            <a:lvl1pPr algn="ctr">
              <a:defRPr sz="3600">
                <a:solidFill>
                  <a:schemeClr val="tx1">
                    <a:lumMod val="50000"/>
                    <a:lumOff val="50000"/>
                  </a:schemeClr>
                </a:solidFill>
              </a:defRPr>
            </a:lvl1pPr>
          </a:lstStyle>
          <a:p>
            <a:r>
              <a:rPr lang="en-US" dirty="0"/>
              <a:t>Click to edit Master title style</a:t>
            </a:r>
          </a:p>
        </p:txBody>
      </p:sp>
      <p:sp>
        <p:nvSpPr>
          <p:cNvPr id="8" name="Picture Placeholder 335"/>
          <p:cNvSpPr>
            <a:spLocks noGrp="1"/>
          </p:cNvSpPr>
          <p:nvPr>
            <p:ph type="pic" sz="quarter" idx="14" hasCustomPrompt="1"/>
          </p:nvPr>
        </p:nvSpPr>
        <p:spPr>
          <a:xfrm>
            <a:off x="0" y="1393370"/>
            <a:ext cx="4565180" cy="1406982"/>
          </a:xfrm>
          <a:custGeom>
            <a:avLst/>
            <a:gdLst>
              <a:gd name="connsiteX0" fmla="*/ 1498697 w 1498697"/>
              <a:gd name="connsiteY0" fmla="*/ 0 h 2461370"/>
              <a:gd name="connsiteX1" fmla="*/ 1498697 w 1498697"/>
              <a:gd name="connsiteY1" fmla="*/ 2461370 h 2461370"/>
              <a:gd name="connsiteX2" fmla="*/ 0 w 1498697"/>
              <a:gd name="connsiteY2" fmla="*/ 2461370 h 2461370"/>
              <a:gd name="connsiteX3" fmla="*/ 0 w 1498697"/>
              <a:gd name="connsiteY3" fmla="*/ 2403 h 2461370"/>
            </a:gdLst>
            <a:ahLst/>
            <a:cxnLst>
              <a:cxn ang="0">
                <a:pos x="connsiteX0" y="connsiteY0"/>
              </a:cxn>
              <a:cxn ang="0">
                <a:pos x="connsiteX1" y="connsiteY1"/>
              </a:cxn>
              <a:cxn ang="0">
                <a:pos x="connsiteX2" y="connsiteY2"/>
              </a:cxn>
              <a:cxn ang="0">
                <a:pos x="connsiteX3" y="connsiteY3"/>
              </a:cxn>
            </a:cxnLst>
            <a:rect l="l" t="t" r="r" b="b"/>
            <a:pathLst>
              <a:path w="1498697" h="2461370">
                <a:moveTo>
                  <a:pt x="1498697" y="0"/>
                </a:moveTo>
                <a:lnTo>
                  <a:pt x="1498697" y="2461370"/>
                </a:lnTo>
                <a:lnTo>
                  <a:pt x="0" y="2461370"/>
                </a:lnTo>
                <a:lnTo>
                  <a:pt x="0" y="2403"/>
                </a:lnTo>
                <a:close/>
              </a:path>
            </a:pathLst>
          </a:custGeom>
          <a:solidFill>
            <a:schemeClr val="tx2">
              <a:lumMod val="10000"/>
              <a:lumOff val="90000"/>
            </a:schemeClr>
          </a:solidFill>
          <a:ln>
            <a:noFill/>
          </a:ln>
        </p:spPr>
        <p:txBody>
          <a:bodyPr wrap="square" bIns="457200" anchor="b">
            <a:noAutofit/>
          </a:bodyPr>
          <a:lstStyle>
            <a:lvl1pPr algn="ctr">
              <a:buNone/>
              <a:defRPr sz="1100">
                <a:solidFill>
                  <a:schemeClr val="tx1">
                    <a:lumMod val="50000"/>
                    <a:lumOff val="50000"/>
                  </a:schemeClr>
                </a:solidFill>
              </a:defRPr>
            </a:lvl1pPr>
          </a:lstStyle>
          <a:p>
            <a:r>
              <a:rPr lang="en-US" dirty="0"/>
              <a:t>Image Holder</a:t>
            </a:r>
          </a:p>
        </p:txBody>
      </p:sp>
    </p:spTree>
    <p:extLst>
      <p:ext uri="{BB962C8B-B14F-4D97-AF65-F5344CB8AC3E}">
        <p14:creationId xmlns:p14="http://schemas.microsoft.com/office/powerpoint/2010/main" val="21198774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M11">
    <p:spTree>
      <p:nvGrpSpPr>
        <p:cNvPr id="1" name=""/>
        <p:cNvGrpSpPr/>
        <p:nvPr/>
      </p:nvGrpSpPr>
      <p:grpSpPr>
        <a:xfrm>
          <a:off x="0" y="0"/>
          <a:ext cx="0" cy="0"/>
          <a:chOff x="0" y="0"/>
          <a:chExt cx="0" cy="0"/>
        </a:xfrm>
      </p:grpSpPr>
      <p:sp>
        <p:nvSpPr>
          <p:cNvPr id="5" name="Text Placeholder 3"/>
          <p:cNvSpPr>
            <a:spLocks noGrp="1"/>
          </p:cNvSpPr>
          <p:nvPr>
            <p:ph type="body" sz="half" idx="2" hasCustomPrompt="1"/>
          </p:nvPr>
        </p:nvSpPr>
        <p:spPr>
          <a:xfrm>
            <a:off x="381000" y="883820"/>
            <a:ext cx="8368363" cy="173255"/>
          </a:xfrm>
          <a:prstGeom prst="rect">
            <a:avLst/>
          </a:prstGeom>
        </p:spPr>
        <p:txBody>
          <a:bodyPr wrap="none" lIns="0" tIns="0" rIns="0" bIns="0" anchor="ctr">
            <a:noAutofit/>
          </a:bodyPr>
          <a:lstStyle>
            <a:lvl1pPr marL="0" indent="0" algn="ctr">
              <a:buNone/>
              <a:defRPr sz="1200" b="0" baseline="0">
                <a:solidFill>
                  <a:schemeClr val="bg1">
                    <a:lumMod val="65000"/>
                  </a:schemeClr>
                </a:solidFill>
                <a:latin typeface="+mn-lt"/>
                <a:ea typeface="Roboto" panose="02000000000000000000" pitchFamily="2" charset="0"/>
              </a:defRPr>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dirty="0"/>
              <a:t>CLICK TO EDITE SUBTITLE</a:t>
            </a:r>
          </a:p>
        </p:txBody>
      </p:sp>
      <p:sp>
        <p:nvSpPr>
          <p:cNvPr id="6" name="Title 2"/>
          <p:cNvSpPr>
            <a:spLocks noGrp="1"/>
          </p:cNvSpPr>
          <p:nvPr>
            <p:ph type="title"/>
          </p:nvPr>
        </p:nvSpPr>
        <p:spPr>
          <a:xfrm>
            <a:off x="381000" y="341313"/>
            <a:ext cx="8368363" cy="495383"/>
          </a:xfrm>
          <a:prstGeom prst="rect">
            <a:avLst/>
          </a:prstGeom>
        </p:spPr>
        <p:txBody>
          <a:bodyPr lIns="0" tIns="0" rIns="0" bIns="0" anchor="ctr"/>
          <a:lstStyle>
            <a:lvl1pPr algn="ctr">
              <a:defRPr sz="3600">
                <a:solidFill>
                  <a:schemeClr val="tx1">
                    <a:lumMod val="50000"/>
                    <a:lumOff val="50000"/>
                  </a:schemeClr>
                </a:solidFill>
              </a:defRPr>
            </a:lvl1pPr>
          </a:lstStyle>
          <a:p>
            <a:r>
              <a:rPr lang="en-US" dirty="0"/>
              <a:t>Click to edit Master title style</a:t>
            </a:r>
          </a:p>
        </p:txBody>
      </p:sp>
      <p:sp>
        <p:nvSpPr>
          <p:cNvPr id="8" name="Picture Placeholder 335"/>
          <p:cNvSpPr>
            <a:spLocks noGrp="1"/>
          </p:cNvSpPr>
          <p:nvPr>
            <p:ph type="pic" sz="quarter" idx="14" hasCustomPrompt="1"/>
          </p:nvPr>
        </p:nvSpPr>
        <p:spPr>
          <a:xfrm>
            <a:off x="1" y="1393370"/>
            <a:ext cx="6657270" cy="1406982"/>
          </a:xfrm>
          <a:custGeom>
            <a:avLst/>
            <a:gdLst>
              <a:gd name="connsiteX0" fmla="*/ 1498697 w 1498697"/>
              <a:gd name="connsiteY0" fmla="*/ 0 h 2461370"/>
              <a:gd name="connsiteX1" fmla="*/ 1498697 w 1498697"/>
              <a:gd name="connsiteY1" fmla="*/ 2461370 h 2461370"/>
              <a:gd name="connsiteX2" fmla="*/ 0 w 1498697"/>
              <a:gd name="connsiteY2" fmla="*/ 2461370 h 2461370"/>
              <a:gd name="connsiteX3" fmla="*/ 0 w 1498697"/>
              <a:gd name="connsiteY3" fmla="*/ 2403 h 2461370"/>
            </a:gdLst>
            <a:ahLst/>
            <a:cxnLst>
              <a:cxn ang="0">
                <a:pos x="connsiteX0" y="connsiteY0"/>
              </a:cxn>
              <a:cxn ang="0">
                <a:pos x="connsiteX1" y="connsiteY1"/>
              </a:cxn>
              <a:cxn ang="0">
                <a:pos x="connsiteX2" y="connsiteY2"/>
              </a:cxn>
              <a:cxn ang="0">
                <a:pos x="connsiteX3" y="connsiteY3"/>
              </a:cxn>
            </a:cxnLst>
            <a:rect l="l" t="t" r="r" b="b"/>
            <a:pathLst>
              <a:path w="1498697" h="2461370">
                <a:moveTo>
                  <a:pt x="1498697" y="0"/>
                </a:moveTo>
                <a:lnTo>
                  <a:pt x="1498697" y="2461370"/>
                </a:lnTo>
                <a:lnTo>
                  <a:pt x="0" y="2461370"/>
                </a:lnTo>
                <a:lnTo>
                  <a:pt x="0" y="2403"/>
                </a:lnTo>
                <a:close/>
              </a:path>
            </a:pathLst>
          </a:custGeom>
          <a:solidFill>
            <a:schemeClr val="tx2">
              <a:lumMod val="10000"/>
              <a:lumOff val="90000"/>
            </a:schemeClr>
          </a:solidFill>
          <a:ln>
            <a:noFill/>
          </a:ln>
        </p:spPr>
        <p:txBody>
          <a:bodyPr wrap="square" bIns="457200" anchor="b">
            <a:noAutofit/>
          </a:bodyPr>
          <a:lstStyle>
            <a:lvl1pPr algn="ctr">
              <a:buNone/>
              <a:defRPr sz="1100">
                <a:solidFill>
                  <a:schemeClr val="tx1">
                    <a:lumMod val="50000"/>
                    <a:lumOff val="50000"/>
                  </a:schemeClr>
                </a:solidFill>
              </a:defRPr>
            </a:lvl1pPr>
          </a:lstStyle>
          <a:p>
            <a:r>
              <a:rPr lang="en-US" dirty="0"/>
              <a:t>Image Holder</a:t>
            </a:r>
          </a:p>
        </p:txBody>
      </p:sp>
    </p:spTree>
    <p:extLst>
      <p:ext uri="{BB962C8B-B14F-4D97-AF65-F5344CB8AC3E}">
        <p14:creationId xmlns:p14="http://schemas.microsoft.com/office/powerpoint/2010/main" val="16260564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M12">
    <p:spTree>
      <p:nvGrpSpPr>
        <p:cNvPr id="1" name=""/>
        <p:cNvGrpSpPr/>
        <p:nvPr/>
      </p:nvGrpSpPr>
      <p:grpSpPr>
        <a:xfrm>
          <a:off x="0" y="0"/>
          <a:ext cx="0" cy="0"/>
          <a:chOff x="0" y="0"/>
          <a:chExt cx="0" cy="0"/>
        </a:xfrm>
      </p:grpSpPr>
      <p:sp>
        <p:nvSpPr>
          <p:cNvPr id="4" name="Picture Placeholder 3"/>
          <p:cNvSpPr>
            <a:spLocks noGrp="1"/>
          </p:cNvSpPr>
          <p:nvPr>
            <p:ph type="pic" sz="quarter" idx="13" hasCustomPrompt="1"/>
          </p:nvPr>
        </p:nvSpPr>
        <p:spPr>
          <a:xfrm>
            <a:off x="5370845" y="0"/>
            <a:ext cx="3773154" cy="5143500"/>
          </a:xfrm>
          <a:custGeom>
            <a:avLst/>
            <a:gdLst>
              <a:gd name="connsiteX0" fmla="*/ 0 w 3773154"/>
              <a:gd name="connsiteY0" fmla="*/ 0 h 5143500"/>
              <a:gd name="connsiteX1" fmla="*/ 3773154 w 3773154"/>
              <a:gd name="connsiteY1" fmla="*/ 0 h 5143500"/>
              <a:gd name="connsiteX2" fmla="*/ 3773154 w 3773154"/>
              <a:gd name="connsiteY2" fmla="*/ 5143500 h 5143500"/>
              <a:gd name="connsiteX3" fmla="*/ 0 w 3773154"/>
              <a:gd name="connsiteY3" fmla="*/ 5143500 h 5143500"/>
            </a:gdLst>
            <a:ahLst/>
            <a:cxnLst>
              <a:cxn ang="0">
                <a:pos x="connsiteX0" y="connsiteY0"/>
              </a:cxn>
              <a:cxn ang="0">
                <a:pos x="connsiteX1" y="connsiteY1"/>
              </a:cxn>
              <a:cxn ang="0">
                <a:pos x="connsiteX2" y="connsiteY2"/>
              </a:cxn>
              <a:cxn ang="0">
                <a:pos x="connsiteX3" y="connsiteY3"/>
              </a:cxn>
            </a:cxnLst>
            <a:rect l="l" t="t" r="r" b="b"/>
            <a:pathLst>
              <a:path w="3773154" h="5143500">
                <a:moveTo>
                  <a:pt x="0" y="0"/>
                </a:moveTo>
                <a:lnTo>
                  <a:pt x="3773154" y="0"/>
                </a:lnTo>
                <a:lnTo>
                  <a:pt x="3773154" y="5143500"/>
                </a:lnTo>
                <a:lnTo>
                  <a:pt x="0" y="5143500"/>
                </a:lnTo>
                <a:close/>
              </a:path>
            </a:pathLst>
          </a:custGeom>
          <a:solidFill>
            <a:schemeClr val="tx2">
              <a:lumMod val="10000"/>
              <a:lumOff val="90000"/>
            </a:schemeClr>
          </a:solidFill>
          <a:ln>
            <a:noFill/>
          </a:ln>
        </p:spPr>
        <p:txBody>
          <a:bodyPr wrap="square" bIns="457200" anchor="b">
            <a:noAutofit/>
          </a:bodyPr>
          <a:lstStyle>
            <a:lvl1pPr algn="ctr">
              <a:buNone/>
              <a:defRPr sz="1100">
                <a:solidFill>
                  <a:schemeClr val="tx1">
                    <a:lumMod val="50000"/>
                    <a:lumOff val="50000"/>
                  </a:schemeClr>
                </a:solidFill>
              </a:defRPr>
            </a:lvl1pPr>
          </a:lstStyle>
          <a:p>
            <a:r>
              <a:rPr lang="en-US" dirty="0"/>
              <a:t>Image Holder</a:t>
            </a:r>
          </a:p>
        </p:txBody>
      </p:sp>
      <p:sp>
        <p:nvSpPr>
          <p:cNvPr id="6" name="Text Placeholder 3"/>
          <p:cNvSpPr>
            <a:spLocks noGrp="1"/>
          </p:cNvSpPr>
          <p:nvPr>
            <p:ph type="body" sz="half" idx="2" hasCustomPrompt="1"/>
          </p:nvPr>
        </p:nvSpPr>
        <p:spPr>
          <a:xfrm>
            <a:off x="381001" y="883820"/>
            <a:ext cx="4876800" cy="173255"/>
          </a:xfrm>
          <a:prstGeom prst="rect">
            <a:avLst/>
          </a:prstGeom>
        </p:spPr>
        <p:txBody>
          <a:bodyPr wrap="none" lIns="0" tIns="0" rIns="0" bIns="0" anchor="ctr">
            <a:noAutofit/>
          </a:bodyPr>
          <a:lstStyle>
            <a:lvl1pPr marL="0" indent="0" algn="l">
              <a:buNone/>
              <a:defRPr sz="1200" b="0" baseline="0">
                <a:solidFill>
                  <a:schemeClr val="bg1">
                    <a:lumMod val="65000"/>
                  </a:schemeClr>
                </a:solidFill>
                <a:latin typeface="+mn-lt"/>
                <a:ea typeface="Roboto" panose="02000000000000000000" pitchFamily="2" charset="0"/>
              </a:defRPr>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dirty="0"/>
              <a:t>CLICK TO EDITE SUBTITLE</a:t>
            </a:r>
          </a:p>
        </p:txBody>
      </p:sp>
      <p:sp>
        <p:nvSpPr>
          <p:cNvPr id="7" name="Title 2"/>
          <p:cNvSpPr>
            <a:spLocks noGrp="1"/>
          </p:cNvSpPr>
          <p:nvPr>
            <p:ph type="title" hasCustomPrompt="1"/>
          </p:nvPr>
        </p:nvSpPr>
        <p:spPr>
          <a:xfrm>
            <a:off x="381001" y="341313"/>
            <a:ext cx="4876800" cy="495383"/>
          </a:xfrm>
          <a:prstGeom prst="rect">
            <a:avLst/>
          </a:prstGeom>
        </p:spPr>
        <p:txBody>
          <a:bodyPr lIns="0" tIns="0" rIns="0" bIns="0" anchor="ctr"/>
          <a:lstStyle>
            <a:lvl1pPr algn="l">
              <a:defRPr sz="3200">
                <a:solidFill>
                  <a:schemeClr val="tx1">
                    <a:lumMod val="50000"/>
                    <a:lumOff val="50000"/>
                  </a:schemeClr>
                </a:solidFill>
              </a:defRPr>
            </a:lvl1pPr>
          </a:lstStyle>
          <a:p>
            <a:r>
              <a:rPr lang="en-US" dirty="0"/>
              <a:t>Click to edit title</a:t>
            </a:r>
          </a:p>
        </p:txBody>
      </p:sp>
    </p:spTree>
    <p:extLst>
      <p:ext uri="{BB962C8B-B14F-4D97-AF65-F5344CB8AC3E}">
        <p14:creationId xmlns:p14="http://schemas.microsoft.com/office/powerpoint/2010/main" val="43245931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M13">
    <p:spTree>
      <p:nvGrpSpPr>
        <p:cNvPr id="1" name=""/>
        <p:cNvGrpSpPr/>
        <p:nvPr/>
      </p:nvGrpSpPr>
      <p:grpSpPr>
        <a:xfrm>
          <a:off x="0" y="0"/>
          <a:ext cx="0" cy="0"/>
          <a:chOff x="0" y="0"/>
          <a:chExt cx="0" cy="0"/>
        </a:xfrm>
      </p:grpSpPr>
      <p:sp>
        <p:nvSpPr>
          <p:cNvPr id="10" name="Picture Placeholder 9"/>
          <p:cNvSpPr>
            <a:spLocks noGrp="1"/>
          </p:cNvSpPr>
          <p:nvPr>
            <p:ph type="pic" sz="quarter" idx="14" hasCustomPrompt="1"/>
          </p:nvPr>
        </p:nvSpPr>
        <p:spPr>
          <a:xfrm>
            <a:off x="0" y="1"/>
            <a:ext cx="4568192" cy="5143501"/>
          </a:xfrm>
          <a:custGeom>
            <a:avLst/>
            <a:gdLst>
              <a:gd name="connsiteX0" fmla="*/ 0 w 4568192"/>
              <a:gd name="connsiteY0" fmla="*/ 0 h 5143501"/>
              <a:gd name="connsiteX1" fmla="*/ 2647009 w 4568192"/>
              <a:gd name="connsiteY1" fmla="*/ 0 h 5143501"/>
              <a:gd name="connsiteX2" fmla="*/ 4279375 w 4568192"/>
              <a:gd name="connsiteY2" fmla="*/ 1632366 h 5143501"/>
              <a:gd name="connsiteX3" fmla="*/ 4279375 w 4568192"/>
              <a:gd name="connsiteY3" fmla="*/ 3026900 h 5143501"/>
              <a:gd name="connsiteX4" fmla="*/ 2162774 w 4568192"/>
              <a:gd name="connsiteY4" fmla="*/ 5143501 h 5143501"/>
              <a:gd name="connsiteX5" fmla="*/ 1 w 4568192"/>
              <a:gd name="connsiteY5" fmla="*/ 5143501 h 5143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568192" h="5143501">
                <a:moveTo>
                  <a:pt x="0" y="0"/>
                </a:moveTo>
                <a:lnTo>
                  <a:pt x="2647009" y="0"/>
                </a:lnTo>
                <a:lnTo>
                  <a:pt x="4279375" y="1632366"/>
                </a:lnTo>
                <a:cubicBezTo>
                  <a:pt x="4664464" y="2017456"/>
                  <a:pt x="4664465" y="2641810"/>
                  <a:pt x="4279375" y="3026900"/>
                </a:cubicBezTo>
                <a:lnTo>
                  <a:pt x="2162774" y="5143501"/>
                </a:lnTo>
                <a:lnTo>
                  <a:pt x="1" y="5143501"/>
                </a:lnTo>
                <a:close/>
              </a:path>
            </a:pathLst>
          </a:custGeom>
          <a:solidFill>
            <a:schemeClr val="tx2">
              <a:lumMod val="10000"/>
              <a:lumOff val="90000"/>
            </a:schemeClr>
          </a:solidFill>
          <a:ln>
            <a:noFill/>
          </a:ln>
        </p:spPr>
        <p:txBody>
          <a:bodyPr wrap="square" bIns="457200" anchor="b">
            <a:noAutofit/>
          </a:bodyPr>
          <a:lstStyle>
            <a:lvl1pPr algn="ctr">
              <a:buNone/>
              <a:defRPr sz="1100">
                <a:solidFill>
                  <a:schemeClr val="tx1">
                    <a:lumMod val="50000"/>
                    <a:lumOff val="50000"/>
                  </a:schemeClr>
                </a:solidFill>
              </a:defRPr>
            </a:lvl1pPr>
          </a:lstStyle>
          <a:p>
            <a:r>
              <a:rPr lang="en-US" dirty="0"/>
              <a:t>Image Holder</a:t>
            </a:r>
          </a:p>
        </p:txBody>
      </p:sp>
      <p:sp>
        <p:nvSpPr>
          <p:cNvPr id="12" name="Text Placeholder 3"/>
          <p:cNvSpPr>
            <a:spLocks noGrp="1"/>
          </p:cNvSpPr>
          <p:nvPr>
            <p:ph type="body" sz="half" idx="2" hasCustomPrompt="1"/>
          </p:nvPr>
        </p:nvSpPr>
        <p:spPr>
          <a:xfrm>
            <a:off x="4951096" y="883820"/>
            <a:ext cx="3798267" cy="173255"/>
          </a:xfrm>
          <a:prstGeom prst="rect">
            <a:avLst/>
          </a:prstGeom>
        </p:spPr>
        <p:txBody>
          <a:bodyPr wrap="none" lIns="0" tIns="0" rIns="0" bIns="0" anchor="ctr">
            <a:noAutofit/>
          </a:bodyPr>
          <a:lstStyle>
            <a:lvl1pPr marL="0" indent="0" algn="l" rtl="0">
              <a:buNone/>
              <a:defRPr sz="1200" b="0" baseline="0">
                <a:solidFill>
                  <a:schemeClr val="bg1">
                    <a:lumMod val="50000"/>
                  </a:schemeClr>
                </a:solidFill>
                <a:latin typeface="+mn-lt"/>
                <a:ea typeface="Roboto" panose="02000000000000000000" pitchFamily="2" charset="0"/>
              </a:defRPr>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dirty="0"/>
              <a:t>CLICK TO EDITE SUBTITLE</a:t>
            </a:r>
          </a:p>
        </p:txBody>
      </p:sp>
      <p:sp>
        <p:nvSpPr>
          <p:cNvPr id="13" name="Title 2"/>
          <p:cNvSpPr>
            <a:spLocks noGrp="1"/>
          </p:cNvSpPr>
          <p:nvPr>
            <p:ph type="title" hasCustomPrompt="1"/>
          </p:nvPr>
        </p:nvSpPr>
        <p:spPr>
          <a:xfrm>
            <a:off x="4951096" y="341313"/>
            <a:ext cx="3798267" cy="495383"/>
          </a:xfrm>
          <a:prstGeom prst="rect">
            <a:avLst/>
          </a:prstGeom>
        </p:spPr>
        <p:txBody>
          <a:bodyPr lIns="0" tIns="0" rIns="0" bIns="0" anchor="ctr"/>
          <a:lstStyle>
            <a:lvl1pPr algn="l" rtl="0">
              <a:defRPr sz="3200">
                <a:solidFill>
                  <a:schemeClr val="bg1">
                    <a:lumMod val="50000"/>
                  </a:schemeClr>
                </a:solidFill>
              </a:defRPr>
            </a:lvl1pPr>
          </a:lstStyle>
          <a:p>
            <a:r>
              <a:rPr lang="en-US" dirty="0"/>
              <a:t>Click to edit title</a:t>
            </a:r>
          </a:p>
        </p:txBody>
      </p:sp>
    </p:spTree>
    <p:extLst>
      <p:ext uri="{BB962C8B-B14F-4D97-AF65-F5344CB8AC3E}">
        <p14:creationId xmlns:p14="http://schemas.microsoft.com/office/powerpoint/2010/main" val="247368340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M14">
    <p:spTree>
      <p:nvGrpSpPr>
        <p:cNvPr id="1" name=""/>
        <p:cNvGrpSpPr/>
        <p:nvPr/>
      </p:nvGrpSpPr>
      <p:grpSpPr>
        <a:xfrm>
          <a:off x="0" y="0"/>
          <a:ext cx="0" cy="0"/>
          <a:chOff x="0" y="0"/>
          <a:chExt cx="0" cy="0"/>
        </a:xfrm>
      </p:grpSpPr>
      <p:sp>
        <p:nvSpPr>
          <p:cNvPr id="5" name="Picture Placeholder 4"/>
          <p:cNvSpPr>
            <a:spLocks noGrp="1"/>
          </p:cNvSpPr>
          <p:nvPr>
            <p:ph type="pic" sz="quarter" idx="15" hasCustomPrompt="1"/>
          </p:nvPr>
        </p:nvSpPr>
        <p:spPr>
          <a:xfrm>
            <a:off x="4575808" y="1"/>
            <a:ext cx="4568192" cy="5143501"/>
          </a:xfrm>
          <a:custGeom>
            <a:avLst/>
            <a:gdLst>
              <a:gd name="connsiteX0" fmla="*/ 1921183 w 4568192"/>
              <a:gd name="connsiteY0" fmla="*/ 0 h 5143501"/>
              <a:gd name="connsiteX1" fmla="*/ 4568192 w 4568192"/>
              <a:gd name="connsiteY1" fmla="*/ 0 h 5143501"/>
              <a:gd name="connsiteX2" fmla="*/ 4568191 w 4568192"/>
              <a:gd name="connsiteY2" fmla="*/ 5143501 h 5143501"/>
              <a:gd name="connsiteX3" fmla="*/ 2405418 w 4568192"/>
              <a:gd name="connsiteY3" fmla="*/ 5143501 h 5143501"/>
              <a:gd name="connsiteX4" fmla="*/ 288817 w 4568192"/>
              <a:gd name="connsiteY4" fmla="*/ 3026900 h 5143501"/>
              <a:gd name="connsiteX5" fmla="*/ 288817 w 4568192"/>
              <a:gd name="connsiteY5" fmla="*/ 1632366 h 5143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568192" h="5143501">
                <a:moveTo>
                  <a:pt x="1921183" y="0"/>
                </a:moveTo>
                <a:lnTo>
                  <a:pt x="4568192" y="0"/>
                </a:lnTo>
                <a:lnTo>
                  <a:pt x="4568191" y="5143501"/>
                </a:lnTo>
                <a:lnTo>
                  <a:pt x="2405418" y="5143501"/>
                </a:lnTo>
                <a:lnTo>
                  <a:pt x="288817" y="3026900"/>
                </a:lnTo>
                <a:cubicBezTo>
                  <a:pt x="-96273" y="2641810"/>
                  <a:pt x="-96272" y="2017456"/>
                  <a:pt x="288817" y="1632366"/>
                </a:cubicBez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
        <p:nvSpPr>
          <p:cNvPr id="6" name="Text Placeholder 3"/>
          <p:cNvSpPr>
            <a:spLocks noGrp="1"/>
          </p:cNvSpPr>
          <p:nvPr>
            <p:ph type="body" sz="half" idx="2" hasCustomPrompt="1"/>
          </p:nvPr>
        </p:nvSpPr>
        <p:spPr>
          <a:xfrm>
            <a:off x="381001" y="883820"/>
            <a:ext cx="4648199" cy="173255"/>
          </a:xfrm>
          <a:prstGeom prst="rect">
            <a:avLst/>
          </a:prstGeom>
        </p:spPr>
        <p:txBody>
          <a:bodyPr wrap="none" lIns="0" tIns="0" rIns="0" bIns="0" anchor="ctr">
            <a:noAutofit/>
          </a:bodyPr>
          <a:lstStyle>
            <a:lvl1pPr marL="0" indent="0" algn="l">
              <a:buNone/>
              <a:defRPr sz="1200" b="0" baseline="0">
                <a:solidFill>
                  <a:schemeClr val="bg1">
                    <a:lumMod val="50000"/>
                  </a:schemeClr>
                </a:solidFill>
                <a:latin typeface="+mn-lt"/>
                <a:ea typeface="Roboto" panose="02000000000000000000" pitchFamily="2" charset="0"/>
              </a:defRPr>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dirty="0"/>
              <a:t>CLICK TO EDITE SUBTITLE</a:t>
            </a:r>
          </a:p>
        </p:txBody>
      </p:sp>
      <p:sp>
        <p:nvSpPr>
          <p:cNvPr id="7" name="Title 2"/>
          <p:cNvSpPr>
            <a:spLocks noGrp="1"/>
          </p:cNvSpPr>
          <p:nvPr>
            <p:ph type="title" hasCustomPrompt="1"/>
          </p:nvPr>
        </p:nvSpPr>
        <p:spPr>
          <a:xfrm>
            <a:off x="381001" y="341313"/>
            <a:ext cx="4648199" cy="495383"/>
          </a:xfrm>
          <a:prstGeom prst="rect">
            <a:avLst/>
          </a:prstGeom>
        </p:spPr>
        <p:txBody>
          <a:bodyPr lIns="0" tIns="0" rIns="0" bIns="0" anchor="ctr"/>
          <a:lstStyle>
            <a:lvl1pPr algn="l">
              <a:defRPr sz="3200">
                <a:solidFill>
                  <a:schemeClr val="bg1">
                    <a:lumMod val="50000"/>
                  </a:schemeClr>
                </a:solidFill>
              </a:defRPr>
            </a:lvl1pPr>
          </a:lstStyle>
          <a:p>
            <a:r>
              <a:rPr lang="en-US" dirty="0"/>
              <a:t>Click to edit title</a:t>
            </a:r>
          </a:p>
        </p:txBody>
      </p:sp>
    </p:spTree>
    <p:extLst>
      <p:ext uri="{BB962C8B-B14F-4D97-AF65-F5344CB8AC3E}">
        <p14:creationId xmlns:p14="http://schemas.microsoft.com/office/powerpoint/2010/main" val="39433982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M15">
    <p:spTree>
      <p:nvGrpSpPr>
        <p:cNvPr id="1" name=""/>
        <p:cNvGrpSpPr/>
        <p:nvPr/>
      </p:nvGrpSpPr>
      <p:grpSpPr>
        <a:xfrm>
          <a:off x="0" y="0"/>
          <a:ext cx="0" cy="0"/>
          <a:chOff x="0" y="0"/>
          <a:chExt cx="0" cy="0"/>
        </a:xfrm>
      </p:grpSpPr>
      <p:sp>
        <p:nvSpPr>
          <p:cNvPr id="10" name="Picture Placeholder 9"/>
          <p:cNvSpPr>
            <a:spLocks noGrp="1"/>
          </p:cNvSpPr>
          <p:nvPr>
            <p:ph type="pic" sz="quarter" idx="15" hasCustomPrompt="1"/>
          </p:nvPr>
        </p:nvSpPr>
        <p:spPr>
          <a:xfrm>
            <a:off x="4240553" y="-1"/>
            <a:ext cx="4903447" cy="5143500"/>
          </a:xfrm>
          <a:custGeom>
            <a:avLst/>
            <a:gdLst>
              <a:gd name="connsiteX0" fmla="*/ 3459333 w 4903447"/>
              <a:gd name="connsiteY0" fmla="*/ 0 h 5143500"/>
              <a:gd name="connsiteX1" fmla="*/ 4903447 w 4903447"/>
              <a:gd name="connsiteY1" fmla="*/ 0 h 5143500"/>
              <a:gd name="connsiteX2" fmla="*/ 4903447 w 4903447"/>
              <a:gd name="connsiteY2" fmla="*/ 4977170 h 5143500"/>
              <a:gd name="connsiteX3" fmla="*/ 4903447 w 4903447"/>
              <a:gd name="connsiteY3" fmla="*/ 5143500 h 5143500"/>
              <a:gd name="connsiteX4" fmla="*/ 372037 w 4903447"/>
              <a:gd name="connsiteY4" fmla="*/ 5143500 h 5143500"/>
              <a:gd name="connsiteX5" fmla="*/ 132220 w 4903447"/>
              <a:gd name="connsiteY5" fmla="*/ 4962601 h 5143500"/>
              <a:gd name="connsiteX6" fmla="*/ 67037 w 4903447"/>
              <a:gd name="connsiteY6" fmla="*/ 4497149 h 5143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03447" h="5143500">
                <a:moveTo>
                  <a:pt x="3459333" y="0"/>
                </a:moveTo>
                <a:lnTo>
                  <a:pt x="4903447" y="0"/>
                </a:lnTo>
                <a:lnTo>
                  <a:pt x="4903447" y="4977170"/>
                </a:lnTo>
                <a:lnTo>
                  <a:pt x="4903447" y="5143500"/>
                </a:lnTo>
                <a:lnTo>
                  <a:pt x="372037" y="5143500"/>
                </a:lnTo>
                <a:lnTo>
                  <a:pt x="132220" y="4962601"/>
                </a:lnTo>
                <a:cubicBezTo>
                  <a:pt x="-14311" y="4852070"/>
                  <a:pt x="-43494" y="4643680"/>
                  <a:pt x="67037" y="4497149"/>
                </a:cubicBez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
        <p:nvSpPr>
          <p:cNvPr id="6" name="Text Placeholder 3"/>
          <p:cNvSpPr>
            <a:spLocks noGrp="1"/>
          </p:cNvSpPr>
          <p:nvPr>
            <p:ph type="body" sz="half" idx="2" hasCustomPrompt="1"/>
          </p:nvPr>
        </p:nvSpPr>
        <p:spPr>
          <a:xfrm>
            <a:off x="381001" y="883820"/>
            <a:ext cx="5333999" cy="173255"/>
          </a:xfrm>
          <a:prstGeom prst="rect">
            <a:avLst/>
          </a:prstGeom>
        </p:spPr>
        <p:txBody>
          <a:bodyPr wrap="none" lIns="0" tIns="0" rIns="0" bIns="0" anchor="ctr">
            <a:noAutofit/>
          </a:bodyPr>
          <a:lstStyle>
            <a:lvl1pPr marL="0" indent="0" algn="l">
              <a:buNone/>
              <a:defRPr sz="1200" b="0" baseline="0">
                <a:solidFill>
                  <a:schemeClr val="bg1">
                    <a:lumMod val="50000"/>
                  </a:schemeClr>
                </a:solidFill>
                <a:latin typeface="+mn-lt"/>
                <a:ea typeface="Roboto" panose="02000000000000000000" pitchFamily="2" charset="0"/>
              </a:defRPr>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dirty="0"/>
              <a:t>CLICK TO EDITE SUBTITLE</a:t>
            </a:r>
          </a:p>
        </p:txBody>
      </p:sp>
      <p:sp>
        <p:nvSpPr>
          <p:cNvPr id="7" name="Title 2"/>
          <p:cNvSpPr>
            <a:spLocks noGrp="1"/>
          </p:cNvSpPr>
          <p:nvPr>
            <p:ph type="title" hasCustomPrompt="1"/>
          </p:nvPr>
        </p:nvSpPr>
        <p:spPr>
          <a:xfrm>
            <a:off x="381001" y="341313"/>
            <a:ext cx="5333999" cy="495383"/>
          </a:xfrm>
          <a:prstGeom prst="rect">
            <a:avLst/>
          </a:prstGeom>
        </p:spPr>
        <p:txBody>
          <a:bodyPr lIns="0" tIns="0" rIns="0" bIns="0" anchor="ctr"/>
          <a:lstStyle>
            <a:lvl1pPr algn="l">
              <a:defRPr sz="3200">
                <a:solidFill>
                  <a:schemeClr val="bg1">
                    <a:lumMod val="50000"/>
                  </a:schemeClr>
                </a:solidFill>
              </a:defRPr>
            </a:lvl1pPr>
          </a:lstStyle>
          <a:p>
            <a:r>
              <a:rPr lang="en-US" dirty="0"/>
              <a:t>Click to edit title</a:t>
            </a:r>
          </a:p>
        </p:txBody>
      </p:sp>
    </p:spTree>
    <p:extLst>
      <p:ext uri="{BB962C8B-B14F-4D97-AF65-F5344CB8AC3E}">
        <p14:creationId xmlns:p14="http://schemas.microsoft.com/office/powerpoint/2010/main" val="132781643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M16">
    <p:spTree>
      <p:nvGrpSpPr>
        <p:cNvPr id="1" name=""/>
        <p:cNvGrpSpPr/>
        <p:nvPr/>
      </p:nvGrpSpPr>
      <p:grpSpPr>
        <a:xfrm>
          <a:off x="0" y="0"/>
          <a:ext cx="0" cy="0"/>
          <a:chOff x="0" y="0"/>
          <a:chExt cx="0" cy="0"/>
        </a:xfrm>
      </p:grpSpPr>
      <p:sp>
        <p:nvSpPr>
          <p:cNvPr id="12" name="Text Placeholder 3"/>
          <p:cNvSpPr>
            <a:spLocks noGrp="1"/>
          </p:cNvSpPr>
          <p:nvPr>
            <p:ph type="body" sz="half" idx="2" hasCustomPrompt="1"/>
          </p:nvPr>
        </p:nvSpPr>
        <p:spPr>
          <a:xfrm>
            <a:off x="4541967" y="883820"/>
            <a:ext cx="4207396" cy="173255"/>
          </a:xfrm>
          <a:prstGeom prst="rect">
            <a:avLst/>
          </a:prstGeom>
        </p:spPr>
        <p:txBody>
          <a:bodyPr wrap="none" lIns="0" tIns="0" rIns="0" bIns="0" anchor="ctr">
            <a:noAutofit/>
          </a:bodyPr>
          <a:lstStyle>
            <a:lvl1pPr marL="0" indent="0" algn="l" rtl="0">
              <a:buNone/>
              <a:defRPr sz="1200" b="0" baseline="0">
                <a:solidFill>
                  <a:schemeClr val="bg1">
                    <a:lumMod val="50000"/>
                  </a:schemeClr>
                </a:solidFill>
                <a:latin typeface="+mn-lt"/>
                <a:ea typeface="Roboto" panose="02000000000000000000" pitchFamily="2" charset="0"/>
              </a:defRPr>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dirty="0"/>
              <a:t>CLICK TO EDITE SUBTITLE</a:t>
            </a:r>
          </a:p>
        </p:txBody>
      </p:sp>
      <p:sp>
        <p:nvSpPr>
          <p:cNvPr id="13" name="Title 2"/>
          <p:cNvSpPr>
            <a:spLocks noGrp="1"/>
          </p:cNvSpPr>
          <p:nvPr>
            <p:ph type="title" hasCustomPrompt="1"/>
          </p:nvPr>
        </p:nvSpPr>
        <p:spPr>
          <a:xfrm>
            <a:off x="4541967" y="341313"/>
            <a:ext cx="4207396" cy="495383"/>
          </a:xfrm>
          <a:prstGeom prst="rect">
            <a:avLst/>
          </a:prstGeom>
        </p:spPr>
        <p:txBody>
          <a:bodyPr lIns="0" tIns="0" rIns="0" bIns="0" anchor="ctr"/>
          <a:lstStyle>
            <a:lvl1pPr algn="l" rtl="0">
              <a:defRPr sz="3200">
                <a:solidFill>
                  <a:schemeClr val="bg1">
                    <a:lumMod val="50000"/>
                  </a:schemeClr>
                </a:solidFill>
              </a:defRPr>
            </a:lvl1pPr>
          </a:lstStyle>
          <a:p>
            <a:r>
              <a:rPr lang="en-US" dirty="0"/>
              <a:t>Click to edit title</a:t>
            </a:r>
          </a:p>
        </p:txBody>
      </p:sp>
      <p:sp>
        <p:nvSpPr>
          <p:cNvPr id="7" name="Picture Placeholder 6"/>
          <p:cNvSpPr>
            <a:spLocks noGrp="1"/>
          </p:cNvSpPr>
          <p:nvPr>
            <p:ph type="pic" sz="quarter" idx="14" hasCustomPrompt="1"/>
          </p:nvPr>
        </p:nvSpPr>
        <p:spPr>
          <a:xfrm>
            <a:off x="0" y="-1"/>
            <a:ext cx="4903447" cy="5143500"/>
          </a:xfrm>
          <a:custGeom>
            <a:avLst/>
            <a:gdLst>
              <a:gd name="connsiteX0" fmla="*/ 0 w 4903447"/>
              <a:gd name="connsiteY0" fmla="*/ 0 h 5143500"/>
              <a:gd name="connsiteX1" fmla="*/ 1444114 w 4903447"/>
              <a:gd name="connsiteY1" fmla="*/ 0 h 5143500"/>
              <a:gd name="connsiteX2" fmla="*/ 4836410 w 4903447"/>
              <a:gd name="connsiteY2" fmla="*/ 4497149 h 5143500"/>
              <a:gd name="connsiteX3" fmla="*/ 4771227 w 4903447"/>
              <a:gd name="connsiteY3" fmla="*/ 4962601 h 5143500"/>
              <a:gd name="connsiteX4" fmla="*/ 4531410 w 4903447"/>
              <a:gd name="connsiteY4" fmla="*/ 5143500 h 5143500"/>
              <a:gd name="connsiteX5" fmla="*/ 0 w 4903447"/>
              <a:gd name="connsiteY5" fmla="*/ 5143500 h 5143500"/>
              <a:gd name="connsiteX6" fmla="*/ 0 w 4903447"/>
              <a:gd name="connsiteY6" fmla="*/ 4977170 h 5143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03447" h="5143500">
                <a:moveTo>
                  <a:pt x="0" y="0"/>
                </a:moveTo>
                <a:lnTo>
                  <a:pt x="1444114" y="0"/>
                </a:lnTo>
                <a:lnTo>
                  <a:pt x="4836410" y="4497149"/>
                </a:lnTo>
                <a:cubicBezTo>
                  <a:pt x="4946941" y="4643680"/>
                  <a:pt x="4917758" y="4852070"/>
                  <a:pt x="4771227" y="4962601"/>
                </a:cubicBezTo>
                <a:lnTo>
                  <a:pt x="4531410" y="5143500"/>
                </a:lnTo>
                <a:lnTo>
                  <a:pt x="0" y="5143500"/>
                </a:lnTo>
                <a:lnTo>
                  <a:pt x="0" y="4977170"/>
                </a:lnTo>
                <a:close/>
              </a:path>
            </a:pathLst>
          </a:custGeom>
          <a:solidFill>
            <a:schemeClr val="tx2">
              <a:lumMod val="10000"/>
              <a:lumOff val="90000"/>
            </a:schemeClr>
          </a:solidFill>
          <a:ln>
            <a:noFill/>
          </a:ln>
        </p:spPr>
        <p:txBody>
          <a:bodyPr wrap="square" bIns="457200" anchor="b">
            <a:noAutofit/>
          </a:bodyPr>
          <a:lstStyle>
            <a:lvl1pPr algn="ctr">
              <a:buNone/>
              <a:defRPr sz="1100">
                <a:solidFill>
                  <a:schemeClr val="tx1">
                    <a:lumMod val="50000"/>
                    <a:lumOff val="50000"/>
                  </a:schemeClr>
                </a:solidFill>
              </a:defRPr>
            </a:lvl1pPr>
          </a:lstStyle>
          <a:p>
            <a:r>
              <a:rPr lang="en-US" dirty="0"/>
              <a:t>Image Holder</a:t>
            </a:r>
          </a:p>
        </p:txBody>
      </p:sp>
    </p:spTree>
    <p:extLst>
      <p:ext uri="{BB962C8B-B14F-4D97-AF65-F5344CB8AC3E}">
        <p14:creationId xmlns:p14="http://schemas.microsoft.com/office/powerpoint/2010/main" val="301357646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M17">
    <p:spTree>
      <p:nvGrpSpPr>
        <p:cNvPr id="1" name=""/>
        <p:cNvGrpSpPr/>
        <p:nvPr/>
      </p:nvGrpSpPr>
      <p:grpSpPr>
        <a:xfrm>
          <a:off x="0" y="0"/>
          <a:ext cx="0" cy="0"/>
          <a:chOff x="0" y="0"/>
          <a:chExt cx="0" cy="0"/>
        </a:xfrm>
      </p:grpSpPr>
      <p:sp>
        <p:nvSpPr>
          <p:cNvPr id="6" name="Text Placeholder 3"/>
          <p:cNvSpPr>
            <a:spLocks noGrp="1"/>
          </p:cNvSpPr>
          <p:nvPr>
            <p:ph type="body" sz="half" idx="2" hasCustomPrompt="1"/>
          </p:nvPr>
        </p:nvSpPr>
        <p:spPr>
          <a:xfrm>
            <a:off x="381002" y="883820"/>
            <a:ext cx="3496518" cy="173255"/>
          </a:xfrm>
          <a:prstGeom prst="rect">
            <a:avLst/>
          </a:prstGeom>
        </p:spPr>
        <p:txBody>
          <a:bodyPr wrap="none" lIns="0" tIns="0" rIns="0" bIns="0" anchor="ctr">
            <a:noAutofit/>
          </a:bodyPr>
          <a:lstStyle>
            <a:lvl1pPr marL="0" indent="0" algn="l">
              <a:buNone/>
              <a:defRPr sz="1200" b="0" baseline="0">
                <a:solidFill>
                  <a:schemeClr val="bg1">
                    <a:lumMod val="50000"/>
                  </a:schemeClr>
                </a:solidFill>
                <a:latin typeface="+mn-lt"/>
                <a:ea typeface="Roboto" panose="02000000000000000000" pitchFamily="2" charset="0"/>
              </a:defRPr>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dirty="0"/>
              <a:t>CLICK TO EDITE SUBTITLE</a:t>
            </a:r>
          </a:p>
        </p:txBody>
      </p:sp>
      <p:sp>
        <p:nvSpPr>
          <p:cNvPr id="7" name="Title 2"/>
          <p:cNvSpPr>
            <a:spLocks noGrp="1"/>
          </p:cNvSpPr>
          <p:nvPr>
            <p:ph type="title" hasCustomPrompt="1"/>
          </p:nvPr>
        </p:nvSpPr>
        <p:spPr>
          <a:xfrm>
            <a:off x="381002" y="341313"/>
            <a:ext cx="3496518" cy="495383"/>
          </a:xfrm>
          <a:prstGeom prst="rect">
            <a:avLst/>
          </a:prstGeom>
        </p:spPr>
        <p:txBody>
          <a:bodyPr lIns="0" tIns="0" rIns="0" bIns="0" anchor="ctr"/>
          <a:lstStyle>
            <a:lvl1pPr algn="l">
              <a:defRPr sz="2800">
                <a:solidFill>
                  <a:schemeClr val="bg1">
                    <a:lumMod val="50000"/>
                  </a:schemeClr>
                </a:solidFill>
              </a:defRPr>
            </a:lvl1pPr>
          </a:lstStyle>
          <a:p>
            <a:r>
              <a:rPr lang="en-US" dirty="0"/>
              <a:t>Click to edit title</a:t>
            </a:r>
          </a:p>
        </p:txBody>
      </p:sp>
      <p:sp>
        <p:nvSpPr>
          <p:cNvPr id="9" name="Picture Placeholder 8"/>
          <p:cNvSpPr>
            <a:spLocks noGrp="1"/>
          </p:cNvSpPr>
          <p:nvPr>
            <p:ph type="pic" sz="quarter" idx="15" hasCustomPrompt="1"/>
          </p:nvPr>
        </p:nvSpPr>
        <p:spPr>
          <a:xfrm>
            <a:off x="4240553" y="0"/>
            <a:ext cx="4903447" cy="5143500"/>
          </a:xfrm>
          <a:custGeom>
            <a:avLst/>
            <a:gdLst>
              <a:gd name="connsiteX0" fmla="*/ 372037 w 4903447"/>
              <a:gd name="connsiteY0" fmla="*/ 0 h 5143500"/>
              <a:gd name="connsiteX1" fmla="*/ 4903447 w 4903447"/>
              <a:gd name="connsiteY1" fmla="*/ 0 h 5143500"/>
              <a:gd name="connsiteX2" fmla="*/ 4903447 w 4903447"/>
              <a:gd name="connsiteY2" fmla="*/ 166330 h 5143500"/>
              <a:gd name="connsiteX3" fmla="*/ 4903447 w 4903447"/>
              <a:gd name="connsiteY3" fmla="*/ 5143500 h 5143500"/>
              <a:gd name="connsiteX4" fmla="*/ 3459333 w 4903447"/>
              <a:gd name="connsiteY4" fmla="*/ 5143500 h 5143500"/>
              <a:gd name="connsiteX5" fmla="*/ 67037 w 4903447"/>
              <a:gd name="connsiteY5" fmla="*/ 646351 h 5143500"/>
              <a:gd name="connsiteX6" fmla="*/ 132220 w 4903447"/>
              <a:gd name="connsiteY6" fmla="*/ 180899 h 5143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03447" h="5143500">
                <a:moveTo>
                  <a:pt x="372037" y="0"/>
                </a:moveTo>
                <a:lnTo>
                  <a:pt x="4903447" y="0"/>
                </a:lnTo>
                <a:lnTo>
                  <a:pt x="4903447" y="166330"/>
                </a:lnTo>
                <a:lnTo>
                  <a:pt x="4903447" y="5143500"/>
                </a:lnTo>
                <a:lnTo>
                  <a:pt x="3459333" y="5143500"/>
                </a:lnTo>
                <a:lnTo>
                  <a:pt x="67037" y="646351"/>
                </a:lnTo>
                <a:cubicBezTo>
                  <a:pt x="-43494" y="499820"/>
                  <a:pt x="-14311" y="291430"/>
                  <a:pt x="132220" y="180899"/>
                </a:cubicBez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Tree>
    <p:extLst>
      <p:ext uri="{BB962C8B-B14F-4D97-AF65-F5344CB8AC3E}">
        <p14:creationId xmlns:p14="http://schemas.microsoft.com/office/powerpoint/2010/main" val="297729735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M18">
    <p:spTree>
      <p:nvGrpSpPr>
        <p:cNvPr id="1" name=""/>
        <p:cNvGrpSpPr/>
        <p:nvPr/>
      </p:nvGrpSpPr>
      <p:grpSpPr>
        <a:xfrm>
          <a:off x="0" y="0"/>
          <a:ext cx="0" cy="0"/>
          <a:chOff x="0" y="0"/>
          <a:chExt cx="0" cy="0"/>
        </a:xfrm>
      </p:grpSpPr>
      <p:sp>
        <p:nvSpPr>
          <p:cNvPr id="13" name="Title 2"/>
          <p:cNvSpPr>
            <a:spLocks noGrp="1"/>
          </p:cNvSpPr>
          <p:nvPr>
            <p:ph type="title" hasCustomPrompt="1"/>
          </p:nvPr>
        </p:nvSpPr>
        <p:spPr>
          <a:xfrm>
            <a:off x="5252845" y="341313"/>
            <a:ext cx="3496518" cy="495383"/>
          </a:xfrm>
          <a:prstGeom prst="rect">
            <a:avLst/>
          </a:prstGeom>
          <a:ln>
            <a:noFill/>
          </a:ln>
        </p:spPr>
        <p:txBody>
          <a:bodyPr lIns="0" tIns="0" rIns="0" bIns="0" anchor="ctr"/>
          <a:lstStyle>
            <a:lvl1pPr algn="l" rtl="0">
              <a:defRPr sz="2400">
                <a:solidFill>
                  <a:schemeClr val="bg1">
                    <a:lumMod val="50000"/>
                  </a:schemeClr>
                </a:solidFill>
              </a:defRPr>
            </a:lvl1pPr>
          </a:lstStyle>
          <a:p>
            <a:r>
              <a:rPr lang="en-US" dirty="0"/>
              <a:t>Click to edit title</a:t>
            </a:r>
          </a:p>
        </p:txBody>
      </p:sp>
      <p:sp>
        <p:nvSpPr>
          <p:cNvPr id="11" name="Text Placeholder 3"/>
          <p:cNvSpPr>
            <a:spLocks noGrp="1"/>
          </p:cNvSpPr>
          <p:nvPr>
            <p:ph type="body" sz="half" idx="15" hasCustomPrompt="1"/>
          </p:nvPr>
        </p:nvSpPr>
        <p:spPr>
          <a:xfrm>
            <a:off x="5252845" y="883820"/>
            <a:ext cx="3496518" cy="173255"/>
          </a:xfrm>
          <a:prstGeom prst="rect">
            <a:avLst/>
          </a:prstGeom>
          <a:ln w="12700">
            <a:noFill/>
          </a:ln>
        </p:spPr>
        <p:txBody>
          <a:bodyPr wrap="none" lIns="0" tIns="0" rIns="0" bIns="0" anchor="ctr">
            <a:noAutofit/>
          </a:bodyPr>
          <a:lstStyle>
            <a:lvl1pPr marL="0" indent="0" algn="l">
              <a:buNone/>
              <a:defRPr sz="1200" b="0" baseline="0">
                <a:solidFill>
                  <a:schemeClr val="bg1">
                    <a:lumMod val="50000"/>
                  </a:schemeClr>
                </a:solidFill>
                <a:latin typeface="+mn-lt"/>
                <a:ea typeface="Roboto" panose="02000000000000000000" pitchFamily="2" charset="0"/>
              </a:defRPr>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dirty="0"/>
              <a:t>CLICK TO EDITE SUBTITLE</a:t>
            </a:r>
          </a:p>
        </p:txBody>
      </p:sp>
      <p:sp>
        <p:nvSpPr>
          <p:cNvPr id="16" name="Picture Placeholder 15"/>
          <p:cNvSpPr>
            <a:spLocks noGrp="1"/>
          </p:cNvSpPr>
          <p:nvPr>
            <p:ph type="pic" sz="quarter" idx="14" hasCustomPrompt="1"/>
          </p:nvPr>
        </p:nvSpPr>
        <p:spPr>
          <a:xfrm>
            <a:off x="0" y="0"/>
            <a:ext cx="4903447" cy="5143500"/>
          </a:xfrm>
          <a:custGeom>
            <a:avLst/>
            <a:gdLst>
              <a:gd name="connsiteX0" fmla="*/ 0 w 4903447"/>
              <a:gd name="connsiteY0" fmla="*/ 0 h 5143500"/>
              <a:gd name="connsiteX1" fmla="*/ 4531410 w 4903447"/>
              <a:gd name="connsiteY1" fmla="*/ 0 h 5143500"/>
              <a:gd name="connsiteX2" fmla="*/ 4771227 w 4903447"/>
              <a:gd name="connsiteY2" fmla="*/ 180899 h 5143500"/>
              <a:gd name="connsiteX3" fmla="*/ 4836410 w 4903447"/>
              <a:gd name="connsiteY3" fmla="*/ 646351 h 5143500"/>
              <a:gd name="connsiteX4" fmla="*/ 1444114 w 4903447"/>
              <a:gd name="connsiteY4" fmla="*/ 5143500 h 5143500"/>
              <a:gd name="connsiteX5" fmla="*/ 0 w 4903447"/>
              <a:gd name="connsiteY5" fmla="*/ 5143500 h 5143500"/>
              <a:gd name="connsiteX6" fmla="*/ 0 w 4903447"/>
              <a:gd name="connsiteY6" fmla="*/ 166330 h 5143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03447" h="5143500">
                <a:moveTo>
                  <a:pt x="0" y="0"/>
                </a:moveTo>
                <a:lnTo>
                  <a:pt x="4531410" y="0"/>
                </a:lnTo>
                <a:lnTo>
                  <a:pt x="4771227" y="180899"/>
                </a:lnTo>
                <a:cubicBezTo>
                  <a:pt x="4917758" y="291430"/>
                  <a:pt x="4946941" y="499820"/>
                  <a:pt x="4836410" y="646351"/>
                </a:cubicBezTo>
                <a:lnTo>
                  <a:pt x="1444114" y="5143500"/>
                </a:lnTo>
                <a:lnTo>
                  <a:pt x="0" y="5143500"/>
                </a:lnTo>
                <a:lnTo>
                  <a:pt x="0" y="166330"/>
                </a:lnTo>
                <a:close/>
              </a:path>
            </a:pathLst>
          </a:custGeom>
          <a:solidFill>
            <a:schemeClr val="tx2">
              <a:lumMod val="10000"/>
              <a:lumOff val="90000"/>
            </a:schemeClr>
          </a:solidFill>
          <a:ln>
            <a:noFill/>
          </a:ln>
        </p:spPr>
        <p:txBody>
          <a:bodyPr wrap="square" bIns="457200" anchor="b">
            <a:noAutofit/>
          </a:bodyPr>
          <a:lstStyle>
            <a:lvl1pPr algn="ctr">
              <a:buNone/>
              <a:defRPr sz="1100">
                <a:solidFill>
                  <a:schemeClr val="tx1">
                    <a:lumMod val="50000"/>
                    <a:lumOff val="50000"/>
                  </a:schemeClr>
                </a:solidFill>
              </a:defRPr>
            </a:lvl1pPr>
          </a:lstStyle>
          <a:p>
            <a:r>
              <a:rPr lang="en-US" dirty="0"/>
              <a:t>Image Holder</a:t>
            </a:r>
          </a:p>
        </p:txBody>
      </p:sp>
    </p:spTree>
    <p:extLst>
      <p:ext uri="{BB962C8B-B14F-4D97-AF65-F5344CB8AC3E}">
        <p14:creationId xmlns:p14="http://schemas.microsoft.com/office/powerpoint/2010/main" val="402776586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M19">
    <p:spTree>
      <p:nvGrpSpPr>
        <p:cNvPr id="1" name=""/>
        <p:cNvGrpSpPr/>
        <p:nvPr/>
      </p:nvGrpSpPr>
      <p:grpSpPr>
        <a:xfrm>
          <a:off x="0" y="0"/>
          <a:ext cx="0" cy="0"/>
          <a:chOff x="0" y="0"/>
          <a:chExt cx="0" cy="0"/>
        </a:xfrm>
      </p:grpSpPr>
      <p:sp>
        <p:nvSpPr>
          <p:cNvPr id="6" name="Text Placeholder 3"/>
          <p:cNvSpPr>
            <a:spLocks noGrp="1"/>
          </p:cNvSpPr>
          <p:nvPr>
            <p:ph type="body" sz="half" idx="2" hasCustomPrompt="1"/>
          </p:nvPr>
        </p:nvSpPr>
        <p:spPr>
          <a:xfrm>
            <a:off x="381001" y="883820"/>
            <a:ext cx="4648199" cy="173255"/>
          </a:xfrm>
          <a:prstGeom prst="rect">
            <a:avLst/>
          </a:prstGeom>
        </p:spPr>
        <p:txBody>
          <a:bodyPr wrap="none" lIns="0" tIns="0" rIns="0" bIns="0" anchor="ctr">
            <a:noAutofit/>
          </a:bodyPr>
          <a:lstStyle>
            <a:lvl1pPr marL="0" indent="0" algn="l">
              <a:buNone/>
              <a:defRPr sz="1200" b="0" baseline="0">
                <a:solidFill>
                  <a:schemeClr val="bg1">
                    <a:lumMod val="50000"/>
                  </a:schemeClr>
                </a:solidFill>
                <a:latin typeface="+mn-lt"/>
                <a:ea typeface="Roboto" panose="02000000000000000000" pitchFamily="2" charset="0"/>
              </a:defRPr>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dirty="0"/>
              <a:t>CLICK TO EDITE SUBTITLE</a:t>
            </a:r>
          </a:p>
        </p:txBody>
      </p:sp>
      <p:sp>
        <p:nvSpPr>
          <p:cNvPr id="7" name="Title 2"/>
          <p:cNvSpPr>
            <a:spLocks noGrp="1"/>
          </p:cNvSpPr>
          <p:nvPr>
            <p:ph type="title" hasCustomPrompt="1"/>
          </p:nvPr>
        </p:nvSpPr>
        <p:spPr>
          <a:xfrm>
            <a:off x="381001" y="341313"/>
            <a:ext cx="4648199" cy="495383"/>
          </a:xfrm>
          <a:prstGeom prst="rect">
            <a:avLst/>
          </a:prstGeom>
        </p:spPr>
        <p:txBody>
          <a:bodyPr lIns="0" tIns="0" rIns="0" bIns="0" anchor="ctr"/>
          <a:lstStyle>
            <a:lvl1pPr algn="l">
              <a:defRPr sz="3200">
                <a:solidFill>
                  <a:schemeClr val="bg1">
                    <a:lumMod val="50000"/>
                  </a:schemeClr>
                </a:solidFill>
              </a:defRPr>
            </a:lvl1pPr>
          </a:lstStyle>
          <a:p>
            <a:r>
              <a:rPr lang="en-US" dirty="0"/>
              <a:t>Click to edit title</a:t>
            </a:r>
          </a:p>
        </p:txBody>
      </p:sp>
      <p:sp>
        <p:nvSpPr>
          <p:cNvPr id="10" name="Picture Placeholder 9"/>
          <p:cNvSpPr>
            <a:spLocks noGrp="1"/>
          </p:cNvSpPr>
          <p:nvPr>
            <p:ph type="pic" sz="quarter" idx="15" hasCustomPrompt="1"/>
          </p:nvPr>
        </p:nvSpPr>
        <p:spPr>
          <a:xfrm>
            <a:off x="4280386" y="0"/>
            <a:ext cx="4863614" cy="5143500"/>
          </a:xfrm>
          <a:custGeom>
            <a:avLst/>
            <a:gdLst>
              <a:gd name="connsiteX0" fmla="*/ 1155120 w 4863614"/>
              <a:gd name="connsiteY0" fmla="*/ 0 h 5143500"/>
              <a:gd name="connsiteX1" fmla="*/ 4863614 w 4863614"/>
              <a:gd name="connsiteY1" fmla="*/ 0 h 5143500"/>
              <a:gd name="connsiteX2" fmla="*/ 4863614 w 4863614"/>
              <a:gd name="connsiteY2" fmla="*/ 5143500 h 5143500"/>
              <a:gd name="connsiteX3" fmla="*/ 1155120 w 4863614"/>
              <a:gd name="connsiteY3" fmla="*/ 5143500 h 5143500"/>
              <a:gd name="connsiteX4" fmla="*/ 1010997 w 4863614"/>
              <a:gd name="connsiteY4" fmla="*/ 5012512 h 5143500"/>
              <a:gd name="connsiteX5" fmla="*/ 0 w 4863614"/>
              <a:gd name="connsiteY5" fmla="*/ 2571750 h 5143500"/>
              <a:gd name="connsiteX6" fmla="*/ 1010997 w 4863614"/>
              <a:gd name="connsiteY6" fmla="*/ 130988 h 5143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63614" h="5143500">
                <a:moveTo>
                  <a:pt x="1155120" y="0"/>
                </a:moveTo>
                <a:lnTo>
                  <a:pt x="4863614" y="0"/>
                </a:lnTo>
                <a:lnTo>
                  <a:pt x="4863614" y="5143500"/>
                </a:lnTo>
                <a:lnTo>
                  <a:pt x="1155120" y="5143500"/>
                </a:lnTo>
                <a:lnTo>
                  <a:pt x="1010997" y="5012512"/>
                </a:lnTo>
                <a:cubicBezTo>
                  <a:pt x="386351" y="4387867"/>
                  <a:pt x="0" y="3524927"/>
                  <a:pt x="0" y="2571750"/>
                </a:cubicBezTo>
                <a:cubicBezTo>
                  <a:pt x="0" y="1618573"/>
                  <a:pt x="386351" y="755633"/>
                  <a:pt x="1010997" y="130988"/>
                </a:cubicBezTo>
                <a:close/>
              </a:path>
            </a:pathLst>
          </a:custGeom>
          <a:solidFill>
            <a:schemeClr val="tx2">
              <a:lumMod val="10000"/>
              <a:lumOff val="90000"/>
            </a:schemeClr>
          </a:solidFill>
          <a:ln>
            <a:noFill/>
          </a:ln>
        </p:spPr>
        <p:txBody>
          <a:bodyPr wrap="square" bIns="457200" anchor="b">
            <a:noAutofit/>
          </a:bodyPr>
          <a:lstStyle>
            <a:lvl1pPr algn="ctr">
              <a:buNone/>
              <a:defRPr sz="1100">
                <a:solidFill>
                  <a:schemeClr val="tx1">
                    <a:lumMod val="50000"/>
                    <a:lumOff val="50000"/>
                  </a:schemeClr>
                </a:solidFill>
              </a:defRPr>
            </a:lvl1pPr>
          </a:lstStyle>
          <a:p>
            <a:r>
              <a:rPr lang="en-US" dirty="0"/>
              <a:t>Image Holder</a:t>
            </a:r>
          </a:p>
        </p:txBody>
      </p:sp>
    </p:spTree>
    <p:extLst>
      <p:ext uri="{BB962C8B-B14F-4D97-AF65-F5344CB8AC3E}">
        <p14:creationId xmlns:p14="http://schemas.microsoft.com/office/powerpoint/2010/main" val="273467435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M20">
    <p:spTree>
      <p:nvGrpSpPr>
        <p:cNvPr id="1" name=""/>
        <p:cNvGrpSpPr/>
        <p:nvPr/>
      </p:nvGrpSpPr>
      <p:grpSpPr>
        <a:xfrm>
          <a:off x="0" y="0"/>
          <a:ext cx="0" cy="0"/>
          <a:chOff x="0" y="0"/>
          <a:chExt cx="0" cy="0"/>
        </a:xfrm>
      </p:grpSpPr>
      <p:sp>
        <p:nvSpPr>
          <p:cNvPr id="12" name="Text Placeholder 3"/>
          <p:cNvSpPr>
            <a:spLocks noGrp="1"/>
          </p:cNvSpPr>
          <p:nvPr>
            <p:ph type="body" sz="half" idx="2" hasCustomPrompt="1"/>
          </p:nvPr>
        </p:nvSpPr>
        <p:spPr>
          <a:xfrm>
            <a:off x="4800600" y="883820"/>
            <a:ext cx="3948763" cy="173255"/>
          </a:xfrm>
          <a:prstGeom prst="rect">
            <a:avLst/>
          </a:prstGeom>
        </p:spPr>
        <p:txBody>
          <a:bodyPr wrap="none" lIns="0" tIns="0" rIns="0" bIns="0" anchor="ctr">
            <a:noAutofit/>
          </a:bodyPr>
          <a:lstStyle>
            <a:lvl1pPr marL="0" indent="0" algn="l" rtl="0">
              <a:buNone/>
              <a:defRPr sz="1200" b="0" baseline="0">
                <a:solidFill>
                  <a:schemeClr val="bg1">
                    <a:lumMod val="50000"/>
                  </a:schemeClr>
                </a:solidFill>
                <a:latin typeface="+mn-lt"/>
                <a:ea typeface="Roboto" panose="02000000000000000000" pitchFamily="2" charset="0"/>
              </a:defRPr>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dirty="0"/>
              <a:t>CLICK TO EDITE SUBTITLE</a:t>
            </a:r>
          </a:p>
        </p:txBody>
      </p:sp>
      <p:sp>
        <p:nvSpPr>
          <p:cNvPr id="13" name="Title 2"/>
          <p:cNvSpPr>
            <a:spLocks noGrp="1"/>
          </p:cNvSpPr>
          <p:nvPr>
            <p:ph type="title" hasCustomPrompt="1"/>
          </p:nvPr>
        </p:nvSpPr>
        <p:spPr>
          <a:xfrm>
            <a:off x="4800600" y="341313"/>
            <a:ext cx="3948763" cy="495383"/>
          </a:xfrm>
          <a:prstGeom prst="rect">
            <a:avLst/>
          </a:prstGeom>
        </p:spPr>
        <p:txBody>
          <a:bodyPr lIns="0" tIns="0" rIns="0" bIns="0" anchor="ctr"/>
          <a:lstStyle>
            <a:lvl1pPr algn="l" rtl="0">
              <a:defRPr sz="3200">
                <a:solidFill>
                  <a:schemeClr val="bg1">
                    <a:lumMod val="50000"/>
                  </a:schemeClr>
                </a:solidFill>
              </a:defRPr>
            </a:lvl1pPr>
          </a:lstStyle>
          <a:p>
            <a:r>
              <a:rPr lang="en-US" dirty="0"/>
              <a:t>Click to edit title</a:t>
            </a:r>
          </a:p>
        </p:txBody>
      </p:sp>
      <p:sp>
        <p:nvSpPr>
          <p:cNvPr id="8" name="Picture Placeholder 7"/>
          <p:cNvSpPr>
            <a:spLocks noGrp="1"/>
          </p:cNvSpPr>
          <p:nvPr>
            <p:ph type="pic" sz="quarter" idx="16" hasCustomPrompt="1"/>
          </p:nvPr>
        </p:nvSpPr>
        <p:spPr>
          <a:xfrm>
            <a:off x="0" y="-1"/>
            <a:ext cx="4863614" cy="5143500"/>
          </a:xfrm>
          <a:custGeom>
            <a:avLst/>
            <a:gdLst>
              <a:gd name="connsiteX0" fmla="*/ 0 w 4863614"/>
              <a:gd name="connsiteY0" fmla="*/ 0 h 5143500"/>
              <a:gd name="connsiteX1" fmla="*/ 3708494 w 4863614"/>
              <a:gd name="connsiteY1" fmla="*/ 0 h 5143500"/>
              <a:gd name="connsiteX2" fmla="*/ 3852617 w 4863614"/>
              <a:gd name="connsiteY2" fmla="*/ 130988 h 5143500"/>
              <a:gd name="connsiteX3" fmla="*/ 4863614 w 4863614"/>
              <a:gd name="connsiteY3" fmla="*/ 2571750 h 5143500"/>
              <a:gd name="connsiteX4" fmla="*/ 3852617 w 4863614"/>
              <a:gd name="connsiteY4" fmla="*/ 5012512 h 5143500"/>
              <a:gd name="connsiteX5" fmla="*/ 3708494 w 4863614"/>
              <a:gd name="connsiteY5" fmla="*/ 5143500 h 5143500"/>
              <a:gd name="connsiteX6" fmla="*/ 0 w 4863614"/>
              <a:gd name="connsiteY6" fmla="*/ 5143500 h 5143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63614" h="5143500">
                <a:moveTo>
                  <a:pt x="0" y="0"/>
                </a:moveTo>
                <a:lnTo>
                  <a:pt x="3708494" y="0"/>
                </a:lnTo>
                <a:lnTo>
                  <a:pt x="3852617" y="130988"/>
                </a:lnTo>
                <a:cubicBezTo>
                  <a:pt x="4477263" y="755633"/>
                  <a:pt x="4863614" y="1618573"/>
                  <a:pt x="4863614" y="2571750"/>
                </a:cubicBezTo>
                <a:cubicBezTo>
                  <a:pt x="4863614" y="3524927"/>
                  <a:pt x="4477263" y="4387867"/>
                  <a:pt x="3852617" y="5012512"/>
                </a:cubicBezTo>
                <a:lnTo>
                  <a:pt x="3708494" y="5143500"/>
                </a:lnTo>
                <a:lnTo>
                  <a:pt x="0" y="5143500"/>
                </a:ln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Tree>
    <p:extLst>
      <p:ext uri="{BB962C8B-B14F-4D97-AF65-F5344CB8AC3E}">
        <p14:creationId xmlns:p14="http://schemas.microsoft.com/office/powerpoint/2010/main" val="86646607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M21">
    <p:spTree>
      <p:nvGrpSpPr>
        <p:cNvPr id="1" name=""/>
        <p:cNvGrpSpPr/>
        <p:nvPr/>
      </p:nvGrpSpPr>
      <p:grpSpPr>
        <a:xfrm>
          <a:off x="0" y="0"/>
          <a:ext cx="0" cy="0"/>
          <a:chOff x="0" y="0"/>
          <a:chExt cx="0" cy="0"/>
        </a:xfrm>
      </p:grpSpPr>
      <p:sp>
        <p:nvSpPr>
          <p:cNvPr id="4" name="Picture Placeholder 3"/>
          <p:cNvSpPr>
            <a:spLocks noGrp="1"/>
          </p:cNvSpPr>
          <p:nvPr>
            <p:ph type="pic" sz="quarter" idx="13" hasCustomPrompt="1"/>
          </p:nvPr>
        </p:nvSpPr>
        <p:spPr>
          <a:xfrm>
            <a:off x="5370845" y="0"/>
            <a:ext cx="3773154" cy="5143500"/>
          </a:xfrm>
          <a:custGeom>
            <a:avLst/>
            <a:gdLst>
              <a:gd name="connsiteX0" fmla="*/ 0 w 3773154"/>
              <a:gd name="connsiteY0" fmla="*/ 0 h 5143500"/>
              <a:gd name="connsiteX1" fmla="*/ 3773154 w 3773154"/>
              <a:gd name="connsiteY1" fmla="*/ 0 h 5143500"/>
              <a:gd name="connsiteX2" fmla="*/ 3773154 w 3773154"/>
              <a:gd name="connsiteY2" fmla="*/ 5143500 h 5143500"/>
              <a:gd name="connsiteX3" fmla="*/ 0 w 3773154"/>
              <a:gd name="connsiteY3" fmla="*/ 5143500 h 5143500"/>
            </a:gdLst>
            <a:ahLst/>
            <a:cxnLst>
              <a:cxn ang="0">
                <a:pos x="connsiteX0" y="connsiteY0"/>
              </a:cxn>
              <a:cxn ang="0">
                <a:pos x="connsiteX1" y="connsiteY1"/>
              </a:cxn>
              <a:cxn ang="0">
                <a:pos x="connsiteX2" y="connsiteY2"/>
              </a:cxn>
              <a:cxn ang="0">
                <a:pos x="connsiteX3" y="connsiteY3"/>
              </a:cxn>
            </a:cxnLst>
            <a:rect l="l" t="t" r="r" b="b"/>
            <a:pathLst>
              <a:path w="3773154" h="5143500">
                <a:moveTo>
                  <a:pt x="0" y="0"/>
                </a:moveTo>
                <a:lnTo>
                  <a:pt x="3773154" y="0"/>
                </a:lnTo>
                <a:lnTo>
                  <a:pt x="3773154" y="5143500"/>
                </a:lnTo>
                <a:lnTo>
                  <a:pt x="0" y="5143500"/>
                </a:lnTo>
                <a:close/>
              </a:path>
            </a:pathLst>
          </a:custGeom>
          <a:solidFill>
            <a:schemeClr val="tx2">
              <a:lumMod val="10000"/>
              <a:lumOff val="90000"/>
            </a:schemeClr>
          </a:solidFill>
          <a:ln>
            <a:noFill/>
          </a:ln>
        </p:spPr>
        <p:txBody>
          <a:bodyPr wrap="square" bIns="457200" anchor="b">
            <a:noAutofit/>
          </a:bodyPr>
          <a:lstStyle>
            <a:lvl1pPr algn="ctr">
              <a:buNone/>
              <a:defRPr sz="1100">
                <a:solidFill>
                  <a:schemeClr val="tx1">
                    <a:lumMod val="50000"/>
                    <a:lumOff val="50000"/>
                  </a:schemeClr>
                </a:solidFill>
              </a:defRPr>
            </a:lvl1pPr>
          </a:lstStyle>
          <a:p>
            <a:r>
              <a:rPr lang="en-US" dirty="0"/>
              <a:t>Image Holder</a:t>
            </a:r>
          </a:p>
        </p:txBody>
      </p:sp>
    </p:spTree>
    <p:extLst>
      <p:ext uri="{BB962C8B-B14F-4D97-AF65-F5344CB8AC3E}">
        <p14:creationId xmlns:p14="http://schemas.microsoft.com/office/powerpoint/2010/main" val="332306536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M22">
    <p:spTree>
      <p:nvGrpSpPr>
        <p:cNvPr id="1" name=""/>
        <p:cNvGrpSpPr/>
        <p:nvPr/>
      </p:nvGrpSpPr>
      <p:grpSpPr>
        <a:xfrm>
          <a:off x="0" y="0"/>
          <a:ext cx="0" cy="0"/>
          <a:chOff x="0" y="0"/>
          <a:chExt cx="0" cy="0"/>
        </a:xfrm>
      </p:grpSpPr>
      <p:sp>
        <p:nvSpPr>
          <p:cNvPr id="7" name="Picture Placeholder 6"/>
          <p:cNvSpPr>
            <a:spLocks noGrp="1"/>
          </p:cNvSpPr>
          <p:nvPr>
            <p:ph type="pic" sz="quarter" idx="14" hasCustomPrompt="1"/>
          </p:nvPr>
        </p:nvSpPr>
        <p:spPr>
          <a:xfrm>
            <a:off x="0" y="0"/>
            <a:ext cx="3773154" cy="5143500"/>
          </a:xfrm>
          <a:custGeom>
            <a:avLst/>
            <a:gdLst>
              <a:gd name="connsiteX0" fmla="*/ 0 w 3773154"/>
              <a:gd name="connsiteY0" fmla="*/ 0 h 5143500"/>
              <a:gd name="connsiteX1" fmla="*/ 3773154 w 3773154"/>
              <a:gd name="connsiteY1" fmla="*/ 0 h 5143500"/>
              <a:gd name="connsiteX2" fmla="*/ 3773154 w 3773154"/>
              <a:gd name="connsiteY2" fmla="*/ 5143500 h 5143500"/>
              <a:gd name="connsiteX3" fmla="*/ 0 w 3773154"/>
              <a:gd name="connsiteY3" fmla="*/ 5143500 h 5143500"/>
            </a:gdLst>
            <a:ahLst/>
            <a:cxnLst>
              <a:cxn ang="0">
                <a:pos x="connsiteX0" y="connsiteY0"/>
              </a:cxn>
              <a:cxn ang="0">
                <a:pos x="connsiteX1" y="connsiteY1"/>
              </a:cxn>
              <a:cxn ang="0">
                <a:pos x="connsiteX2" y="connsiteY2"/>
              </a:cxn>
              <a:cxn ang="0">
                <a:pos x="connsiteX3" y="connsiteY3"/>
              </a:cxn>
            </a:cxnLst>
            <a:rect l="l" t="t" r="r" b="b"/>
            <a:pathLst>
              <a:path w="3773154" h="5143500">
                <a:moveTo>
                  <a:pt x="0" y="0"/>
                </a:moveTo>
                <a:lnTo>
                  <a:pt x="3773154" y="0"/>
                </a:lnTo>
                <a:lnTo>
                  <a:pt x="3773154" y="5143500"/>
                </a:lnTo>
                <a:lnTo>
                  <a:pt x="0" y="5143500"/>
                </a:lnTo>
                <a:close/>
              </a:path>
            </a:pathLst>
          </a:custGeom>
          <a:solidFill>
            <a:schemeClr val="tx2">
              <a:lumMod val="10000"/>
              <a:lumOff val="90000"/>
            </a:schemeClr>
          </a:solidFill>
          <a:ln>
            <a:noFill/>
          </a:ln>
        </p:spPr>
        <p:txBody>
          <a:bodyPr wrap="square" bIns="457200" anchor="b">
            <a:noAutofit/>
          </a:bodyPr>
          <a:lstStyle>
            <a:lvl1pPr algn="ctr">
              <a:buNone/>
              <a:defRPr sz="1100">
                <a:solidFill>
                  <a:schemeClr val="tx1">
                    <a:lumMod val="50000"/>
                    <a:lumOff val="50000"/>
                  </a:schemeClr>
                </a:solidFill>
              </a:defRPr>
            </a:lvl1pPr>
          </a:lstStyle>
          <a:p>
            <a:r>
              <a:rPr lang="en-US" dirty="0"/>
              <a:t>Image Holder</a:t>
            </a:r>
          </a:p>
        </p:txBody>
      </p:sp>
      <p:sp>
        <p:nvSpPr>
          <p:cNvPr id="3" name="Text Placeholder 3"/>
          <p:cNvSpPr>
            <a:spLocks noGrp="1"/>
          </p:cNvSpPr>
          <p:nvPr>
            <p:ph type="body" sz="half" idx="2" hasCustomPrompt="1"/>
          </p:nvPr>
        </p:nvSpPr>
        <p:spPr>
          <a:xfrm>
            <a:off x="3886200" y="883820"/>
            <a:ext cx="4863163" cy="173255"/>
          </a:xfrm>
          <a:prstGeom prst="rect">
            <a:avLst/>
          </a:prstGeom>
        </p:spPr>
        <p:txBody>
          <a:bodyPr wrap="none" lIns="0" tIns="0" rIns="0" bIns="0" anchor="ctr">
            <a:noAutofit/>
          </a:bodyPr>
          <a:lstStyle>
            <a:lvl1pPr marL="0" indent="0" algn="l" rtl="0">
              <a:buNone/>
              <a:defRPr sz="1200" b="0" baseline="0">
                <a:solidFill>
                  <a:schemeClr val="bg1">
                    <a:lumMod val="50000"/>
                  </a:schemeClr>
                </a:solidFill>
                <a:latin typeface="+mn-lt"/>
                <a:ea typeface="Roboto" panose="02000000000000000000" pitchFamily="2" charset="0"/>
              </a:defRPr>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dirty="0"/>
              <a:t>CLICK TO EDITE SUBTITLE</a:t>
            </a:r>
          </a:p>
        </p:txBody>
      </p:sp>
      <p:sp>
        <p:nvSpPr>
          <p:cNvPr id="4" name="Title 2"/>
          <p:cNvSpPr>
            <a:spLocks noGrp="1"/>
          </p:cNvSpPr>
          <p:nvPr>
            <p:ph type="title" hasCustomPrompt="1"/>
          </p:nvPr>
        </p:nvSpPr>
        <p:spPr>
          <a:xfrm>
            <a:off x="3886200" y="341313"/>
            <a:ext cx="4863163" cy="495383"/>
          </a:xfrm>
          <a:prstGeom prst="rect">
            <a:avLst/>
          </a:prstGeom>
        </p:spPr>
        <p:txBody>
          <a:bodyPr lIns="0" tIns="0" rIns="0" bIns="0" anchor="ctr"/>
          <a:lstStyle>
            <a:lvl1pPr algn="l" rtl="0">
              <a:defRPr sz="3200">
                <a:solidFill>
                  <a:schemeClr val="bg1">
                    <a:lumMod val="50000"/>
                  </a:schemeClr>
                </a:solidFill>
              </a:defRPr>
            </a:lvl1pPr>
          </a:lstStyle>
          <a:p>
            <a:r>
              <a:rPr lang="en-US" dirty="0"/>
              <a:t>Click to edit title</a:t>
            </a:r>
          </a:p>
        </p:txBody>
      </p:sp>
    </p:spTree>
    <p:extLst>
      <p:ext uri="{BB962C8B-B14F-4D97-AF65-F5344CB8AC3E}">
        <p14:creationId xmlns:p14="http://schemas.microsoft.com/office/powerpoint/2010/main" val="101502816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M23">
    <p:spTree>
      <p:nvGrpSpPr>
        <p:cNvPr id="1" name=""/>
        <p:cNvGrpSpPr/>
        <p:nvPr/>
      </p:nvGrpSpPr>
      <p:grpSpPr>
        <a:xfrm>
          <a:off x="0" y="0"/>
          <a:ext cx="0" cy="0"/>
          <a:chOff x="0" y="0"/>
          <a:chExt cx="0" cy="0"/>
        </a:xfrm>
      </p:grpSpPr>
      <p:sp>
        <p:nvSpPr>
          <p:cNvPr id="7" name="Picture Placeholder 6"/>
          <p:cNvSpPr>
            <a:spLocks noGrp="1"/>
          </p:cNvSpPr>
          <p:nvPr>
            <p:ph type="pic" sz="quarter" idx="14" hasCustomPrompt="1"/>
          </p:nvPr>
        </p:nvSpPr>
        <p:spPr>
          <a:xfrm>
            <a:off x="0" y="0"/>
            <a:ext cx="3773154" cy="5143500"/>
          </a:xfrm>
          <a:custGeom>
            <a:avLst/>
            <a:gdLst>
              <a:gd name="connsiteX0" fmla="*/ 0 w 3773154"/>
              <a:gd name="connsiteY0" fmla="*/ 0 h 5143500"/>
              <a:gd name="connsiteX1" fmla="*/ 3773154 w 3773154"/>
              <a:gd name="connsiteY1" fmla="*/ 0 h 5143500"/>
              <a:gd name="connsiteX2" fmla="*/ 3773154 w 3773154"/>
              <a:gd name="connsiteY2" fmla="*/ 5143500 h 5143500"/>
              <a:gd name="connsiteX3" fmla="*/ 0 w 3773154"/>
              <a:gd name="connsiteY3" fmla="*/ 5143500 h 5143500"/>
            </a:gdLst>
            <a:ahLst/>
            <a:cxnLst>
              <a:cxn ang="0">
                <a:pos x="connsiteX0" y="connsiteY0"/>
              </a:cxn>
              <a:cxn ang="0">
                <a:pos x="connsiteX1" y="connsiteY1"/>
              </a:cxn>
              <a:cxn ang="0">
                <a:pos x="connsiteX2" y="connsiteY2"/>
              </a:cxn>
              <a:cxn ang="0">
                <a:pos x="connsiteX3" y="connsiteY3"/>
              </a:cxn>
            </a:cxnLst>
            <a:rect l="l" t="t" r="r" b="b"/>
            <a:pathLst>
              <a:path w="3773154" h="5143500">
                <a:moveTo>
                  <a:pt x="0" y="0"/>
                </a:moveTo>
                <a:lnTo>
                  <a:pt x="3773154" y="0"/>
                </a:lnTo>
                <a:lnTo>
                  <a:pt x="3773154" y="5143500"/>
                </a:lnTo>
                <a:lnTo>
                  <a:pt x="0" y="5143500"/>
                </a:lnTo>
                <a:close/>
              </a:path>
            </a:pathLst>
          </a:custGeom>
          <a:solidFill>
            <a:schemeClr val="tx2">
              <a:lumMod val="10000"/>
              <a:lumOff val="90000"/>
            </a:schemeClr>
          </a:solidFill>
          <a:ln>
            <a:noFill/>
          </a:ln>
        </p:spPr>
        <p:txBody>
          <a:bodyPr wrap="square" bIns="457200" anchor="b">
            <a:noAutofit/>
          </a:bodyPr>
          <a:lstStyle>
            <a:lvl1pPr algn="ctr">
              <a:buNone/>
              <a:defRPr sz="1100">
                <a:solidFill>
                  <a:schemeClr val="tx1">
                    <a:lumMod val="50000"/>
                    <a:lumOff val="50000"/>
                  </a:schemeClr>
                </a:solidFill>
              </a:defRPr>
            </a:lvl1pPr>
          </a:lstStyle>
          <a:p>
            <a:r>
              <a:rPr lang="en-US" dirty="0"/>
              <a:t>Image Holder</a:t>
            </a:r>
          </a:p>
        </p:txBody>
      </p:sp>
    </p:spTree>
    <p:extLst>
      <p:ext uri="{BB962C8B-B14F-4D97-AF65-F5344CB8AC3E}">
        <p14:creationId xmlns:p14="http://schemas.microsoft.com/office/powerpoint/2010/main" val="324536912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M24">
    <p:spTree>
      <p:nvGrpSpPr>
        <p:cNvPr id="1" name=""/>
        <p:cNvGrpSpPr/>
        <p:nvPr/>
      </p:nvGrpSpPr>
      <p:grpSpPr>
        <a:xfrm>
          <a:off x="0" y="0"/>
          <a:ext cx="0" cy="0"/>
          <a:chOff x="0" y="0"/>
          <a:chExt cx="0" cy="0"/>
        </a:xfrm>
      </p:grpSpPr>
      <p:sp>
        <p:nvSpPr>
          <p:cNvPr id="7" name="Picture Placeholder 6"/>
          <p:cNvSpPr>
            <a:spLocks noGrp="1"/>
          </p:cNvSpPr>
          <p:nvPr>
            <p:ph type="pic" sz="quarter" idx="14" hasCustomPrompt="1"/>
          </p:nvPr>
        </p:nvSpPr>
        <p:spPr>
          <a:xfrm>
            <a:off x="0" y="0"/>
            <a:ext cx="3773154" cy="5143500"/>
          </a:xfrm>
          <a:custGeom>
            <a:avLst/>
            <a:gdLst>
              <a:gd name="connsiteX0" fmla="*/ 0 w 3773154"/>
              <a:gd name="connsiteY0" fmla="*/ 0 h 5143500"/>
              <a:gd name="connsiteX1" fmla="*/ 3773154 w 3773154"/>
              <a:gd name="connsiteY1" fmla="*/ 0 h 5143500"/>
              <a:gd name="connsiteX2" fmla="*/ 3773154 w 3773154"/>
              <a:gd name="connsiteY2" fmla="*/ 5143500 h 5143500"/>
              <a:gd name="connsiteX3" fmla="*/ 0 w 3773154"/>
              <a:gd name="connsiteY3" fmla="*/ 5143500 h 5143500"/>
            </a:gdLst>
            <a:ahLst/>
            <a:cxnLst>
              <a:cxn ang="0">
                <a:pos x="connsiteX0" y="connsiteY0"/>
              </a:cxn>
              <a:cxn ang="0">
                <a:pos x="connsiteX1" y="connsiteY1"/>
              </a:cxn>
              <a:cxn ang="0">
                <a:pos x="connsiteX2" y="connsiteY2"/>
              </a:cxn>
              <a:cxn ang="0">
                <a:pos x="connsiteX3" y="connsiteY3"/>
              </a:cxn>
            </a:cxnLst>
            <a:rect l="l" t="t" r="r" b="b"/>
            <a:pathLst>
              <a:path w="3773154" h="5143500">
                <a:moveTo>
                  <a:pt x="0" y="0"/>
                </a:moveTo>
                <a:lnTo>
                  <a:pt x="3773154" y="0"/>
                </a:lnTo>
                <a:lnTo>
                  <a:pt x="3773154" y="5143500"/>
                </a:lnTo>
                <a:lnTo>
                  <a:pt x="0" y="5143500"/>
                </a:lnTo>
                <a:close/>
              </a:path>
            </a:pathLst>
          </a:custGeom>
          <a:solidFill>
            <a:schemeClr val="tx2">
              <a:lumMod val="10000"/>
              <a:lumOff val="90000"/>
            </a:schemeClr>
          </a:solidFill>
          <a:ln>
            <a:noFill/>
          </a:ln>
        </p:spPr>
        <p:txBody>
          <a:bodyPr wrap="square" bIns="457200" anchor="b">
            <a:noAutofit/>
          </a:bodyPr>
          <a:lstStyle>
            <a:lvl1pPr algn="ctr">
              <a:buNone/>
              <a:defRPr sz="1100">
                <a:solidFill>
                  <a:schemeClr val="tx1">
                    <a:lumMod val="50000"/>
                    <a:lumOff val="50000"/>
                  </a:schemeClr>
                </a:solidFill>
              </a:defRPr>
            </a:lvl1pPr>
          </a:lstStyle>
          <a:p>
            <a:r>
              <a:rPr lang="en-US" dirty="0"/>
              <a:t>Image Holder</a:t>
            </a:r>
          </a:p>
        </p:txBody>
      </p:sp>
      <p:sp>
        <p:nvSpPr>
          <p:cNvPr id="3" name="Text Placeholder 3"/>
          <p:cNvSpPr>
            <a:spLocks noGrp="1"/>
          </p:cNvSpPr>
          <p:nvPr>
            <p:ph type="body" sz="half" idx="2" hasCustomPrompt="1"/>
          </p:nvPr>
        </p:nvSpPr>
        <p:spPr>
          <a:xfrm>
            <a:off x="3886200" y="883820"/>
            <a:ext cx="4863163" cy="173255"/>
          </a:xfrm>
          <a:prstGeom prst="rect">
            <a:avLst/>
          </a:prstGeom>
        </p:spPr>
        <p:txBody>
          <a:bodyPr wrap="none" lIns="0" tIns="0" rIns="0" bIns="0" anchor="ctr">
            <a:noAutofit/>
          </a:bodyPr>
          <a:lstStyle>
            <a:lvl1pPr marL="0" indent="0" algn="l" rtl="0">
              <a:buNone/>
              <a:defRPr sz="1200" b="0" baseline="0">
                <a:solidFill>
                  <a:schemeClr val="bg1"/>
                </a:solidFill>
                <a:latin typeface="+mn-lt"/>
                <a:ea typeface="Roboto" panose="02000000000000000000" pitchFamily="2" charset="0"/>
              </a:defRPr>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dirty="0"/>
              <a:t>CLICK TO EDITE SUBTITLE</a:t>
            </a:r>
          </a:p>
        </p:txBody>
      </p:sp>
      <p:sp>
        <p:nvSpPr>
          <p:cNvPr id="4" name="Title 2"/>
          <p:cNvSpPr>
            <a:spLocks noGrp="1"/>
          </p:cNvSpPr>
          <p:nvPr>
            <p:ph type="title" hasCustomPrompt="1"/>
          </p:nvPr>
        </p:nvSpPr>
        <p:spPr>
          <a:xfrm>
            <a:off x="3886200" y="341313"/>
            <a:ext cx="4863163" cy="495383"/>
          </a:xfrm>
          <a:prstGeom prst="rect">
            <a:avLst/>
          </a:prstGeom>
        </p:spPr>
        <p:txBody>
          <a:bodyPr lIns="0" tIns="0" rIns="0" bIns="0" anchor="ctr"/>
          <a:lstStyle>
            <a:lvl1pPr algn="l" rtl="0">
              <a:defRPr sz="2800">
                <a:solidFill>
                  <a:schemeClr val="bg1"/>
                </a:solidFill>
              </a:defRPr>
            </a:lvl1pPr>
          </a:lstStyle>
          <a:p>
            <a:r>
              <a:rPr lang="en-US" dirty="0"/>
              <a:t>Click to edit title</a:t>
            </a:r>
          </a:p>
        </p:txBody>
      </p:sp>
    </p:spTree>
    <p:extLst>
      <p:ext uri="{BB962C8B-B14F-4D97-AF65-F5344CB8AC3E}">
        <p14:creationId xmlns:p14="http://schemas.microsoft.com/office/powerpoint/2010/main" val="301826675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M25">
    <p:spTree>
      <p:nvGrpSpPr>
        <p:cNvPr id="1" name=""/>
        <p:cNvGrpSpPr/>
        <p:nvPr/>
      </p:nvGrpSpPr>
      <p:grpSpPr>
        <a:xfrm>
          <a:off x="0" y="0"/>
          <a:ext cx="0" cy="0"/>
          <a:chOff x="0" y="0"/>
          <a:chExt cx="0" cy="0"/>
        </a:xfrm>
      </p:grpSpPr>
      <p:sp>
        <p:nvSpPr>
          <p:cNvPr id="7" name="Picture Placeholder 6"/>
          <p:cNvSpPr>
            <a:spLocks noGrp="1"/>
          </p:cNvSpPr>
          <p:nvPr>
            <p:ph type="pic" sz="quarter" idx="14" hasCustomPrompt="1"/>
          </p:nvPr>
        </p:nvSpPr>
        <p:spPr>
          <a:xfrm>
            <a:off x="5370845" y="0"/>
            <a:ext cx="3379616" cy="5143500"/>
          </a:xfrm>
          <a:custGeom>
            <a:avLst/>
            <a:gdLst>
              <a:gd name="connsiteX0" fmla="*/ 0 w 3379616"/>
              <a:gd name="connsiteY0" fmla="*/ 0 h 5143500"/>
              <a:gd name="connsiteX1" fmla="*/ 3379616 w 3379616"/>
              <a:gd name="connsiteY1" fmla="*/ 0 h 5143500"/>
              <a:gd name="connsiteX2" fmla="*/ 3379616 w 3379616"/>
              <a:gd name="connsiteY2" fmla="*/ 5143500 h 5143500"/>
              <a:gd name="connsiteX3" fmla="*/ 0 w 3379616"/>
              <a:gd name="connsiteY3" fmla="*/ 5143500 h 5143500"/>
            </a:gdLst>
            <a:ahLst/>
            <a:cxnLst>
              <a:cxn ang="0">
                <a:pos x="connsiteX0" y="connsiteY0"/>
              </a:cxn>
              <a:cxn ang="0">
                <a:pos x="connsiteX1" y="connsiteY1"/>
              </a:cxn>
              <a:cxn ang="0">
                <a:pos x="connsiteX2" y="connsiteY2"/>
              </a:cxn>
              <a:cxn ang="0">
                <a:pos x="connsiteX3" y="connsiteY3"/>
              </a:cxn>
            </a:cxnLst>
            <a:rect l="l" t="t" r="r" b="b"/>
            <a:pathLst>
              <a:path w="3379616" h="5143500">
                <a:moveTo>
                  <a:pt x="0" y="0"/>
                </a:moveTo>
                <a:lnTo>
                  <a:pt x="3379616" y="0"/>
                </a:lnTo>
                <a:lnTo>
                  <a:pt x="3379616" y="5143500"/>
                </a:lnTo>
                <a:lnTo>
                  <a:pt x="0" y="5143500"/>
                </a:lnTo>
                <a:close/>
              </a:path>
            </a:pathLst>
          </a:custGeom>
          <a:solidFill>
            <a:schemeClr val="tx2">
              <a:lumMod val="10000"/>
              <a:lumOff val="90000"/>
            </a:schemeClr>
          </a:solidFill>
          <a:ln w="12700">
            <a:noFill/>
          </a:ln>
        </p:spPr>
        <p:txBody>
          <a:bodyPr wrap="square" bIns="457200" anchor="b">
            <a:noAutofit/>
          </a:bodyPr>
          <a:lstStyle>
            <a:lvl1pPr algn="ctr">
              <a:buNone/>
              <a:defRPr sz="1100">
                <a:solidFill>
                  <a:schemeClr val="tx1">
                    <a:lumMod val="50000"/>
                    <a:lumOff val="50000"/>
                  </a:schemeClr>
                </a:solidFill>
              </a:defRPr>
            </a:lvl1pPr>
          </a:lstStyle>
          <a:p>
            <a:r>
              <a:rPr lang="en-US" dirty="0"/>
              <a:t>Image Holder</a:t>
            </a:r>
          </a:p>
        </p:txBody>
      </p:sp>
      <p:sp>
        <p:nvSpPr>
          <p:cNvPr id="5" name="Text Placeholder 3"/>
          <p:cNvSpPr>
            <a:spLocks noGrp="1"/>
          </p:cNvSpPr>
          <p:nvPr>
            <p:ph type="body" sz="half" idx="2" hasCustomPrompt="1"/>
          </p:nvPr>
        </p:nvSpPr>
        <p:spPr>
          <a:xfrm>
            <a:off x="381001" y="883820"/>
            <a:ext cx="4876800" cy="173255"/>
          </a:xfrm>
          <a:prstGeom prst="rect">
            <a:avLst/>
          </a:prstGeom>
        </p:spPr>
        <p:txBody>
          <a:bodyPr wrap="none" lIns="0" tIns="0" rIns="0" bIns="0" anchor="ctr">
            <a:noAutofit/>
          </a:bodyPr>
          <a:lstStyle>
            <a:lvl1pPr marL="0" indent="0" algn="l" rtl="0">
              <a:buNone/>
              <a:defRPr sz="1200" b="0" baseline="0">
                <a:solidFill>
                  <a:schemeClr val="bg1">
                    <a:lumMod val="65000"/>
                  </a:schemeClr>
                </a:solidFill>
                <a:latin typeface="+mn-lt"/>
                <a:ea typeface="Roboto" panose="02000000000000000000" pitchFamily="2" charset="0"/>
              </a:defRPr>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dirty="0"/>
              <a:t>CLICK TO EDITE SUBTITLE</a:t>
            </a:r>
          </a:p>
        </p:txBody>
      </p:sp>
      <p:sp>
        <p:nvSpPr>
          <p:cNvPr id="6" name="Title 2"/>
          <p:cNvSpPr>
            <a:spLocks noGrp="1"/>
          </p:cNvSpPr>
          <p:nvPr>
            <p:ph type="title" hasCustomPrompt="1"/>
          </p:nvPr>
        </p:nvSpPr>
        <p:spPr>
          <a:xfrm>
            <a:off x="381001" y="341313"/>
            <a:ext cx="4876800" cy="495383"/>
          </a:xfrm>
          <a:prstGeom prst="rect">
            <a:avLst/>
          </a:prstGeom>
        </p:spPr>
        <p:txBody>
          <a:bodyPr lIns="0" tIns="0" rIns="0" bIns="0" anchor="ctr"/>
          <a:lstStyle>
            <a:lvl1pPr algn="l" rtl="0">
              <a:defRPr sz="3200">
                <a:solidFill>
                  <a:schemeClr val="tx1">
                    <a:lumMod val="50000"/>
                    <a:lumOff val="50000"/>
                  </a:schemeClr>
                </a:solidFill>
              </a:defRPr>
            </a:lvl1pPr>
          </a:lstStyle>
          <a:p>
            <a:r>
              <a:rPr lang="en-US" dirty="0"/>
              <a:t>Click to edit title</a:t>
            </a:r>
          </a:p>
        </p:txBody>
      </p:sp>
    </p:spTree>
    <p:extLst>
      <p:ext uri="{BB962C8B-B14F-4D97-AF65-F5344CB8AC3E}">
        <p14:creationId xmlns:p14="http://schemas.microsoft.com/office/powerpoint/2010/main" val="84794703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M26">
    <p:spTree>
      <p:nvGrpSpPr>
        <p:cNvPr id="1" name=""/>
        <p:cNvGrpSpPr/>
        <p:nvPr/>
      </p:nvGrpSpPr>
      <p:grpSpPr>
        <a:xfrm>
          <a:off x="0" y="0"/>
          <a:ext cx="0" cy="0"/>
          <a:chOff x="0" y="0"/>
          <a:chExt cx="0" cy="0"/>
        </a:xfrm>
      </p:grpSpPr>
      <p:sp>
        <p:nvSpPr>
          <p:cNvPr id="5" name="Picture Placeholder 4"/>
          <p:cNvSpPr>
            <a:spLocks noGrp="1"/>
          </p:cNvSpPr>
          <p:nvPr>
            <p:ph type="pic" sz="quarter" idx="15" hasCustomPrompt="1"/>
          </p:nvPr>
        </p:nvSpPr>
        <p:spPr>
          <a:xfrm>
            <a:off x="405115" y="0"/>
            <a:ext cx="3379616" cy="5143500"/>
          </a:xfrm>
          <a:custGeom>
            <a:avLst/>
            <a:gdLst>
              <a:gd name="connsiteX0" fmla="*/ 0 w 3379616"/>
              <a:gd name="connsiteY0" fmla="*/ 0 h 5143500"/>
              <a:gd name="connsiteX1" fmla="*/ 3379616 w 3379616"/>
              <a:gd name="connsiteY1" fmla="*/ 0 h 5143500"/>
              <a:gd name="connsiteX2" fmla="*/ 3379616 w 3379616"/>
              <a:gd name="connsiteY2" fmla="*/ 5143500 h 5143500"/>
              <a:gd name="connsiteX3" fmla="*/ 0 w 3379616"/>
              <a:gd name="connsiteY3" fmla="*/ 5143500 h 5143500"/>
            </a:gdLst>
            <a:ahLst/>
            <a:cxnLst>
              <a:cxn ang="0">
                <a:pos x="connsiteX0" y="connsiteY0"/>
              </a:cxn>
              <a:cxn ang="0">
                <a:pos x="connsiteX1" y="connsiteY1"/>
              </a:cxn>
              <a:cxn ang="0">
                <a:pos x="connsiteX2" y="connsiteY2"/>
              </a:cxn>
              <a:cxn ang="0">
                <a:pos x="connsiteX3" y="connsiteY3"/>
              </a:cxn>
            </a:cxnLst>
            <a:rect l="l" t="t" r="r" b="b"/>
            <a:pathLst>
              <a:path w="3379616" h="5143500">
                <a:moveTo>
                  <a:pt x="0" y="0"/>
                </a:moveTo>
                <a:lnTo>
                  <a:pt x="3379616" y="0"/>
                </a:lnTo>
                <a:lnTo>
                  <a:pt x="3379616" y="5143500"/>
                </a:lnTo>
                <a:lnTo>
                  <a:pt x="0" y="5143500"/>
                </a:lnTo>
                <a:close/>
              </a:path>
            </a:pathLst>
          </a:custGeom>
          <a:solidFill>
            <a:schemeClr val="tx2">
              <a:lumMod val="10000"/>
              <a:lumOff val="90000"/>
            </a:schemeClr>
          </a:solidFill>
          <a:ln w="12700">
            <a:noFill/>
          </a:ln>
        </p:spPr>
        <p:txBody>
          <a:bodyPr wrap="square" bIns="457200" anchor="b">
            <a:noAutofit/>
          </a:bodyPr>
          <a:lstStyle>
            <a:lvl1pPr algn="ctr">
              <a:buNone/>
              <a:defRPr sz="1100">
                <a:solidFill>
                  <a:schemeClr val="tx1">
                    <a:lumMod val="50000"/>
                    <a:lumOff val="50000"/>
                  </a:schemeClr>
                </a:solidFill>
              </a:defRPr>
            </a:lvl1pPr>
          </a:lstStyle>
          <a:p>
            <a:r>
              <a:rPr lang="en-US" dirty="0"/>
              <a:t>Image Holder</a:t>
            </a:r>
          </a:p>
        </p:txBody>
      </p:sp>
      <p:sp>
        <p:nvSpPr>
          <p:cNvPr id="3" name="Text Placeholder 3"/>
          <p:cNvSpPr>
            <a:spLocks noGrp="1"/>
          </p:cNvSpPr>
          <p:nvPr>
            <p:ph type="body" sz="half" idx="2" hasCustomPrompt="1"/>
          </p:nvPr>
        </p:nvSpPr>
        <p:spPr>
          <a:xfrm>
            <a:off x="3886200" y="883820"/>
            <a:ext cx="4863163" cy="173255"/>
          </a:xfrm>
          <a:prstGeom prst="rect">
            <a:avLst/>
          </a:prstGeom>
        </p:spPr>
        <p:txBody>
          <a:bodyPr wrap="none" lIns="0" tIns="0" rIns="0" bIns="0" anchor="ctr">
            <a:noAutofit/>
          </a:bodyPr>
          <a:lstStyle>
            <a:lvl1pPr marL="0" indent="0" algn="l">
              <a:buNone/>
              <a:defRPr sz="1200" b="0" baseline="0">
                <a:solidFill>
                  <a:schemeClr val="bg1">
                    <a:lumMod val="65000"/>
                  </a:schemeClr>
                </a:solidFill>
                <a:latin typeface="+mn-lt"/>
                <a:ea typeface="Roboto" panose="02000000000000000000" pitchFamily="2" charset="0"/>
              </a:defRPr>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dirty="0"/>
              <a:t>CLICK TO EDITE SUBTITLE</a:t>
            </a:r>
          </a:p>
        </p:txBody>
      </p:sp>
      <p:sp>
        <p:nvSpPr>
          <p:cNvPr id="4" name="Title 2"/>
          <p:cNvSpPr>
            <a:spLocks noGrp="1"/>
          </p:cNvSpPr>
          <p:nvPr>
            <p:ph type="title" hasCustomPrompt="1"/>
          </p:nvPr>
        </p:nvSpPr>
        <p:spPr>
          <a:xfrm>
            <a:off x="3886200" y="341313"/>
            <a:ext cx="4863163" cy="495383"/>
          </a:xfrm>
          <a:prstGeom prst="rect">
            <a:avLst/>
          </a:prstGeom>
        </p:spPr>
        <p:txBody>
          <a:bodyPr lIns="0" tIns="0" rIns="0" bIns="0" anchor="ctr"/>
          <a:lstStyle>
            <a:lvl1pPr algn="l">
              <a:defRPr sz="3200">
                <a:solidFill>
                  <a:schemeClr val="tx1">
                    <a:lumMod val="50000"/>
                    <a:lumOff val="50000"/>
                  </a:schemeClr>
                </a:solidFill>
              </a:defRPr>
            </a:lvl1pPr>
          </a:lstStyle>
          <a:p>
            <a:r>
              <a:rPr lang="en-US" dirty="0"/>
              <a:t>Click to edit title</a:t>
            </a:r>
          </a:p>
        </p:txBody>
      </p:sp>
    </p:spTree>
    <p:extLst>
      <p:ext uri="{BB962C8B-B14F-4D97-AF65-F5344CB8AC3E}">
        <p14:creationId xmlns:p14="http://schemas.microsoft.com/office/powerpoint/2010/main" val="295985237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M27">
    <p:spTree>
      <p:nvGrpSpPr>
        <p:cNvPr id="1" name=""/>
        <p:cNvGrpSpPr/>
        <p:nvPr/>
      </p:nvGrpSpPr>
      <p:grpSpPr>
        <a:xfrm>
          <a:off x="0" y="0"/>
          <a:ext cx="0" cy="0"/>
          <a:chOff x="0" y="0"/>
          <a:chExt cx="0" cy="0"/>
        </a:xfrm>
      </p:grpSpPr>
      <p:sp>
        <p:nvSpPr>
          <p:cNvPr id="5" name="Text Placeholder 3"/>
          <p:cNvSpPr>
            <a:spLocks noGrp="1"/>
          </p:cNvSpPr>
          <p:nvPr>
            <p:ph type="body" sz="half" idx="2" hasCustomPrompt="1"/>
          </p:nvPr>
        </p:nvSpPr>
        <p:spPr>
          <a:xfrm>
            <a:off x="228146" y="883820"/>
            <a:ext cx="4114800" cy="173255"/>
          </a:xfrm>
          <a:prstGeom prst="rect">
            <a:avLst/>
          </a:prstGeom>
        </p:spPr>
        <p:txBody>
          <a:bodyPr wrap="none" lIns="0" tIns="0" rIns="0" bIns="0" anchor="ctr">
            <a:noAutofit/>
          </a:bodyPr>
          <a:lstStyle>
            <a:lvl1pPr marL="0" indent="0" algn="l" rtl="0">
              <a:buNone/>
              <a:defRPr sz="1200" b="0" baseline="0">
                <a:solidFill>
                  <a:schemeClr val="bg1"/>
                </a:solidFill>
                <a:latin typeface="+mn-lt"/>
                <a:ea typeface="Roboto" panose="02000000000000000000" pitchFamily="2" charset="0"/>
              </a:defRPr>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dirty="0"/>
              <a:t>CLICK TO EDITE SUBTITLE</a:t>
            </a:r>
          </a:p>
        </p:txBody>
      </p:sp>
      <p:sp>
        <p:nvSpPr>
          <p:cNvPr id="6" name="Title 2"/>
          <p:cNvSpPr>
            <a:spLocks noGrp="1"/>
          </p:cNvSpPr>
          <p:nvPr>
            <p:ph type="title" hasCustomPrompt="1"/>
          </p:nvPr>
        </p:nvSpPr>
        <p:spPr>
          <a:xfrm>
            <a:off x="228146" y="341313"/>
            <a:ext cx="4114800" cy="495383"/>
          </a:xfrm>
          <a:prstGeom prst="rect">
            <a:avLst/>
          </a:prstGeom>
        </p:spPr>
        <p:txBody>
          <a:bodyPr lIns="0" tIns="0" rIns="0" bIns="0" anchor="ctr"/>
          <a:lstStyle>
            <a:lvl1pPr algn="l" rtl="0">
              <a:defRPr sz="2400">
                <a:solidFill>
                  <a:schemeClr val="bg1"/>
                </a:solidFill>
              </a:defRPr>
            </a:lvl1pPr>
          </a:lstStyle>
          <a:p>
            <a:r>
              <a:rPr lang="en-US" dirty="0"/>
              <a:t>Click to edit title</a:t>
            </a:r>
          </a:p>
        </p:txBody>
      </p:sp>
      <p:sp>
        <p:nvSpPr>
          <p:cNvPr id="14" name="Picture Placeholder 13"/>
          <p:cNvSpPr>
            <a:spLocks noGrp="1"/>
          </p:cNvSpPr>
          <p:nvPr>
            <p:ph type="pic" sz="quarter" idx="15" hasCustomPrompt="1"/>
          </p:nvPr>
        </p:nvSpPr>
        <p:spPr>
          <a:xfrm>
            <a:off x="0" y="1200869"/>
            <a:ext cx="4579604" cy="1546141"/>
          </a:xfrm>
          <a:custGeom>
            <a:avLst/>
            <a:gdLst>
              <a:gd name="connsiteX0" fmla="*/ 0 w 4579604"/>
              <a:gd name="connsiteY0" fmla="*/ 0 h 1546141"/>
              <a:gd name="connsiteX1" fmla="*/ 4579604 w 4579604"/>
              <a:gd name="connsiteY1" fmla="*/ 0 h 1546141"/>
              <a:gd name="connsiteX2" fmla="*/ 4579604 w 4579604"/>
              <a:gd name="connsiteY2" fmla="*/ 1546141 h 1546141"/>
              <a:gd name="connsiteX3" fmla="*/ 0 w 4579604"/>
              <a:gd name="connsiteY3" fmla="*/ 1546141 h 1546141"/>
            </a:gdLst>
            <a:ahLst/>
            <a:cxnLst>
              <a:cxn ang="0">
                <a:pos x="connsiteX0" y="connsiteY0"/>
              </a:cxn>
              <a:cxn ang="0">
                <a:pos x="connsiteX1" y="connsiteY1"/>
              </a:cxn>
              <a:cxn ang="0">
                <a:pos x="connsiteX2" y="connsiteY2"/>
              </a:cxn>
              <a:cxn ang="0">
                <a:pos x="connsiteX3" y="connsiteY3"/>
              </a:cxn>
            </a:cxnLst>
            <a:rect l="l" t="t" r="r" b="b"/>
            <a:pathLst>
              <a:path w="4579604" h="1546141">
                <a:moveTo>
                  <a:pt x="0" y="0"/>
                </a:moveTo>
                <a:lnTo>
                  <a:pt x="4579604" y="0"/>
                </a:lnTo>
                <a:lnTo>
                  <a:pt x="4579604" y="1546141"/>
                </a:lnTo>
                <a:lnTo>
                  <a:pt x="0" y="1546141"/>
                </a:lnTo>
                <a:close/>
              </a:path>
            </a:pathLst>
          </a:custGeom>
          <a:solidFill>
            <a:schemeClr val="tx2">
              <a:lumMod val="10000"/>
              <a:lumOff val="90000"/>
            </a:schemeClr>
          </a:solidFill>
          <a:ln>
            <a:noFill/>
          </a:ln>
        </p:spPr>
        <p:txBody>
          <a:bodyPr wrap="square" bIns="457200" anchor="b">
            <a:noAutofit/>
          </a:bodyPr>
          <a:lstStyle>
            <a:lvl1pPr algn="ctr">
              <a:buNone/>
              <a:defRPr sz="1100">
                <a:solidFill>
                  <a:schemeClr val="tx1">
                    <a:lumMod val="50000"/>
                    <a:lumOff val="50000"/>
                  </a:schemeClr>
                </a:solidFill>
              </a:defRPr>
            </a:lvl1pPr>
          </a:lstStyle>
          <a:p>
            <a:r>
              <a:rPr lang="en-US" dirty="0"/>
              <a:t>Image Holder</a:t>
            </a:r>
          </a:p>
        </p:txBody>
      </p:sp>
    </p:spTree>
    <p:extLst>
      <p:ext uri="{BB962C8B-B14F-4D97-AF65-F5344CB8AC3E}">
        <p14:creationId xmlns:p14="http://schemas.microsoft.com/office/powerpoint/2010/main" val="132359736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M28">
    <p:spTree>
      <p:nvGrpSpPr>
        <p:cNvPr id="1" name=""/>
        <p:cNvGrpSpPr/>
        <p:nvPr/>
      </p:nvGrpSpPr>
      <p:grpSpPr>
        <a:xfrm>
          <a:off x="0" y="0"/>
          <a:ext cx="0" cy="0"/>
          <a:chOff x="0" y="0"/>
          <a:chExt cx="0" cy="0"/>
        </a:xfrm>
      </p:grpSpPr>
      <p:sp>
        <p:nvSpPr>
          <p:cNvPr id="14" name="Picture Placeholder 11"/>
          <p:cNvSpPr>
            <a:spLocks noGrp="1"/>
          </p:cNvSpPr>
          <p:nvPr>
            <p:ph type="pic" sz="quarter" idx="15" hasCustomPrompt="1"/>
          </p:nvPr>
        </p:nvSpPr>
        <p:spPr>
          <a:xfrm>
            <a:off x="4800598" y="338958"/>
            <a:ext cx="3936705" cy="2232791"/>
          </a:xfrm>
          <a:custGeom>
            <a:avLst/>
            <a:gdLst>
              <a:gd name="connsiteX0" fmla="*/ 0 w 3936703"/>
              <a:gd name="connsiteY0" fmla="*/ 0 h 4857750"/>
              <a:gd name="connsiteX1" fmla="*/ 3936703 w 3936703"/>
              <a:gd name="connsiteY1" fmla="*/ 0 h 4857750"/>
              <a:gd name="connsiteX2" fmla="*/ 3936703 w 3936703"/>
              <a:gd name="connsiteY2" fmla="*/ 4857750 h 4857750"/>
              <a:gd name="connsiteX3" fmla="*/ 0 w 3936703"/>
              <a:gd name="connsiteY3" fmla="*/ 4857750 h 4857750"/>
            </a:gdLst>
            <a:ahLst/>
            <a:cxnLst>
              <a:cxn ang="0">
                <a:pos x="connsiteX0" y="connsiteY0"/>
              </a:cxn>
              <a:cxn ang="0">
                <a:pos x="connsiteX1" y="connsiteY1"/>
              </a:cxn>
              <a:cxn ang="0">
                <a:pos x="connsiteX2" y="connsiteY2"/>
              </a:cxn>
              <a:cxn ang="0">
                <a:pos x="connsiteX3" y="connsiteY3"/>
              </a:cxn>
            </a:cxnLst>
            <a:rect l="l" t="t" r="r" b="b"/>
            <a:pathLst>
              <a:path w="3936703" h="4857750">
                <a:moveTo>
                  <a:pt x="0" y="0"/>
                </a:moveTo>
                <a:lnTo>
                  <a:pt x="3936703" y="0"/>
                </a:lnTo>
                <a:lnTo>
                  <a:pt x="3936703" y="4857750"/>
                </a:lnTo>
                <a:lnTo>
                  <a:pt x="0" y="4857750"/>
                </a:lnTo>
                <a:close/>
              </a:path>
            </a:pathLst>
          </a:custGeom>
          <a:solidFill>
            <a:schemeClr val="tx2">
              <a:lumMod val="10000"/>
              <a:lumOff val="90000"/>
            </a:schemeClr>
          </a:solidFill>
          <a:ln>
            <a:noFill/>
          </a:ln>
        </p:spPr>
        <p:txBody>
          <a:bodyPr wrap="square" bIns="457200" anchor="b">
            <a:noAutofit/>
          </a:bodyPr>
          <a:lstStyle>
            <a:lvl1pPr algn="ctr">
              <a:buNone/>
              <a:defRPr sz="1100">
                <a:solidFill>
                  <a:schemeClr val="tx1">
                    <a:lumMod val="50000"/>
                    <a:lumOff val="50000"/>
                  </a:schemeClr>
                </a:solidFill>
              </a:defRPr>
            </a:lvl1pPr>
          </a:lstStyle>
          <a:p>
            <a:r>
              <a:rPr lang="en-US" dirty="0"/>
              <a:t>Image Holder</a:t>
            </a:r>
          </a:p>
        </p:txBody>
      </p:sp>
      <p:sp>
        <p:nvSpPr>
          <p:cNvPr id="15" name="Picture Placeholder 14"/>
          <p:cNvSpPr>
            <a:spLocks noGrp="1"/>
          </p:cNvSpPr>
          <p:nvPr>
            <p:ph type="pic" sz="quarter" idx="16" hasCustomPrompt="1"/>
          </p:nvPr>
        </p:nvSpPr>
        <p:spPr>
          <a:xfrm>
            <a:off x="4800599" y="2571750"/>
            <a:ext cx="1968352" cy="2228850"/>
          </a:xfrm>
          <a:custGeom>
            <a:avLst/>
            <a:gdLst>
              <a:gd name="connsiteX0" fmla="*/ 0 w 1968352"/>
              <a:gd name="connsiteY0" fmla="*/ 0 h 2571750"/>
              <a:gd name="connsiteX1" fmla="*/ 1968352 w 1968352"/>
              <a:gd name="connsiteY1" fmla="*/ 0 h 2571750"/>
              <a:gd name="connsiteX2" fmla="*/ 1968352 w 1968352"/>
              <a:gd name="connsiteY2" fmla="*/ 2571750 h 2571750"/>
              <a:gd name="connsiteX3" fmla="*/ 0 w 1968352"/>
              <a:gd name="connsiteY3" fmla="*/ 2571750 h 2571750"/>
            </a:gdLst>
            <a:ahLst/>
            <a:cxnLst>
              <a:cxn ang="0">
                <a:pos x="connsiteX0" y="connsiteY0"/>
              </a:cxn>
              <a:cxn ang="0">
                <a:pos x="connsiteX1" y="connsiteY1"/>
              </a:cxn>
              <a:cxn ang="0">
                <a:pos x="connsiteX2" y="connsiteY2"/>
              </a:cxn>
              <a:cxn ang="0">
                <a:pos x="connsiteX3" y="connsiteY3"/>
              </a:cxn>
            </a:cxnLst>
            <a:rect l="l" t="t" r="r" b="b"/>
            <a:pathLst>
              <a:path w="1968352" h="2571750">
                <a:moveTo>
                  <a:pt x="0" y="0"/>
                </a:moveTo>
                <a:lnTo>
                  <a:pt x="1968352" y="0"/>
                </a:lnTo>
                <a:lnTo>
                  <a:pt x="1968352" y="2571750"/>
                </a:lnTo>
                <a:lnTo>
                  <a:pt x="0" y="2571750"/>
                </a:ln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
        <p:nvSpPr>
          <p:cNvPr id="16" name="Picture Placeholder 15"/>
          <p:cNvSpPr>
            <a:spLocks noGrp="1"/>
          </p:cNvSpPr>
          <p:nvPr>
            <p:ph type="pic" sz="quarter" idx="17" hasCustomPrompt="1"/>
          </p:nvPr>
        </p:nvSpPr>
        <p:spPr>
          <a:xfrm>
            <a:off x="6768952" y="2571750"/>
            <a:ext cx="1968352" cy="2228850"/>
          </a:xfrm>
          <a:custGeom>
            <a:avLst/>
            <a:gdLst>
              <a:gd name="connsiteX0" fmla="*/ 0 w 1968352"/>
              <a:gd name="connsiteY0" fmla="*/ 0 h 2571750"/>
              <a:gd name="connsiteX1" fmla="*/ 1968352 w 1968352"/>
              <a:gd name="connsiteY1" fmla="*/ 0 h 2571750"/>
              <a:gd name="connsiteX2" fmla="*/ 1968352 w 1968352"/>
              <a:gd name="connsiteY2" fmla="*/ 2571750 h 2571750"/>
              <a:gd name="connsiteX3" fmla="*/ 0 w 1968352"/>
              <a:gd name="connsiteY3" fmla="*/ 2571750 h 2571750"/>
            </a:gdLst>
            <a:ahLst/>
            <a:cxnLst>
              <a:cxn ang="0">
                <a:pos x="connsiteX0" y="connsiteY0"/>
              </a:cxn>
              <a:cxn ang="0">
                <a:pos x="connsiteX1" y="connsiteY1"/>
              </a:cxn>
              <a:cxn ang="0">
                <a:pos x="connsiteX2" y="connsiteY2"/>
              </a:cxn>
              <a:cxn ang="0">
                <a:pos x="connsiteX3" y="connsiteY3"/>
              </a:cxn>
            </a:cxnLst>
            <a:rect l="l" t="t" r="r" b="b"/>
            <a:pathLst>
              <a:path w="1968352" h="2571750">
                <a:moveTo>
                  <a:pt x="0" y="0"/>
                </a:moveTo>
                <a:lnTo>
                  <a:pt x="1968352" y="0"/>
                </a:lnTo>
                <a:lnTo>
                  <a:pt x="1968352" y="2571750"/>
                </a:lnTo>
                <a:lnTo>
                  <a:pt x="0" y="2571750"/>
                </a:ln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
        <p:nvSpPr>
          <p:cNvPr id="5" name="Text Placeholder 3"/>
          <p:cNvSpPr>
            <a:spLocks noGrp="1"/>
          </p:cNvSpPr>
          <p:nvPr>
            <p:ph type="body" sz="half" idx="2" hasCustomPrompt="1"/>
          </p:nvPr>
        </p:nvSpPr>
        <p:spPr>
          <a:xfrm>
            <a:off x="381001" y="904457"/>
            <a:ext cx="4343400" cy="173255"/>
          </a:xfrm>
          <a:prstGeom prst="rect">
            <a:avLst/>
          </a:prstGeom>
        </p:spPr>
        <p:txBody>
          <a:bodyPr wrap="none" lIns="0" tIns="0" rIns="0" bIns="0" anchor="ctr">
            <a:noAutofit/>
          </a:bodyPr>
          <a:lstStyle>
            <a:lvl1pPr marL="0" indent="0" algn="l">
              <a:buNone/>
              <a:defRPr sz="1200" b="0" baseline="0">
                <a:solidFill>
                  <a:schemeClr val="bg1">
                    <a:lumMod val="50000"/>
                  </a:schemeClr>
                </a:solidFill>
                <a:latin typeface="+mn-lt"/>
                <a:ea typeface="Roboto" panose="02000000000000000000" pitchFamily="2" charset="0"/>
              </a:defRPr>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dirty="0"/>
              <a:t>CLICK TO EDITE SUBTITLE</a:t>
            </a:r>
          </a:p>
        </p:txBody>
      </p:sp>
      <p:sp>
        <p:nvSpPr>
          <p:cNvPr id="6" name="Title 2"/>
          <p:cNvSpPr>
            <a:spLocks noGrp="1"/>
          </p:cNvSpPr>
          <p:nvPr>
            <p:ph type="title" hasCustomPrompt="1"/>
          </p:nvPr>
        </p:nvSpPr>
        <p:spPr>
          <a:xfrm>
            <a:off x="381001" y="361950"/>
            <a:ext cx="4343400" cy="495383"/>
          </a:xfrm>
          <a:prstGeom prst="rect">
            <a:avLst/>
          </a:prstGeom>
        </p:spPr>
        <p:txBody>
          <a:bodyPr lIns="0" tIns="0" rIns="0" bIns="0" anchor="ctr"/>
          <a:lstStyle>
            <a:lvl1pPr algn="l">
              <a:defRPr sz="3200">
                <a:solidFill>
                  <a:schemeClr val="bg1">
                    <a:lumMod val="50000"/>
                  </a:schemeClr>
                </a:solidFill>
              </a:defRPr>
            </a:lvl1pPr>
          </a:lstStyle>
          <a:p>
            <a:r>
              <a:rPr lang="en-US" dirty="0"/>
              <a:t>Click to edit title</a:t>
            </a:r>
          </a:p>
        </p:txBody>
      </p:sp>
    </p:spTree>
    <p:extLst>
      <p:ext uri="{BB962C8B-B14F-4D97-AF65-F5344CB8AC3E}">
        <p14:creationId xmlns:p14="http://schemas.microsoft.com/office/powerpoint/2010/main" val="180779316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M29">
    <p:spTree>
      <p:nvGrpSpPr>
        <p:cNvPr id="1" name=""/>
        <p:cNvGrpSpPr/>
        <p:nvPr/>
      </p:nvGrpSpPr>
      <p:grpSpPr>
        <a:xfrm>
          <a:off x="0" y="0"/>
          <a:ext cx="0" cy="0"/>
          <a:chOff x="0" y="0"/>
          <a:chExt cx="0" cy="0"/>
        </a:xfrm>
      </p:grpSpPr>
      <p:sp>
        <p:nvSpPr>
          <p:cNvPr id="34" name="Picture Placeholder 33"/>
          <p:cNvSpPr>
            <a:spLocks noGrp="1"/>
          </p:cNvSpPr>
          <p:nvPr>
            <p:ph type="pic" sz="quarter" idx="19" hasCustomPrompt="1"/>
          </p:nvPr>
        </p:nvSpPr>
        <p:spPr>
          <a:xfrm>
            <a:off x="381000" y="3409950"/>
            <a:ext cx="3973489" cy="1390650"/>
          </a:xfrm>
          <a:custGeom>
            <a:avLst/>
            <a:gdLst>
              <a:gd name="connsiteX0" fmla="*/ 0 w 3936703"/>
              <a:gd name="connsiteY0" fmla="*/ 0 h 1487214"/>
              <a:gd name="connsiteX1" fmla="*/ 3936703 w 3936703"/>
              <a:gd name="connsiteY1" fmla="*/ 0 h 1487214"/>
              <a:gd name="connsiteX2" fmla="*/ 3936703 w 3936703"/>
              <a:gd name="connsiteY2" fmla="*/ 1487214 h 1487214"/>
              <a:gd name="connsiteX3" fmla="*/ 0 w 3936703"/>
              <a:gd name="connsiteY3" fmla="*/ 1487214 h 1487214"/>
            </a:gdLst>
            <a:ahLst/>
            <a:cxnLst>
              <a:cxn ang="0">
                <a:pos x="connsiteX0" y="connsiteY0"/>
              </a:cxn>
              <a:cxn ang="0">
                <a:pos x="connsiteX1" y="connsiteY1"/>
              </a:cxn>
              <a:cxn ang="0">
                <a:pos x="connsiteX2" y="connsiteY2"/>
              </a:cxn>
              <a:cxn ang="0">
                <a:pos x="connsiteX3" y="connsiteY3"/>
              </a:cxn>
            </a:cxnLst>
            <a:rect l="l" t="t" r="r" b="b"/>
            <a:pathLst>
              <a:path w="3936703" h="1487214">
                <a:moveTo>
                  <a:pt x="0" y="0"/>
                </a:moveTo>
                <a:lnTo>
                  <a:pt x="3936703" y="0"/>
                </a:lnTo>
                <a:lnTo>
                  <a:pt x="3936703" y="1487214"/>
                </a:lnTo>
                <a:lnTo>
                  <a:pt x="0" y="1487214"/>
                </a:ln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
        <p:nvSpPr>
          <p:cNvPr id="33" name="Picture Placeholder 32"/>
          <p:cNvSpPr>
            <a:spLocks noGrp="1"/>
          </p:cNvSpPr>
          <p:nvPr>
            <p:ph type="pic" sz="quarter" idx="20" hasCustomPrompt="1"/>
          </p:nvPr>
        </p:nvSpPr>
        <p:spPr>
          <a:xfrm>
            <a:off x="381000" y="1885950"/>
            <a:ext cx="3973489" cy="1390650"/>
          </a:xfrm>
          <a:custGeom>
            <a:avLst/>
            <a:gdLst>
              <a:gd name="connsiteX0" fmla="*/ 0 w 3936703"/>
              <a:gd name="connsiteY0" fmla="*/ 0 h 1487214"/>
              <a:gd name="connsiteX1" fmla="*/ 3936703 w 3936703"/>
              <a:gd name="connsiteY1" fmla="*/ 0 h 1487214"/>
              <a:gd name="connsiteX2" fmla="*/ 3936703 w 3936703"/>
              <a:gd name="connsiteY2" fmla="*/ 1487214 h 1487214"/>
              <a:gd name="connsiteX3" fmla="*/ 0 w 3936703"/>
              <a:gd name="connsiteY3" fmla="*/ 1487214 h 1487214"/>
            </a:gdLst>
            <a:ahLst/>
            <a:cxnLst>
              <a:cxn ang="0">
                <a:pos x="connsiteX0" y="connsiteY0"/>
              </a:cxn>
              <a:cxn ang="0">
                <a:pos x="connsiteX1" y="connsiteY1"/>
              </a:cxn>
              <a:cxn ang="0">
                <a:pos x="connsiteX2" y="connsiteY2"/>
              </a:cxn>
              <a:cxn ang="0">
                <a:pos x="connsiteX3" y="connsiteY3"/>
              </a:cxn>
            </a:cxnLst>
            <a:rect l="l" t="t" r="r" b="b"/>
            <a:pathLst>
              <a:path w="3936703" h="1487214">
                <a:moveTo>
                  <a:pt x="0" y="0"/>
                </a:moveTo>
                <a:lnTo>
                  <a:pt x="3936703" y="0"/>
                </a:lnTo>
                <a:lnTo>
                  <a:pt x="3936703" y="1487214"/>
                </a:lnTo>
                <a:lnTo>
                  <a:pt x="0" y="1487214"/>
                </a:ln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
        <p:nvSpPr>
          <p:cNvPr id="32" name="Picture Placeholder 31"/>
          <p:cNvSpPr>
            <a:spLocks noGrp="1"/>
          </p:cNvSpPr>
          <p:nvPr>
            <p:ph type="pic" sz="quarter" idx="21" hasCustomPrompt="1"/>
          </p:nvPr>
        </p:nvSpPr>
        <p:spPr>
          <a:xfrm>
            <a:off x="381000" y="361950"/>
            <a:ext cx="3973489" cy="1390650"/>
          </a:xfrm>
          <a:custGeom>
            <a:avLst/>
            <a:gdLst>
              <a:gd name="connsiteX0" fmla="*/ 0 w 3936703"/>
              <a:gd name="connsiteY0" fmla="*/ 0 h 1487214"/>
              <a:gd name="connsiteX1" fmla="*/ 3936703 w 3936703"/>
              <a:gd name="connsiteY1" fmla="*/ 0 h 1487214"/>
              <a:gd name="connsiteX2" fmla="*/ 3936703 w 3936703"/>
              <a:gd name="connsiteY2" fmla="*/ 1487214 h 1487214"/>
              <a:gd name="connsiteX3" fmla="*/ 0 w 3936703"/>
              <a:gd name="connsiteY3" fmla="*/ 1487214 h 1487214"/>
            </a:gdLst>
            <a:ahLst/>
            <a:cxnLst>
              <a:cxn ang="0">
                <a:pos x="connsiteX0" y="connsiteY0"/>
              </a:cxn>
              <a:cxn ang="0">
                <a:pos x="connsiteX1" y="connsiteY1"/>
              </a:cxn>
              <a:cxn ang="0">
                <a:pos x="connsiteX2" y="connsiteY2"/>
              </a:cxn>
              <a:cxn ang="0">
                <a:pos x="connsiteX3" y="connsiteY3"/>
              </a:cxn>
            </a:cxnLst>
            <a:rect l="l" t="t" r="r" b="b"/>
            <a:pathLst>
              <a:path w="3936703" h="1487214">
                <a:moveTo>
                  <a:pt x="0" y="0"/>
                </a:moveTo>
                <a:lnTo>
                  <a:pt x="3936703" y="0"/>
                </a:lnTo>
                <a:lnTo>
                  <a:pt x="3936703" y="1487214"/>
                </a:lnTo>
                <a:lnTo>
                  <a:pt x="0" y="1487214"/>
                </a:ln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
        <p:nvSpPr>
          <p:cNvPr id="6" name="Text Placeholder 3"/>
          <p:cNvSpPr>
            <a:spLocks noGrp="1"/>
          </p:cNvSpPr>
          <p:nvPr>
            <p:ph type="body" sz="half" idx="2" hasCustomPrompt="1"/>
          </p:nvPr>
        </p:nvSpPr>
        <p:spPr>
          <a:xfrm>
            <a:off x="4495800" y="904457"/>
            <a:ext cx="4253563" cy="173255"/>
          </a:xfrm>
          <a:prstGeom prst="rect">
            <a:avLst/>
          </a:prstGeom>
        </p:spPr>
        <p:txBody>
          <a:bodyPr wrap="none" lIns="0" tIns="0" rIns="0" bIns="0" anchor="ctr">
            <a:noAutofit/>
          </a:bodyPr>
          <a:lstStyle>
            <a:lvl1pPr marL="0" indent="0" algn="l" rtl="0">
              <a:buNone/>
              <a:defRPr sz="1200" b="0" baseline="0">
                <a:solidFill>
                  <a:schemeClr val="bg1">
                    <a:lumMod val="50000"/>
                  </a:schemeClr>
                </a:solidFill>
                <a:latin typeface="+mn-lt"/>
                <a:ea typeface="Roboto" panose="02000000000000000000" pitchFamily="2" charset="0"/>
              </a:defRPr>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dirty="0"/>
              <a:t>CLICK TO EDITE SUBTITLE</a:t>
            </a:r>
          </a:p>
        </p:txBody>
      </p:sp>
      <p:sp>
        <p:nvSpPr>
          <p:cNvPr id="7" name="Title 2"/>
          <p:cNvSpPr>
            <a:spLocks noGrp="1"/>
          </p:cNvSpPr>
          <p:nvPr>
            <p:ph type="title" hasCustomPrompt="1"/>
          </p:nvPr>
        </p:nvSpPr>
        <p:spPr>
          <a:xfrm>
            <a:off x="4495800" y="361950"/>
            <a:ext cx="4253563" cy="495383"/>
          </a:xfrm>
          <a:prstGeom prst="rect">
            <a:avLst/>
          </a:prstGeom>
        </p:spPr>
        <p:txBody>
          <a:bodyPr lIns="0" tIns="0" rIns="0" bIns="0" anchor="ctr"/>
          <a:lstStyle>
            <a:lvl1pPr algn="l" rtl="0">
              <a:defRPr sz="3200">
                <a:solidFill>
                  <a:schemeClr val="bg1">
                    <a:lumMod val="50000"/>
                  </a:schemeClr>
                </a:solidFill>
              </a:defRPr>
            </a:lvl1pPr>
          </a:lstStyle>
          <a:p>
            <a:r>
              <a:rPr lang="en-US" dirty="0"/>
              <a:t>Click to edit  title</a:t>
            </a:r>
          </a:p>
        </p:txBody>
      </p:sp>
    </p:spTree>
    <p:extLst>
      <p:ext uri="{BB962C8B-B14F-4D97-AF65-F5344CB8AC3E}">
        <p14:creationId xmlns:p14="http://schemas.microsoft.com/office/powerpoint/2010/main" val="79254389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M30">
    <p:spTree>
      <p:nvGrpSpPr>
        <p:cNvPr id="1" name=""/>
        <p:cNvGrpSpPr/>
        <p:nvPr/>
      </p:nvGrpSpPr>
      <p:grpSpPr>
        <a:xfrm>
          <a:off x="0" y="0"/>
          <a:ext cx="0" cy="0"/>
          <a:chOff x="0" y="0"/>
          <a:chExt cx="0" cy="0"/>
        </a:xfrm>
      </p:grpSpPr>
      <p:sp>
        <p:nvSpPr>
          <p:cNvPr id="16" name="Picture Placeholder 15"/>
          <p:cNvSpPr>
            <a:spLocks noGrp="1"/>
          </p:cNvSpPr>
          <p:nvPr userDrawn="1">
            <p:ph type="pic" sz="quarter" idx="17" hasCustomPrompt="1"/>
          </p:nvPr>
        </p:nvSpPr>
        <p:spPr>
          <a:xfrm>
            <a:off x="0" y="361950"/>
            <a:ext cx="4571999" cy="1828800"/>
          </a:xfrm>
          <a:custGeom>
            <a:avLst/>
            <a:gdLst>
              <a:gd name="connsiteX0" fmla="*/ 0 w 4571999"/>
              <a:gd name="connsiteY0" fmla="*/ 0 h 2303438"/>
              <a:gd name="connsiteX1" fmla="*/ 4571999 w 4571999"/>
              <a:gd name="connsiteY1" fmla="*/ 0 h 2303438"/>
              <a:gd name="connsiteX2" fmla="*/ 4571999 w 4571999"/>
              <a:gd name="connsiteY2" fmla="*/ 2303438 h 2303438"/>
              <a:gd name="connsiteX3" fmla="*/ 0 w 4571999"/>
              <a:gd name="connsiteY3" fmla="*/ 2303438 h 2303438"/>
            </a:gdLst>
            <a:ahLst/>
            <a:cxnLst>
              <a:cxn ang="0">
                <a:pos x="connsiteX0" y="connsiteY0"/>
              </a:cxn>
              <a:cxn ang="0">
                <a:pos x="connsiteX1" y="connsiteY1"/>
              </a:cxn>
              <a:cxn ang="0">
                <a:pos x="connsiteX2" y="connsiteY2"/>
              </a:cxn>
              <a:cxn ang="0">
                <a:pos x="connsiteX3" y="connsiteY3"/>
              </a:cxn>
            </a:cxnLst>
            <a:rect l="l" t="t" r="r" b="b"/>
            <a:pathLst>
              <a:path w="4571999" h="2303438">
                <a:moveTo>
                  <a:pt x="0" y="0"/>
                </a:moveTo>
                <a:lnTo>
                  <a:pt x="4571999" y="0"/>
                </a:lnTo>
                <a:lnTo>
                  <a:pt x="4571999" y="2303438"/>
                </a:lnTo>
                <a:lnTo>
                  <a:pt x="0" y="2303438"/>
                </a:ln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
        <p:nvSpPr>
          <p:cNvPr id="17" name="Picture Placeholder 16"/>
          <p:cNvSpPr>
            <a:spLocks noGrp="1"/>
          </p:cNvSpPr>
          <p:nvPr userDrawn="1">
            <p:ph type="pic" sz="quarter" idx="18" hasCustomPrompt="1"/>
          </p:nvPr>
        </p:nvSpPr>
        <p:spPr>
          <a:xfrm>
            <a:off x="4572000" y="361950"/>
            <a:ext cx="4571999" cy="1828800"/>
          </a:xfrm>
          <a:custGeom>
            <a:avLst/>
            <a:gdLst>
              <a:gd name="connsiteX0" fmla="*/ 0 w 4571999"/>
              <a:gd name="connsiteY0" fmla="*/ 0 h 2303438"/>
              <a:gd name="connsiteX1" fmla="*/ 4571999 w 4571999"/>
              <a:gd name="connsiteY1" fmla="*/ 0 h 2303438"/>
              <a:gd name="connsiteX2" fmla="*/ 4571999 w 4571999"/>
              <a:gd name="connsiteY2" fmla="*/ 2303438 h 2303438"/>
              <a:gd name="connsiteX3" fmla="*/ 0 w 4571999"/>
              <a:gd name="connsiteY3" fmla="*/ 2303438 h 2303438"/>
            </a:gdLst>
            <a:ahLst/>
            <a:cxnLst>
              <a:cxn ang="0">
                <a:pos x="connsiteX0" y="connsiteY0"/>
              </a:cxn>
              <a:cxn ang="0">
                <a:pos x="connsiteX1" y="connsiteY1"/>
              </a:cxn>
              <a:cxn ang="0">
                <a:pos x="connsiteX2" y="connsiteY2"/>
              </a:cxn>
              <a:cxn ang="0">
                <a:pos x="connsiteX3" y="connsiteY3"/>
              </a:cxn>
            </a:cxnLst>
            <a:rect l="l" t="t" r="r" b="b"/>
            <a:pathLst>
              <a:path w="4571999" h="2303438">
                <a:moveTo>
                  <a:pt x="0" y="0"/>
                </a:moveTo>
                <a:lnTo>
                  <a:pt x="4571999" y="0"/>
                </a:lnTo>
                <a:lnTo>
                  <a:pt x="4571999" y="2303438"/>
                </a:lnTo>
                <a:lnTo>
                  <a:pt x="0" y="2303438"/>
                </a:ln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
        <p:nvSpPr>
          <p:cNvPr id="5" name="Text Placeholder 3"/>
          <p:cNvSpPr>
            <a:spLocks noGrp="1"/>
          </p:cNvSpPr>
          <p:nvPr>
            <p:ph type="body" sz="half" idx="2" hasCustomPrompt="1"/>
          </p:nvPr>
        </p:nvSpPr>
        <p:spPr>
          <a:xfrm>
            <a:off x="381001" y="2809395"/>
            <a:ext cx="4984928" cy="173255"/>
          </a:xfrm>
          <a:prstGeom prst="rect">
            <a:avLst/>
          </a:prstGeom>
        </p:spPr>
        <p:txBody>
          <a:bodyPr wrap="none" lIns="0" tIns="0" rIns="0" bIns="0" anchor="ctr">
            <a:noAutofit/>
          </a:bodyPr>
          <a:lstStyle>
            <a:lvl1pPr marL="0" indent="0" algn="l">
              <a:buNone/>
              <a:defRPr sz="1200" b="0" baseline="0">
                <a:solidFill>
                  <a:schemeClr val="bg1">
                    <a:lumMod val="50000"/>
                  </a:schemeClr>
                </a:solidFill>
                <a:latin typeface="+mn-lt"/>
                <a:ea typeface="Roboto" panose="02000000000000000000" pitchFamily="2" charset="0"/>
              </a:defRPr>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dirty="0"/>
              <a:t>CLICK TO EDITE SUBTITLE</a:t>
            </a:r>
          </a:p>
        </p:txBody>
      </p:sp>
      <p:sp>
        <p:nvSpPr>
          <p:cNvPr id="6" name="Title 2"/>
          <p:cNvSpPr>
            <a:spLocks noGrp="1"/>
          </p:cNvSpPr>
          <p:nvPr>
            <p:ph type="title" hasCustomPrompt="1"/>
          </p:nvPr>
        </p:nvSpPr>
        <p:spPr>
          <a:xfrm>
            <a:off x="381001" y="2266888"/>
            <a:ext cx="4984928" cy="495383"/>
          </a:xfrm>
          <a:prstGeom prst="rect">
            <a:avLst/>
          </a:prstGeom>
        </p:spPr>
        <p:txBody>
          <a:bodyPr lIns="0" tIns="0" rIns="0" bIns="0" anchor="ctr"/>
          <a:lstStyle>
            <a:lvl1pPr algn="l">
              <a:defRPr sz="3200">
                <a:solidFill>
                  <a:schemeClr val="bg1">
                    <a:lumMod val="50000"/>
                  </a:schemeClr>
                </a:solidFill>
              </a:defRPr>
            </a:lvl1pPr>
          </a:lstStyle>
          <a:p>
            <a:r>
              <a:rPr lang="en-US" dirty="0"/>
              <a:t>Click to edit title</a:t>
            </a:r>
          </a:p>
        </p:txBody>
      </p:sp>
    </p:spTree>
    <p:extLst>
      <p:ext uri="{BB962C8B-B14F-4D97-AF65-F5344CB8AC3E}">
        <p14:creationId xmlns:p14="http://schemas.microsoft.com/office/powerpoint/2010/main" val="174134923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M31">
    <p:spTree>
      <p:nvGrpSpPr>
        <p:cNvPr id="1" name=""/>
        <p:cNvGrpSpPr/>
        <p:nvPr/>
      </p:nvGrpSpPr>
      <p:grpSpPr>
        <a:xfrm>
          <a:off x="0" y="0"/>
          <a:ext cx="0" cy="0"/>
          <a:chOff x="0" y="0"/>
          <a:chExt cx="0" cy="0"/>
        </a:xfrm>
      </p:grpSpPr>
      <p:sp>
        <p:nvSpPr>
          <p:cNvPr id="18" name="Picture Placeholder 17"/>
          <p:cNvSpPr>
            <a:spLocks noGrp="1"/>
          </p:cNvSpPr>
          <p:nvPr userDrawn="1">
            <p:ph type="pic" sz="quarter" idx="17" hasCustomPrompt="1"/>
          </p:nvPr>
        </p:nvSpPr>
        <p:spPr>
          <a:xfrm>
            <a:off x="-1" y="2966216"/>
            <a:ext cx="3048000" cy="1828800"/>
          </a:xfrm>
          <a:custGeom>
            <a:avLst/>
            <a:gdLst>
              <a:gd name="connsiteX0" fmla="*/ 0 w 3048000"/>
              <a:gd name="connsiteY0" fmla="*/ 0 h 2647950"/>
              <a:gd name="connsiteX1" fmla="*/ 3048000 w 3048000"/>
              <a:gd name="connsiteY1" fmla="*/ 0 h 2647950"/>
              <a:gd name="connsiteX2" fmla="*/ 3048000 w 3048000"/>
              <a:gd name="connsiteY2" fmla="*/ 2647950 h 2647950"/>
              <a:gd name="connsiteX3" fmla="*/ 0 w 3048000"/>
              <a:gd name="connsiteY3" fmla="*/ 2647950 h 2647950"/>
            </a:gdLst>
            <a:ahLst/>
            <a:cxnLst>
              <a:cxn ang="0">
                <a:pos x="connsiteX0" y="connsiteY0"/>
              </a:cxn>
              <a:cxn ang="0">
                <a:pos x="connsiteX1" y="connsiteY1"/>
              </a:cxn>
              <a:cxn ang="0">
                <a:pos x="connsiteX2" y="connsiteY2"/>
              </a:cxn>
              <a:cxn ang="0">
                <a:pos x="connsiteX3" y="connsiteY3"/>
              </a:cxn>
            </a:cxnLst>
            <a:rect l="l" t="t" r="r" b="b"/>
            <a:pathLst>
              <a:path w="3048000" h="2647950">
                <a:moveTo>
                  <a:pt x="0" y="0"/>
                </a:moveTo>
                <a:lnTo>
                  <a:pt x="3048000" y="0"/>
                </a:lnTo>
                <a:lnTo>
                  <a:pt x="3048000" y="2647950"/>
                </a:lnTo>
                <a:lnTo>
                  <a:pt x="0" y="2647950"/>
                </a:lnTo>
                <a:close/>
              </a:path>
            </a:pathLst>
          </a:custGeom>
          <a:solidFill>
            <a:schemeClr val="tx2">
              <a:lumMod val="10000"/>
              <a:lumOff val="90000"/>
            </a:schemeClr>
          </a:solidFill>
          <a:ln>
            <a:noFill/>
          </a:ln>
        </p:spPr>
        <p:txBody>
          <a:bodyPr wrap="square" bIns="457200" anchor="b">
            <a:noAutofit/>
          </a:bodyPr>
          <a:lstStyle>
            <a:lvl1pPr algn="ctr">
              <a:buNone/>
              <a:defRPr sz="1100">
                <a:solidFill>
                  <a:schemeClr val="tx1">
                    <a:lumMod val="50000"/>
                    <a:lumOff val="50000"/>
                  </a:schemeClr>
                </a:solidFill>
              </a:defRPr>
            </a:lvl1pPr>
          </a:lstStyle>
          <a:p>
            <a:r>
              <a:rPr lang="en-US" dirty="0"/>
              <a:t>Image Holder</a:t>
            </a:r>
          </a:p>
        </p:txBody>
      </p:sp>
      <p:sp>
        <p:nvSpPr>
          <p:cNvPr id="17" name="Picture Placeholder 16"/>
          <p:cNvSpPr>
            <a:spLocks noGrp="1"/>
          </p:cNvSpPr>
          <p:nvPr userDrawn="1">
            <p:ph type="pic" sz="quarter" idx="18" hasCustomPrompt="1"/>
          </p:nvPr>
        </p:nvSpPr>
        <p:spPr>
          <a:xfrm>
            <a:off x="3047999" y="2966216"/>
            <a:ext cx="3048000" cy="1828800"/>
          </a:xfrm>
          <a:custGeom>
            <a:avLst/>
            <a:gdLst>
              <a:gd name="connsiteX0" fmla="*/ 0 w 3048000"/>
              <a:gd name="connsiteY0" fmla="*/ 0 h 2647950"/>
              <a:gd name="connsiteX1" fmla="*/ 3048000 w 3048000"/>
              <a:gd name="connsiteY1" fmla="*/ 0 h 2647950"/>
              <a:gd name="connsiteX2" fmla="*/ 3048000 w 3048000"/>
              <a:gd name="connsiteY2" fmla="*/ 2647950 h 2647950"/>
              <a:gd name="connsiteX3" fmla="*/ 0 w 3048000"/>
              <a:gd name="connsiteY3" fmla="*/ 2647950 h 2647950"/>
            </a:gdLst>
            <a:ahLst/>
            <a:cxnLst>
              <a:cxn ang="0">
                <a:pos x="connsiteX0" y="connsiteY0"/>
              </a:cxn>
              <a:cxn ang="0">
                <a:pos x="connsiteX1" y="connsiteY1"/>
              </a:cxn>
              <a:cxn ang="0">
                <a:pos x="connsiteX2" y="connsiteY2"/>
              </a:cxn>
              <a:cxn ang="0">
                <a:pos x="connsiteX3" y="connsiteY3"/>
              </a:cxn>
            </a:cxnLst>
            <a:rect l="l" t="t" r="r" b="b"/>
            <a:pathLst>
              <a:path w="3048000" h="2647950">
                <a:moveTo>
                  <a:pt x="0" y="0"/>
                </a:moveTo>
                <a:lnTo>
                  <a:pt x="3048000" y="0"/>
                </a:lnTo>
                <a:lnTo>
                  <a:pt x="3048000" y="2647950"/>
                </a:lnTo>
                <a:lnTo>
                  <a:pt x="0" y="2647950"/>
                </a:lnTo>
                <a:close/>
              </a:path>
            </a:pathLst>
          </a:custGeom>
          <a:solidFill>
            <a:schemeClr val="tx2">
              <a:lumMod val="10000"/>
              <a:lumOff val="90000"/>
            </a:schemeClr>
          </a:solidFill>
          <a:ln>
            <a:noFill/>
          </a:ln>
        </p:spPr>
        <p:txBody>
          <a:bodyPr wrap="square" bIns="457200" anchor="b">
            <a:noAutofit/>
          </a:bodyPr>
          <a:lstStyle>
            <a:lvl1pPr algn="ctr">
              <a:buNone/>
              <a:defRPr sz="1100">
                <a:solidFill>
                  <a:schemeClr val="tx1">
                    <a:lumMod val="50000"/>
                    <a:lumOff val="50000"/>
                  </a:schemeClr>
                </a:solidFill>
              </a:defRPr>
            </a:lvl1pPr>
          </a:lstStyle>
          <a:p>
            <a:r>
              <a:rPr lang="en-US" dirty="0"/>
              <a:t>Image Holder</a:t>
            </a:r>
          </a:p>
        </p:txBody>
      </p:sp>
      <p:sp>
        <p:nvSpPr>
          <p:cNvPr id="16" name="Picture Placeholder 15"/>
          <p:cNvSpPr>
            <a:spLocks noGrp="1"/>
          </p:cNvSpPr>
          <p:nvPr userDrawn="1">
            <p:ph type="pic" sz="quarter" idx="19" hasCustomPrompt="1"/>
          </p:nvPr>
        </p:nvSpPr>
        <p:spPr>
          <a:xfrm>
            <a:off x="6095999" y="2966216"/>
            <a:ext cx="3048000" cy="1828800"/>
          </a:xfrm>
          <a:custGeom>
            <a:avLst/>
            <a:gdLst>
              <a:gd name="connsiteX0" fmla="*/ 0 w 3048000"/>
              <a:gd name="connsiteY0" fmla="*/ 0 h 2647950"/>
              <a:gd name="connsiteX1" fmla="*/ 3048000 w 3048000"/>
              <a:gd name="connsiteY1" fmla="*/ 0 h 2647950"/>
              <a:gd name="connsiteX2" fmla="*/ 3048000 w 3048000"/>
              <a:gd name="connsiteY2" fmla="*/ 2647950 h 2647950"/>
              <a:gd name="connsiteX3" fmla="*/ 0 w 3048000"/>
              <a:gd name="connsiteY3" fmla="*/ 2647950 h 2647950"/>
            </a:gdLst>
            <a:ahLst/>
            <a:cxnLst>
              <a:cxn ang="0">
                <a:pos x="connsiteX0" y="connsiteY0"/>
              </a:cxn>
              <a:cxn ang="0">
                <a:pos x="connsiteX1" y="connsiteY1"/>
              </a:cxn>
              <a:cxn ang="0">
                <a:pos x="connsiteX2" y="connsiteY2"/>
              </a:cxn>
              <a:cxn ang="0">
                <a:pos x="connsiteX3" y="connsiteY3"/>
              </a:cxn>
            </a:cxnLst>
            <a:rect l="l" t="t" r="r" b="b"/>
            <a:pathLst>
              <a:path w="3048000" h="2647950">
                <a:moveTo>
                  <a:pt x="0" y="0"/>
                </a:moveTo>
                <a:lnTo>
                  <a:pt x="3048000" y="0"/>
                </a:lnTo>
                <a:lnTo>
                  <a:pt x="3048000" y="2647950"/>
                </a:lnTo>
                <a:lnTo>
                  <a:pt x="0" y="2647950"/>
                </a:ln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
        <p:nvSpPr>
          <p:cNvPr id="8" name="Text Placeholder 3"/>
          <p:cNvSpPr>
            <a:spLocks noGrp="1"/>
          </p:cNvSpPr>
          <p:nvPr>
            <p:ph type="body" sz="half" idx="2" hasCustomPrompt="1"/>
          </p:nvPr>
        </p:nvSpPr>
        <p:spPr>
          <a:xfrm>
            <a:off x="381000" y="883820"/>
            <a:ext cx="8368363" cy="173255"/>
          </a:xfrm>
          <a:prstGeom prst="rect">
            <a:avLst/>
          </a:prstGeom>
        </p:spPr>
        <p:txBody>
          <a:bodyPr wrap="none" lIns="0" tIns="0" rIns="0" bIns="0" anchor="ctr">
            <a:noAutofit/>
          </a:bodyPr>
          <a:lstStyle>
            <a:lvl1pPr marL="0" indent="0" algn="l">
              <a:buNone/>
              <a:defRPr sz="1200" b="0" baseline="0">
                <a:solidFill>
                  <a:schemeClr val="bg1">
                    <a:lumMod val="65000"/>
                  </a:schemeClr>
                </a:solidFill>
                <a:latin typeface="+mn-lt"/>
                <a:ea typeface="Roboto" panose="02000000000000000000" pitchFamily="2" charset="0"/>
              </a:defRPr>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dirty="0"/>
              <a:t>CLICK TO EDITE SUBTITLE</a:t>
            </a:r>
          </a:p>
        </p:txBody>
      </p:sp>
      <p:sp>
        <p:nvSpPr>
          <p:cNvPr id="9" name="Title 2"/>
          <p:cNvSpPr>
            <a:spLocks noGrp="1"/>
          </p:cNvSpPr>
          <p:nvPr>
            <p:ph type="title"/>
          </p:nvPr>
        </p:nvSpPr>
        <p:spPr>
          <a:xfrm>
            <a:off x="381000" y="341313"/>
            <a:ext cx="8368363" cy="495383"/>
          </a:xfrm>
          <a:prstGeom prst="rect">
            <a:avLst/>
          </a:prstGeom>
        </p:spPr>
        <p:txBody>
          <a:bodyPr lIns="0" tIns="0" rIns="0" bIns="0" anchor="ctr"/>
          <a:lstStyle>
            <a:lvl1pPr algn="l">
              <a:defRPr sz="3200">
                <a:solidFill>
                  <a:schemeClr val="tx1">
                    <a:lumMod val="50000"/>
                    <a:lumOff val="50000"/>
                  </a:schemeClr>
                </a:solidFill>
              </a:defRPr>
            </a:lvl1pPr>
          </a:lstStyle>
          <a:p>
            <a:r>
              <a:rPr lang="en-US" dirty="0"/>
              <a:t>Click to edit Master title style</a:t>
            </a:r>
          </a:p>
        </p:txBody>
      </p:sp>
    </p:spTree>
    <p:extLst>
      <p:ext uri="{BB962C8B-B14F-4D97-AF65-F5344CB8AC3E}">
        <p14:creationId xmlns:p14="http://schemas.microsoft.com/office/powerpoint/2010/main" val="383533272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M32">
    <p:spTree>
      <p:nvGrpSpPr>
        <p:cNvPr id="1" name=""/>
        <p:cNvGrpSpPr/>
        <p:nvPr/>
      </p:nvGrpSpPr>
      <p:grpSpPr>
        <a:xfrm>
          <a:off x="0" y="0"/>
          <a:ext cx="0" cy="0"/>
          <a:chOff x="0" y="0"/>
          <a:chExt cx="0" cy="0"/>
        </a:xfrm>
      </p:grpSpPr>
      <p:sp>
        <p:nvSpPr>
          <p:cNvPr id="18" name="Picture Placeholder 17"/>
          <p:cNvSpPr>
            <a:spLocks noGrp="1"/>
          </p:cNvSpPr>
          <p:nvPr userDrawn="1">
            <p:ph type="pic" sz="quarter" idx="17" hasCustomPrompt="1"/>
          </p:nvPr>
        </p:nvSpPr>
        <p:spPr>
          <a:xfrm>
            <a:off x="-1" y="361950"/>
            <a:ext cx="3048000" cy="1828800"/>
          </a:xfrm>
          <a:custGeom>
            <a:avLst/>
            <a:gdLst>
              <a:gd name="connsiteX0" fmla="*/ 0 w 3048000"/>
              <a:gd name="connsiteY0" fmla="*/ 0 h 2647950"/>
              <a:gd name="connsiteX1" fmla="*/ 3048000 w 3048000"/>
              <a:gd name="connsiteY1" fmla="*/ 0 h 2647950"/>
              <a:gd name="connsiteX2" fmla="*/ 3048000 w 3048000"/>
              <a:gd name="connsiteY2" fmla="*/ 2647950 h 2647950"/>
              <a:gd name="connsiteX3" fmla="*/ 0 w 3048000"/>
              <a:gd name="connsiteY3" fmla="*/ 2647950 h 2647950"/>
            </a:gdLst>
            <a:ahLst/>
            <a:cxnLst>
              <a:cxn ang="0">
                <a:pos x="connsiteX0" y="connsiteY0"/>
              </a:cxn>
              <a:cxn ang="0">
                <a:pos x="connsiteX1" y="connsiteY1"/>
              </a:cxn>
              <a:cxn ang="0">
                <a:pos x="connsiteX2" y="connsiteY2"/>
              </a:cxn>
              <a:cxn ang="0">
                <a:pos x="connsiteX3" y="connsiteY3"/>
              </a:cxn>
            </a:cxnLst>
            <a:rect l="l" t="t" r="r" b="b"/>
            <a:pathLst>
              <a:path w="3048000" h="2647950">
                <a:moveTo>
                  <a:pt x="0" y="0"/>
                </a:moveTo>
                <a:lnTo>
                  <a:pt x="3048000" y="0"/>
                </a:lnTo>
                <a:lnTo>
                  <a:pt x="3048000" y="2647950"/>
                </a:lnTo>
                <a:lnTo>
                  <a:pt x="0" y="2647950"/>
                </a:ln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
        <p:nvSpPr>
          <p:cNvPr id="17" name="Picture Placeholder 16"/>
          <p:cNvSpPr>
            <a:spLocks noGrp="1"/>
          </p:cNvSpPr>
          <p:nvPr userDrawn="1">
            <p:ph type="pic" sz="quarter" idx="18" hasCustomPrompt="1"/>
          </p:nvPr>
        </p:nvSpPr>
        <p:spPr>
          <a:xfrm>
            <a:off x="3047999" y="361950"/>
            <a:ext cx="3048000" cy="1828800"/>
          </a:xfrm>
          <a:custGeom>
            <a:avLst/>
            <a:gdLst>
              <a:gd name="connsiteX0" fmla="*/ 0 w 3048000"/>
              <a:gd name="connsiteY0" fmla="*/ 0 h 2647950"/>
              <a:gd name="connsiteX1" fmla="*/ 3048000 w 3048000"/>
              <a:gd name="connsiteY1" fmla="*/ 0 h 2647950"/>
              <a:gd name="connsiteX2" fmla="*/ 3048000 w 3048000"/>
              <a:gd name="connsiteY2" fmla="*/ 2647950 h 2647950"/>
              <a:gd name="connsiteX3" fmla="*/ 0 w 3048000"/>
              <a:gd name="connsiteY3" fmla="*/ 2647950 h 2647950"/>
            </a:gdLst>
            <a:ahLst/>
            <a:cxnLst>
              <a:cxn ang="0">
                <a:pos x="connsiteX0" y="connsiteY0"/>
              </a:cxn>
              <a:cxn ang="0">
                <a:pos x="connsiteX1" y="connsiteY1"/>
              </a:cxn>
              <a:cxn ang="0">
                <a:pos x="connsiteX2" y="connsiteY2"/>
              </a:cxn>
              <a:cxn ang="0">
                <a:pos x="connsiteX3" y="connsiteY3"/>
              </a:cxn>
            </a:cxnLst>
            <a:rect l="l" t="t" r="r" b="b"/>
            <a:pathLst>
              <a:path w="3048000" h="2647950">
                <a:moveTo>
                  <a:pt x="0" y="0"/>
                </a:moveTo>
                <a:lnTo>
                  <a:pt x="3048000" y="0"/>
                </a:lnTo>
                <a:lnTo>
                  <a:pt x="3048000" y="2647950"/>
                </a:lnTo>
                <a:lnTo>
                  <a:pt x="0" y="2647950"/>
                </a:ln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
        <p:nvSpPr>
          <p:cNvPr id="16" name="Picture Placeholder 15"/>
          <p:cNvSpPr>
            <a:spLocks noGrp="1"/>
          </p:cNvSpPr>
          <p:nvPr userDrawn="1">
            <p:ph type="pic" sz="quarter" idx="19" hasCustomPrompt="1"/>
          </p:nvPr>
        </p:nvSpPr>
        <p:spPr>
          <a:xfrm>
            <a:off x="6095999" y="361950"/>
            <a:ext cx="3048000" cy="1828800"/>
          </a:xfrm>
          <a:custGeom>
            <a:avLst/>
            <a:gdLst>
              <a:gd name="connsiteX0" fmla="*/ 0 w 3048000"/>
              <a:gd name="connsiteY0" fmla="*/ 0 h 2647950"/>
              <a:gd name="connsiteX1" fmla="*/ 3048000 w 3048000"/>
              <a:gd name="connsiteY1" fmla="*/ 0 h 2647950"/>
              <a:gd name="connsiteX2" fmla="*/ 3048000 w 3048000"/>
              <a:gd name="connsiteY2" fmla="*/ 2647950 h 2647950"/>
              <a:gd name="connsiteX3" fmla="*/ 0 w 3048000"/>
              <a:gd name="connsiteY3" fmla="*/ 2647950 h 2647950"/>
            </a:gdLst>
            <a:ahLst/>
            <a:cxnLst>
              <a:cxn ang="0">
                <a:pos x="connsiteX0" y="connsiteY0"/>
              </a:cxn>
              <a:cxn ang="0">
                <a:pos x="connsiteX1" y="connsiteY1"/>
              </a:cxn>
              <a:cxn ang="0">
                <a:pos x="connsiteX2" y="connsiteY2"/>
              </a:cxn>
              <a:cxn ang="0">
                <a:pos x="connsiteX3" y="connsiteY3"/>
              </a:cxn>
            </a:cxnLst>
            <a:rect l="l" t="t" r="r" b="b"/>
            <a:pathLst>
              <a:path w="3048000" h="2647950">
                <a:moveTo>
                  <a:pt x="0" y="0"/>
                </a:moveTo>
                <a:lnTo>
                  <a:pt x="3048000" y="0"/>
                </a:lnTo>
                <a:lnTo>
                  <a:pt x="3048000" y="2647950"/>
                </a:lnTo>
                <a:lnTo>
                  <a:pt x="0" y="2647950"/>
                </a:ln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
        <p:nvSpPr>
          <p:cNvPr id="6" name="Text Placeholder 3"/>
          <p:cNvSpPr>
            <a:spLocks noGrp="1"/>
          </p:cNvSpPr>
          <p:nvPr>
            <p:ph type="body" sz="half" idx="2" hasCustomPrompt="1"/>
          </p:nvPr>
        </p:nvSpPr>
        <p:spPr>
          <a:xfrm>
            <a:off x="2319638" y="2855695"/>
            <a:ext cx="6367161" cy="173255"/>
          </a:xfrm>
          <a:prstGeom prst="rect">
            <a:avLst/>
          </a:prstGeom>
        </p:spPr>
        <p:txBody>
          <a:bodyPr wrap="none" lIns="0" tIns="0" rIns="0" bIns="0" anchor="ctr">
            <a:noAutofit/>
          </a:bodyPr>
          <a:lstStyle>
            <a:lvl1pPr marL="0" indent="0" algn="l">
              <a:buNone/>
              <a:defRPr sz="1200" b="0" baseline="0">
                <a:solidFill>
                  <a:schemeClr val="bg1">
                    <a:lumMod val="65000"/>
                  </a:schemeClr>
                </a:solidFill>
                <a:latin typeface="+mn-lt"/>
                <a:ea typeface="Roboto" panose="02000000000000000000" pitchFamily="2" charset="0"/>
              </a:defRPr>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dirty="0"/>
              <a:t>CLICK TO EDITE SUBTITLE</a:t>
            </a:r>
          </a:p>
        </p:txBody>
      </p:sp>
      <p:sp>
        <p:nvSpPr>
          <p:cNvPr id="7" name="Title 2"/>
          <p:cNvSpPr>
            <a:spLocks noGrp="1"/>
          </p:cNvSpPr>
          <p:nvPr>
            <p:ph type="title" hasCustomPrompt="1"/>
          </p:nvPr>
        </p:nvSpPr>
        <p:spPr>
          <a:xfrm>
            <a:off x="2319638" y="2313188"/>
            <a:ext cx="6367161" cy="495383"/>
          </a:xfrm>
          <a:prstGeom prst="rect">
            <a:avLst/>
          </a:prstGeom>
        </p:spPr>
        <p:txBody>
          <a:bodyPr lIns="0" tIns="0" rIns="0" bIns="0" anchor="ctr"/>
          <a:lstStyle>
            <a:lvl1pPr algn="l">
              <a:defRPr sz="3200">
                <a:solidFill>
                  <a:schemeClr val="tx1">
                    <a:lumMod val="50000"/>
                    <a:lumOff val="50000"/>
                  </a:schemeClr>
                </a:solidFill>
              </a:defRPr>
            </a:lvl1pPr>
          </a:lstStyle>
          <a:p>
            <a:r>
              <a:rPr lang="en-US" dirty="0"/>
              <a:t>edit title</a:t>
            </a:r>
          </a:p>
        </p:txBody>
      </p:sp>
    </p:spTree>
    <p:extLst>
      <p:ext uri="{BB962C8B-B14F-4D97-AF65-F5344CB8AC3E}">
        <p14:creationId xmlns:p14="http://schemas.microsoft.com/office/powerpoint/2010/main" val="320221228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M33">
    <p:spTree>
      <p:nvGrpSpPr>
        <p:cNvPr id="1" name=""/>
        <p:cNvGrpSpPr/>
        <p:nvPr/>
      </p:nvGrpSpPr>
      <p:grpSpPr>
        <a:xfrm>
          <a:off x="0" y="0"/>
          <a:ext cx="0" cy="0"/>
          <a:chOff x="0" y="0"/>
          <a:chExt cx="0" cy="0"/>
        </a:xfrm>
      </p:grpSpPr>
      <p:sp>
        <p:nvSpPr>
          <p:cNvPr id="18" name="Picture Placeholder 17"/>
          <p:cNvSpPr>
            <a:spLocks noGrp="1"/>
          </p:cNvSpPr>
          <p:nvPr userDrawn="1">
            <p:ph type="pic" sz="quarter" idx="17" hasCustomPrompt="1"/>
          </p:nvPr>
        </p:nvSpPr>
        <p:spPr>
          <a:xfrm>
            <a:off x="-1" y="361950"/>
            <a:ext cx="3048000" cy="1828800"/>
          </a:xfrm>
          <a:custGeom>
            <a:avLst/>
            <a:gdLst>
              <a:gd name="connsiteX0" fmla="*/ 0 w 3048000"/>
              <a:gd name="connsiteY0" fmla="*/ 0 h 2647950"/>
              <a:gd name="connsiteX1" fmla="*/ 3048000 w 3048000"/>
              <a:gd name="connsiteY1" fmla="*/ 0 h 2647950"/>
              <a:gd name="connsiteX2" fmla="*/ 3048000 w 3048000"/>
              <a:gd name="connsiteY2" fmla="*/ 2647950 h 2647950"/>
              <a:gd name="connsiteX3" fmla="*/ 0 w 3048000"/>
              <a:gd name="connsiteY3" fmla="*/ 2647950 h 2647950"/>
            </a:gdLst>
            <a:ahLst/>
            <a:cxnLst>
              <a:cxn ang="0">
                <a:pos x="connsiteX0" y="connsiteY0"/>
              </a:cxn>
              <a:cxn ang="0">
                <a:pos x="connsiteX1" y="connsiteY1"/>
              </a:cxn>
              <a:cxn ang="0">
                <a:pos x="connsiteX2" y="connsiteY2"/>
              </a:cxn>
              <a:cxn ang="0">
                <a:pos x="connsiteX3" y="connsiteY3"/>
              </a:cxn>
            </a:cxnLst>
            <a:rect l="l" t="t" r="r" b="b"/>
            <a:pathLst>
              <a:path w="3048000" h="2647950">
                <a:moveTo>
                  <a:pt x="0" y="0"/>
                </a:moveTo>
                <a:lnTo>
                  <a:pt x="3048000" y="0"/>
                </a:lnTo>
                <a:lnTo>
                  <a:pt x="3048000" y="2647950"/>
                </a:lnTo>
                <a:lnTo>
                  <a:pt x="0" y="2647950"/>
                </a:ln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
        <p:nvSpPr>
          <p:cNvPr id="9" name="Picture Placeholder 8"/>
          <p:cNvSpPr>
            <a:spLocks noGrp="1"/>
          </p:cNvSpPr>
          <p:nvPr>
            <p:ph type="pic" sz="quarter" idx="18" hasCustomPrompt="1"/>
          </p:nvPr>
        </p:nvSpPr>
        <p:spPr>
          <a:xfrm>
            <a:off x="3047999" y="361950"/>
            <a:ext cx="3048000" cy="1828800"/>
          </a:xfrm>
          <a:custGeom>
            <a:avLst/>
            <a:gdLst>
              <a:gd name="connsiteX0" fmla="*/ 0 w 3048000"/>
              <a:gd name="connsiteY0" fmla="*/ 0 h 1828800"/>
              <a:gd name="connsiteX1" fmla="*/ 3048000 w 3048000"/>
              <a:gd name="connsiteY1" fmla="*/ 0 h 1828800"/>
              <a:gd name="connsiteX2" fmla="*/ 3048000 w 3048000"/>
              <a:gd name="connsiteY2" fmla="*/ 1828800 h 1828800"/>
              <a:gd name="connsiteX3" fmla="*/ 0 w 3048000"/>
              <a:gd name="connsiteY3" fmla="*/ 1828800 h 1828800"/>
            </a:gdLst>
            <a:ahLst/>
            <a:cxnLst>
              <a:cxn ang="0">
                <a:pos x="connsiteX0" y="connsiteY0"/>
              </a:cxn>
              <a:cxn ang="0">
                <a:pos x="connsiteX1" y="connsiteY1"/>
              </a:cxn>
              <a:cxn ang="0">
                <a:pos x="connsiteX2" y="connsiteY2"/>
              </a:cxn>
              <a:cxn ang="0">
                <a:pos x="connsiteX3" y="connsiteY3"/>
              </a:cxn>
            </a:cxnLst>
            <a:rect l="l" t="t" r="r" b="b"/>
            <a:pathLst>
              <a:path w="3048000" h="1828800">
                <a:moveTo>
                  <a:pt x="0" y="0"/>
                </a:moveTo>
                <a:lnTo>
                  <a:pt x="3048000" y="0"/>
                </a:lnTo>
                <a:lnTo>
                  <a:pt x="3048000" y="1828800"/>
                </a:lnTo>
                <a:lnTo>
                  <a:pt x="0" y="1828800"/>
                </a:ln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Tree>
    <p:extLst>
      <p:ext uri="{BB962C8B-B14F-4D97-AF65-F5344CB8AC3E}">
        <p14:creationId xmlns:p14="http://schemas.microsoft.com/office/powerpoint/2010/main" val="362531314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M34">
    <p:spTree>
      <p:nvGrpSpPr>
        <p:cNvPr id="1" name=""/>
        <p:cNvGrpSpPr/>
        <p:nvPr/>
      </p:nvGrpSpPr>
      <p:grpSpPr>
        <a:xfrm>
          <a:off x="0" y="0"/>
          <a:ext cx="0" cy="0"/>
          <a:chOff x="0" y="0"/>
          <a:chExt cx="0" cy="0"/>
        </a:xfrm>
      </p:grpSpPr>
      <p:sp>
        <p:nvSpPr>
          <p:cNvPr id="18" name="Picture Placeholder 17"/>
          <p:cNvSpPr>
            <a:spLocks noGrp="1"/>
          </p:cNvSpPr>
          <p:nvPr>
            <p:ph type="pic" sz="quarter" idx="17" hasCustomPrompt="1"/>
          </p:nvPr>
        </p:nvSpPr>
        <p:spPr>
          <a:xfrm>
            <a:off x="0" y="0"/>
            <a:ext cx="5333999" cy="5143500"/>
          </a:xfrm>
          <a:custGeom>
            <a:avLst/>
            <a:gdLst>
              <a:gd name="connsiteX0" fmla="*/ 0 w 5333999"/>
              <a:gd name="connsiteY0" fmla="*/ 0 h 2571750"/>
              <a:gd name="connsiteX1" fmla="*/ 380999 w 5333999"/>
              <a:gd name="connsiteY1" fmla="*/ 0 h 2571750"/>
              <a:gd name="connsiteX2" fmla="*/ 4952998 w 5333999"/>
              <a:gd name="connsiteY2" fmla="*/ 0 h 2571750"/>
              <a:gd name="connsiteX3" fmla="*/ 5333999 w 5333999"/>
              <a:gd name="connsiteY3" fmla="*/ 0 h 2571750"/>
              <a:gd name="connsiteX4" fmla="*/ 5333999 w 5333999"/>
              <a:gd name="connsiteY4" fmla="*/ 2571750 h 2571750"/>
              <a:gd name="connsiteX5" fmla="*/ 0 w 5333999"/>
              <a:gd name="connsiteY5" fmla="*/ 2571750 h 2571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33999" h="2571750">
                <a:moveTo>
                  <a:pt x="0" y="0"/>
                </a:moveTo>
                <a:lnTo>
                  <a:pt x="380999" y="0"/>
                </a:lnTo>
                <a:lnTo>
                  <a:pt x="4952998" y="0"/>
                </a:lnTo>
                <a:lnTo>
                  <a:pt x="5333999" y="0"/>
                </a:lnTo>
                <a:lnTo>
                  <a:pt x="5333999" y="2571750"/>
                </a:lnTo>
                <a:lnTo>
                  <a:pt x="0" y="2571750"/>
                </a:lnTo>
                <a:close/>
              </a:path>
            </a:pathLst>
          </a:custGeom>
          <a:solidFill>
            <a:schemeClr val="tx2">
              <a:lumMod val="10000"/>
              <a:lumOff val="90000"/>
            </a:schemeClr>
          </a:solidFill>
          <a:ln>
            <a:noFill/>
          </a:ln>
        </p:spPr>
        <p:txBody>
          <a:bodyPr wrap="square" bIns="457200" anchor="b">
            <a:noAutofit/>
          </a:bodyPr>
          <a:lstStyle>
            <a:lvl1pPr algn="ctr">
              <a:buNone/>
              <a:defRPr sz="1100">
                <a:solidFill>
                  <a:schemeClr val="tx1">
                    <a:lumMod val="50000"/>
                    <a:lumOff val="50000"/>
                  </a:schemeClr>
                </a:solidFill>
              </a:defRPr>
            </a:lvl1pPr>
          </a:lstStyle>
          <a:p>
            <a:r>
              <a:rPr lang="en-US" dirty="0"/>
              <a:t>Image Holder</a:t>
            </a:r>
          </a:p>
        </p:txBody>
      </p:sp>
      <p:sp>
        <p:nvSpPr>
          <p:cNvPr id="5" name="Text Placeholder 3"/>
          <p:cNvSpPr>
            <a:spLocks noGrp="1"/>
          </p:cNvSpPr>
          <p:nvPr>
            <p:ph type="body" sz="half" idx="2" hasCustomPrompt="1"/>
          </p:nvPr>
        </p:nvSpPr>
        <p:spPr>
          <a:xfrm>
            <a:off x="5562600" y="883820"/>
            <a:ext cx="3186763" cy="173255"/>
          </a:xfrm>
          <a:prstGeom prst="rect">
            <a:avLst/>
          </a:prstGeom>
        </p:spPr>
        <p:txBody>
          <a:bodyPr wrap="none" lIns="0" tIns="0" rIns="0" bIns="0" anchor="ctr">
            <a:noAutofit/>
          </a:bodyPr>
          <a:lstStyle>
            <a:lvl1pPr marL="0" indent="0" algn="l">
              <a:buNone/>
              <a:defRPr sz="1200" b="0" baseline="0">
                <a:solidFill>
                  <a:schemeClr val="bg1"/>
                </a:solidFill>
                <a:latin typeface="+mn-lt"/>
                <a:ea typeface="Roboto" panose="02000000000000000000" pitchFamily="2" charset="0"/>
              </a:defRPr>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dirty="0"/>
              <a:t>CLICK TO EDITE SUBTITLE</a:t>
            </a:r>
          </a:p>
        </p:txBody>
      </p:sp>
      <p:sp>
        <p:nvSpPr>
          <p:cNvPr id="6" name="Title 2"/>
          <p:cNvSpPr>
            <a:spLocks noGrp="1"/>
          </p:cNvSpPr>
          <p:nvPr>
            <p:ph type="title" hasCustomPrompt="1"/>
          </p:nvPr>
        </p:nvSpPr>
        <p:spPr>
          <a:xfrm>
            <a:off x="5562600" y="341313"/>
            <a:ext cx="3186763" cy="495383"/>
          </a:xfrm>
          <a:prstGeom prst="rect">
            <a:avLst/>
          </a:prstGeom>
        </p:spPr>
        <p:txBody>
          <a:bodyPr lIns="0" tIns="0" rIns="0" bIns="0" anchor="ctr"/>
          <a:lstStyle>
            <a:lvl1pPr algn="l">
              <a:defRPr sz="2800">
                <a:solidFill>
                  <a:schemeClr val="bg1"/>
                </a:solidFill>
              </a:defRPr>
            </a:lvl1pPr>
          </a:lstStyle>
          <a:p>
            <a:r>
              <a:rPr lang="en-US" dirty="0"/>
              <a:t>Click to edit title</a:t>
            </a:r>
          </a:p>
        </p:txBody>
      </p:sp>
    </p:spTree>
    <p:extLst>
      <p:ext uri="{BB962C8B-B14F-4D97-AF65-F5344CB8AC3E}">
        <p14:creationId xmlns:p14="http://schemas.microsoft.com/office/powerpoint/2010/main" val="134159271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1_M34">
    <p:spTree>
      <p:nvGrpSpPr>
        <p:cNvPr id="1" name=""/>
        <p:cNvGrpSpPr/>
        <p:nvPr/>
      </p:nvGrpSpPr>
      <p:grpSpPr>
        <a:xfrm>
          <a:off x="0" y="0"/>
          <a:ext cx="0" cy="0"/>
          <a:chOff x="0" y="0"/>
          <a:chExt cx="0" cy="0"/>
        </a:xfrm>
      </p:grpSpPr>
      <p:sp>
        <p:nvSpPr>
          <p:cNvPr id="18" name="Picture Placeholder 17"/>
          <p:cNvSpPr>
            <a:spLocks noGrp="1"/>
          </p:cNvSpPr>
          <p:nvPr>
            <p:ph type="pic" sz="quarter" idx="17" hasCustomPrompt="1"/>
          </p:nvPr>
        </p:nvSpPr>
        <p:spPr>
          <a:xfrm>
            <a:off x="0" y="0"/>
            <a:ext cx="6477000" cy="5143500"/>
          </a:xfrm>
          <a:custGeom>
            <a:avLst/>
            <a:gdLst>
              <a:gd name="connsiteX0" fmla="*/ 0 w 5333999"/>
              <a:gd name="connsiteY0" fmla="*/ 0 h 2571750"/>
              <a:gd name="connsiteX1" fmla="*/ 380999 w 5333999"/>
              <a:gd name="connsiteY1" fmla="*/ 0 h 2571750"/>
              <a:gd name="connsiteX2" fmla="*/ 4952998 w 5333999"/>
              <a:gd name="connsiteY2" fmla="*/ 0 h 2571750"/>
              <a:gd name="connsiteX3" fmla="*/ 5333999 w 5333999"/>
              <a:gd name="connsiteY3" fmla="*/ 0 h 2571750"/>
              <a:gd name="connsiteX4" fmla="*/ 5333999 w 5333999"/>
              <a:gd name="connsiteY4" fmla="*/ 2571750 h 2571750"/>
              <a:gd name="connsiteX5" fmla="*/ 0 w 5333999"/>
              <a:gd name="connsiteY5" fmla="*/ 2571750 h 2571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33999" h="2571750">
                <a:moveTo>
                  <a:pt x="0" y="0"/>
                </a:moveTo>
                <a:lnTo>
                  <a:pt x="380999" y="0"/>
                </a:lnTo>
                <a:lnTo>
                  <a:pt x="4952998" y="0"/>
                </a:lnTo>
                <a:lnTo>
                  <a:pt x="5333999" y="0"/>
                </a:lnTo>
                <a:lnTo>
                  <a:pt x="5333999" y="2571750"/>
                </a:lnTo>
                <a:lnTo>
                  <a:pt x="0" y="2571750"/>
                </a:lnTo>
                <a:close/>
              </a:path>
            </a:pathLst>
          </a:custGeom>
          <a:solidFill>
            <a:schemeClr val="tx2">
              <a:lumMod val="10000"/>
              <a:lumOff val="90000"/>
            </a:schemeClr>
          </a:solidFill>
          <a:ln>
            <a:noFill/>
          </a:ln>
        </p:spPr>
        <p:txBody>
          <a:bodyPr wrap="square" bIns="457200" anchor="b">
            <a:noAutofit/>
          </a:bodyPr>
          <a:lstStyle>
            <a:lvl1pPr algn="ctr">
              <a:buNone/>
              <a:defRPr sz="1100">
                <a:solidFill>
                  <a:schemeClr val="tx1">
                    <a:lumMod val="50000"/>
                    <a:lumOff val="50000"/>
                  </a:schemeClr>
                </a:solidFill>
              </a:defRPr>
            </a:lvl1pPr>
          </a:lstStyle>
          <a:p>
            <a:r>
              <a:rPr lang="en-US" dirty="0"/>
              <a:t>Image Holder</a:t>
            </a:r>
          </a:p>
        </p:txBody>
      </p:sp>
      <p:sp>
        <p:nvSpPr>
          <p:cNvPr id="5" name="Text Placeholder 3"/>
          <p:cNvSpPr>
            <a:spLocks noGrp="1"/>
          </p:cNvSpPr>
          <p:nvPr>
            <p:ph type="body" sz="half" idx="2" hasCustomPrompt="1"/>
          </p:nvPr>
        </p:nvSpPr>
        <p:spPr>
          <a:xfrm>
            <a:off x="6705600" y="883820"/>
            <a:ext cx="2209800" cy="173255"/>
          </a:xfrm>
          <a:prstGeom prst="rect">
            <a:avLst/>
          </a:prstGeom>
        </p:spPr>
        <p:txBody>
          <a:bodyPr wrap="none" lIns="0" tIns="0" rIns="0" bIns="0" anchor="ctr">
            <a:noAutofit/>
          </a:bodyPr>
          <a:lstStyle>
            <a:lvl1pPr marL="0" indent="0" algn="l">
              <a:buNone/>
              <a:defRPr sz="1200" b="0" baseline="0">
                <a:solidFill>
                  <a:schemeClr val="bg1"/>
                </a:solidFill>
                <a:latin typeface="+mn-lt"/>
                <a:ea typeface="Roboto" panose="02000000000000000000" pitchFamily="2" charset="0"/>
              </a:defRPr>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dirty="0"/>
              <a:t>CLICK TO EDITE SUBTITLE</a:t>
            </a:r>
          </a:p>
        </p:txBody>
      </p:sp>
      <p:sp>
        <p:nvSpPr>
          <p:cNvPr id="6" name="Title 2"/>
          <p:cNvSpPr>
            <a:spLocks noGrp="1"/>
          </p:cNvSpPr>
          <p:nvPr>
            <p:ph type="title" hasCustomPrompt="1"/>
          </p:nvPr>
        </p:nvSpPr>
        <p:spPr>
          <a:xfrm>
            <a:off x="6705600" y="341313"/>
            <a:ext cx="2209800" cy="495383"/>
          </a:xfrm>
          <a:prstGeom prst="rect">
            <a:avLst/>
          </a:prstGeom>
        </p:spPr>
        <p:txBody>
          <a:bodyPr lIns="0" tIns="0" rIns="0" bIns="0" anchor="ctr"/>
          <a:lstStyle>
            <a:lvl1pPr algn="l">
              <a:defRPr sz="2800">
                <a:solidFill>
                  <a:schemeClr val="bg1"/>
                </a:solidFill>
              </a:defRPr>
            </a:lvl1pPr>
          </a:lstStyle>
          <a:p>
            <a:r>
              <a:rPr lang="en-US" dirty="0"/>
              <a:t>Click to edit title</a:t>
            </a:r>
          </a:p>
        </p:txBody>
      </p:sp>
    </p:spTree>
    <p:extLst>
      <p:ext uri="{BB962C8B-B14F-4D97-AF65-F5344CB8AC3E}">
        <p14:creationId xmlns:p14="http://schemas.microsoft.com/office/powerpoint/2010/main" val="292911992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M35">
    <p:spTree>
      <p:nvGrpSpPr>
        <p:cNvPr id="1" name=""/>
        <p:cNvGrpSpPr/>
        <p:nvPr/>
      </p:nvGrpSpPr>
      <p:grpSpPr>
        <a:xfrm>
          <a:off x="0" y="0"/>
          <a:ext cx="0" cy="0"/>
          <a:chOff x="0" y="0"/>
          <a:chExt cx="0" cy="0"/>
        </a:xfrm>
      </p:grpSpPr>
      <p:sp>
        <p:nvSpPr>
          <p:cNvPr id="18" name="Picture Placeholder 17"/>
          <p:cNvSpPr>
            <a:spLocks noGrp="1"/>
          </p:cNvSpPr>
          <p:nvPr>
            <p:ph type="pic" sz="quarter" idx="17" hasCustomPrompt="1"/>
          </p:nvPr>
        </p:nvSpPr>
        <p:spPr>
          <a:xfrm>
            <a:off x="3810001" y="0"/>
            <a:ext cx="5333999" cy="2571750"/>
          </a:xfrm>
          <a:custGeom>
            <a:avLst/>
            <a:gdLst>
              <a:gd name="connsiteX0" fmla="*/ 0 w 5333999"/>
              <a:gd name="connsiteY0" fmla="*/ 0 h 2571750"/>
              <a:gd name="connsiteX1" fmla="*/ 380999 w 5333999"/>
              <a:gd name="connsiteY1" fmla="*/ 0 h 2571750"/>
              <a:gd name="connsiteX2" fmla="*/ 4952998 w 5333999"/>
              <a:gd name="connsiteY2" fmla="*/ 0 h 2571750"/>
              <a:gd name="connsiteX3" fmla="*/ 5333999 w 5333999"/>
              <a:gd name="connsiteY3" fmla="*/ 0 h 2571750"/>
              <a:gd name="connsiteX4" fmla="*/ 5333999 w 5333999"/>
              <a:gd name="connsiteY4" fmla="*/ 2571750 h 2571750"/>
              <a:gd name="connsiteX5" fmla="*/ 0 w 5333999"/>
              <a:gd name="connsiteY5" fmla="*/ 2571750 h 2571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33999" h="2571750">
                <a:moveTo>
                  <a:pt x="0" y="0"/>
                </a:moveTo>
                <a:lnTo>
                  <a:pt x="380999" y="0"/>
                </a:lnTo>
                <a:lnTo>
                  <a:pt x="4952998" y="0"/>
                </a:lnTo>
                <a:lnTo>
                  <a:pt x="5333999" y="0"/>
                </a:lnTo>
                <a:lnTo>
                  <a:pt x="5333999" y="2571750"/>
                </a:lnTo>
                <a:lnTo>
                  <a:pt x="0" y="2571750"/>
                </a:lnTo>
                <a:close/>
              </a:path>
            </a:pathLst>
          </a:custGeom>
          <a:solidFill>
            <a:schemeClr val="tx2">
              <a:lumMod val="10000"/>
              <a:lumOff val="90000"/>
            </a:schemeClr>
          </a:solidFill>
          <a:ln>
            <a:noFill/>
          </a:ln>
        </p:spPr>
        <p:txBody>
          <a:bodyPr wrap="square" bIns="457200" anchor="b">
            <a:noAutofit/>
          </a:bodyPr>
          <a:lstStyle>
            <a:lvl1pPr algn="ctr">
              <a:buNone/>
              <a:defRPr sz="1100">
                <a:solidFill>
                  <a:schemeClr val="tx1">
                    <a:lumMod val="50000"/>
                    <a:lumOff val="50000"/>
                  </a:schemeClr>
                </a:solidFill>
              </a:defRPr>
            </a:lvl1pPr>
          </a:lstStyle>
          <a:p>
            <a:r>
              <a:rPr lang="en-US" dirty="0"/>
              <a:t>Image Holder</a:t>
            </a:r>
          </a:p>
        </p:txBody>
      </p:sp>
      <p:sp>
        <p:nvSpPr>
          <p:cNvPr id="19" name="Picture Placeholder 18"/>
          <p:cNvSpPr>
            <a:spLocks noGrp="1"/>
          </p:cNvSpPr>
          <p:nvPr>
            <p:ph type="pic" sz="quarter" idx="18" hasCustomPrompt="1"/>
          </p:nvPr>
        </p:nvSpPr>
        <p:spPr>
          <a:xfrm>
            <a:off x="3810001" y="2571750"/>
            <a:ext cx="5333999" cy="2571750"/>
          </a:xfrm>
          <a:custGeom>
            <a:avLst/>
            <a:gdLst>
              <a:gd name="connsiteX0" fmla="*/ 0 w 5333999"/>
              <a:gd name="connsiteY0" fmla="*/ 0 h 2571750"/>
              <a:gd name="connsiteX1" fmla="*/ 5333999 w 5333999"/>
              <a:gd name="connsiteY1" fmla="*/ 0 h 2571750"/>
              <a:gd name="connsiteX2" fmla="*/ 5333999 w 5333999"/>
              <a:gd name="connsiteY2" fmla="*/ 2571750 h 2571750"/>
              <a:gd name="connsiteX3" fmla="*/ 0 w 5333999"/>
              <a:gd name="connsiteY3" fmla="*/ 2571750 h 2571750"/>
            </a:gdLst>
            <a:ahLst/>
            <a:cxnLst>
              <a:cxn ang="0">
                <a:pos x="connsiteX0" y="connsiteY0"/>
              </a:cxn>
              <a:cxn ang="0">
                <a:pos x="connsiteX1" y="connsiteY1"/>
              </a:cxn>
              <a:cxn ang="0">
                <a:pos x="connsiteX2" y="connsiteY2"/>
              </a:cxn>
              <a:cxn ang="0">
                <a:pos x="connsiteX3" y="connsiteY3"/>
              </a:cxn>
            </a:cxnLst>
            <a:rect l="l" t="t" r="r" b="b"/>
            <a:pathLst>
              <a:path w="5333999" h="2571750">
                <a:moveTo>
                  <a:pt x="0" y="0"/>
                </a:moveTo>
                <a:lnTo>
                  <a:pt x="5333999" y="0"/>
                </a:lnTo>
                <a:lnTo>
                  <a:pt x="5333999" y="2571750"/>
                </a:lnTo>
                <a:lnTo>
                  <a:pt x="0" y="2571750"/>
                </a:lnTo>
                <a:close/>
              </a:path>
            </a:pathLst>
          </a:custGeom>
          <a:solidFill>
            <a:schemeClr val="tx2">
              <a:lumMod val="10000"/>
              <a:lumOff val="90000"/>
            </a:schemeClr>
          </a:solidFill>
          <a:ln>
            <a:noFill/>
          </a:ln>
        </p:spPr>
        <p:txBody>
          <a:bodyPr wrap="square" bIns="457200" anchor="b">
            <a:noAutofit/>
          </a:bodyPr>
          <a:lstStyle>
            <a:lvl1pPr algn="ctr">
              <a:buNone/>
              <a:defRPr sz="1100">
                <a:solidFill>
                  <a:schemeClr val="tx1">
                    <a:lumMod val="50000"/>
                    <a:lumOff val="50000"/>
                  </a:schemeClr>
                </a:solidFill>
              </a:defRPr>
            </a:lvl1pPr>
          </a:lstStyle>
          <a:p>
            <a:r>
              <a:rPr lang="en-US" dirty="0"/>
              <a:t>Image Holder</a:t>
            </a:r>
          </a:p>
        </p:txBody>
      </p:sp>
      <p:sp>
        <p:nvSpPr>
          <p:cNvPr id="6" name="Text Placeholder 3"/>
          <p:cNvSpPr>
            <a:spLocks noGrp="1"/>
          </p:cNvSpPr>
          <p:nvPr>
            <p:ph type="body" sz="half" idx="2" hasCustomPrompt="1"/>
          </p:nvPr>
        </p:nvSpPr>
        <p:spPr>
          <a:xfrm>
            <a:off x="381001" y="883820"/>
            <a:ext cx="3352800" cy="173255"/>
          </a:xfrm>
          <a:prstGeom prst="rect">
            <a:avLst/>
          </a:prstGeom>
        </p:spPr>
        <p:txBody>
          <a:bodyPr wrap="none" lIns="0" tIns="0" rIns="0" bIns="0" anchor="ctr">
            <a:noAutofit/>
          </a:bodyPr>
          <a:lstStyle>
            <a:lvl1pPr marL="0" indent="0" algn="l" rtl="0">
              <a:buNone/>
              <a:defRPr sz="1200" b="0" baseline="0">
                <a:solidFill>
                  <a:schemeClr val="bg1"/>
                </a:solidFill>
                <a:latin typeface="+mn-lt"/>
                <a:ea typeface="Roboto" panose="02000000000000000000" pitchFamily="2" charset="0"/>
              </a:defRPr>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dirty="0"/>
              <a:t>CLICK TO EDITE SUBTITLE</a:t>
            </a:r>
          </a:p>
        </p:txBody>
      </p:sp>
      <p:sp>
        <p:nvSpPr>
          <p:cNvPr id="7" name="Title 2"/>
          <p:cNvSpPr>
            <a:spLocks noGrp="1"/>
          </p:cNvSpPr>
          <p:nvPr>
            <p:ph type="title" hasCustomPrompt="1"/>
          </p:nvPr>
        </p:nvSpPr>
        <p:spPr>
          <a:xfrm>
            <a:off x="381001" y="341313"/>
            <a:ext cx="3352800" cy="495383"/>
          </a:xfrm>
          <a:prstGeom prst="rect">
            <a:avLst/>
          </a:prstGeom>
        </p:spPr>
        <p:txBody>
          <a:bodyPr lIns="0" tIns="0" rIns="0" bIns="0" anchor="ctr"/>
          <a:lstStyle>
            <a:lvl1pPr algn="l" rtl="0">
              <a:defRPr sz="3200">
                <a:solidFill>
                  <a:schemeClr val="bg1"/>
                </a:solidFill>
              </a:defRPr>
            </a:lvl1pPr>
          </a:lstStyle>
          <a:p>
            <a:r>
              <a:rPr lang="en-US" dirty="0"/>
              <a:t>Click to edit title</a:t>
            </a:r>
          </a:p>
        </p:txBody>
      </p:sp>
    </p:spTree>
    <p:extLst>
      <p:ext uri="{BB962C8B-B14F-4D97-AF65-F5344CB8AC3E}">
        <p14:creationId xmlns:p14="http://schemas.microsoft.com/office/powerpoint/2010/main" val="144889167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M36">
    <p:spTree>
      <p:nvGrpSpPr>
        <p:cNvPr id="1" name=""/>
        <p:cNvGrpSpPr/>
        <p:nvPr/>
      </p:nvGrpSpPr>
      <p:grpSpPr>
        <a:xfrm>
          <a:off x="0" y="0"/>
          <a:ext cx="0" cy="0"/>
          <a:chOff x="0" y="0"/>
          <a:chExt cx="0" cy="0"/>
        </a:xfrm>
      </p:grpSpPr>
      <p:sp>
        <p:nvSpPr>
          <p:cNvPr id="22" name="Picture Placeholder 21"/>
          <p:cNvSpPr>
            <a:spLocks noGrp="1"/>
          </p:cNvSpPr>
          <p:nvPr userDrawn="1">
            <p:ph type="pic" sz="quarter" idx="17" hasCustomPrompt="1"/>
          </p:nvPr>
        </p:nvSpPr>
        <p:spPr>
          <a:xfrm>
            <a:off x="0" y="0"/>
            <a:ext cx="5333999" cy="1714500"/>
          </a:xfrm>
          <a:custGeom>
            <a:avLst/>
            <a:gdLst>
              <a:gd name="connsiteX0" fmla="*/ 0 w 5333999"/>
              <a:gd name="connsiteY0" fmla="*/ 0 h 1714500"/>
              <a:gd name="connsiteX1" fmla="*/ 380999 w 5333999"/>
              <a:gd name="connsiteY1" fmla="*/ 0 h 1714500"/>
              <a:gd name="connsiteX2" fmla="*/ 4952998 w 5333999"/>
              <a:gd name="connsiteY2" fmla="*/ 0 h 1714500"/>
              <a:gd name="connsiteX3" fmla="*/ 5333999 w 5333999"/>
              <a:gd name="connsiteY3" fmla="*/ 0 h 1714500"/>
              <a:gd name="connsiteX4" fmla="*/ 5333999 w 5333999"/>
              <a:gd name="connsiteY4" fmla="*/ 1714500 h 1714500"/>
              <a:gd name="connsiteX5" fmla="*/ 0 w 5333999"/>
              <a:gd name="connsiteY5" fmla="*/ 1714500 h 1714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33999" h="1714500">
                <a:moveTo>
                  <a:pt x="0" y="0"/>
                </a:moveTo>
                <a:lnTo>
                  <a:pt x="380999" y="0"/>
                </a:lnTo>
                <a:lnTo>
                  <a:pt x="4952998" y="0"/>
                </a:lnTo>
                <a:lnTo>
                  <a:pt x="5333999" y="0"/>
                </a:lnTo>
                <a:lnTo>
                  <a:pt x="5333999" y="1714500"/>
                </a:lnTo>
                <a:lnTo>
                  <a:pt x="0" y="1714500"/>
                </a:lnTo>
                <a:close/>
              </a:path>
            </a:pathLst>
          </a:custGeom>
          <a:solidFill>
            <a:schemeClr val="tx2">
              <a:lumMod val="10000"/>
              <a:lumOff val="90000"/>
            </a:schemeClr>
          </a:solidFill>
          <a:ln>
            <a:noFill/>
          </a:ln>
        </p:spPr>
        <p:txBody>
          <a:bodyPr wrap="square" bIns="457200" anchor="b">
            <a:noAutofit/>
          </a:bodyPr>
          <a:lstStyle>
            <a:lvl1pPr algn="ctr">
              <a:buNone/>
              <a:defRPr sz="1100">
                <a:solidFill>
                  <a:schemeClr val="tx1">
                    <a:lumMod val="50000"/>
                    <a:lumOff val="50000"/>
                  </a:schemeClr>
                </a:solidFill>
              </a:defRPr>
            </a:lvl1pPr>
          </a:lstStyle>
          <a:p>
            <a:r>
              <a:rPr lang="en-US" dirty="0"/>
              <a:t>Image Holder</a:t>
            </a:r>
          </a:p>
        </p:txBody>
      </p:sp>
      <p:sp>
        <p:nvSpPr>
          <p:cNvPr id="21" name="Picture Placeholder 20"/>
          <p:cNvSpPr>
            <a:spLocks noGrp="1"/>
          </p:cNvSpPr>
          <p:nvPr>
            <p:ph type="pic" sz="quarter" idx="18" hasCustomPrompt="1"/>
          </p:nvPr>
        </p:nvSpPr>
        <p:spPr>
          <a:xfrm>
            <a:off x="0" y="1714500"/>
            <a:ext cx="5333999" cy="1714500"/>
          </a:xfrm>
          <a:custGeom>
            <a:avLst/>
            <a:gdLst>
              <a:gd name="connsiteX0" fmla="*/ 0 w 5333999"/>
              <a:gd name="connsiteY0" fmla="*/ 0 h 1714500"/>
              <a:gd name="connsiteX1" fmla="*/ 380999 w 5333999"/>
              <a:gd name="connsiteY1" fmla="*/ 0 h 1714500"/>
              <a:gd name="connsiteX2" fmla="*/ 4952998 w 5333999"/>
              <a:gd name="connsiteY2" fmla="*/ 0 h 1714500"/>
              <a:gd name="connsiteX3" fmla="*/ 5333999 w 5333999"/>
              <a:gd name="connsiteY3" fmla="*/ 0 h 1714500"/>
              <a:gd name="connsiteX4" fmla="*/ 5333999 w 5333999"/>
              <a:gd name="connsiteY4" fmla="*/ 1714500 h 1714500"/>
              <a:gd name="connsiteX5" fmla="*/ 0 w 5333999"/>
              <a:gd name="connsiteY5" fmla="*/ 1714500 h 1714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33999" h="1714500">
                <a:moveTo>
                  <a:pt x="0" y="0"/>
                </a:moveTo>
                <a:lnTo>
                  <a:pt x="380999" y="0"/>
                </a:lnTo>
                <a:lnTo>
                  <a:pt x="4952998" y="0"/>
                </a:lnTo>
                <a:lnTo>
                  <a:pt x="5333999" y="0"/>
                </a:lnTo>
                <a:lnTo>
                  <a:pt x="5333999" y="1714500"/>
                </a:lnTo>
                <a:lnTo>
                  <a:pt x="0" y="1714500"/>
                </a:lnTo>
                <a:close/>
              </a:path>
            </a:pathLst>
          </a:custGeom>
          <a:solidFill>
            <a:schemeClr val="tx2">
              <a:lumMod val="10000"/>
              <a:lumOff val="90000"/>
            </a:schemeClr>
          </a:solidFill>
          <a:ln>
            <a:noFill/>
          </a:ln>
        </p:spPr>
        <p:txBody>
          <a:bodyPr wrap="square" bIns="457200" anchor="b">
            <a:noAutofit/>
          </a:bodyPr>
          <a:lstStyle>
            <a:lvl1pPr algn="ctr">
              <a:buNone/>
              <a:defRPr sz="1100">
                <a:solidFill>
                  <a:schemeClr val="tx1">
                    <a:lumMod val="50000"/>
                    <a:lumOff val="50000"/>
                  </a:schemeClr>
                </a:solidFill>
              </a:defRPr>
            </a:lvl1pPr>
          </a:lstStyle>
          <a:p>
            <a:r>
              <a:rPr lang="en-US" dirty="0"/>
              <a:t>Image Holder</a:t>
            </a:r>
          </a:p>
        </p:txBody>
      </p:sp>
      <p:sp>
        <p:nvSpPr>
          <p:cNvPr id="20" name="Picture Placeholder 19"/>
          <p:cNvSpPr>
            <a:spLocks noGrp="1"/>
          </p:cNvSpPr>
          <p:nvPr>
            <p:ph type="pic" sz="quarter" idx="19" hasCustomPrompt="1"/>
          </p:nvPr>
        </p:nvSpPr>
        <p:spPr>
          <a:xfrm>
            <a:off x="0" y="3429000"/>
            <a:ext cx="5333999" cy="1714500"/>
          </a:xfrm>
          <a:custGeom>
            <a:avLst/>
            <a:gdLst>
              <a:gd name="connsiteX0" fmla="*/ 0 w 5333999"/>
              <a:gd name="connsiteY0" fmla="*/ 0 h 1714500"/>
              <a:gd name="connsiteX1" fmla="*/ 380999 w 5333999"/>
              <a:gd name="connsiteY1" fmla="*/ 0 h 1714500"/>
              <a:gd name="connsiteX2" fmla="*/ 4952998 w 5333999"/>
              <a:gd name="connsiteY2" fmla="*/ 0 h 1714500"/>
              <a:gd name="connsiteX3" fmla="*/ 5333999 w 5333999"/>
              <a:gd name="connsiteY3" fmla="*/ 0 h 1714500"/>
              <a:gd name="connsiteX4" fmla="*/ 5333999 w 5333999"/>
              <a:gd name="connsiteY4" fmla="*/ 1714500 h 1714500"/>
              <a:gd name="connsiteX5" fmla="*/ 0 w 5333999"/>
              <a:gd name="connsiteY5" fmla="*/ 1714500 h 1714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33999" h="1714500">
                <a:moveTo>
                  <a:pt x="0" y="0"/>
                </a:moveTo>
                <a:lnTo>
                  <a:pt x="380999" y="0"/>
                </a:lnTo>
                <a:lnTo>
                  <a:pt x="4952998" y="0"/>
                </a:lnTo>
                <a:lnTo>
                  <a:pt x="5333999" y="0"/>
                </a:lnTo>
                <a:lnTo>
                  <a:pt x="5333999" y="1714500"/>
                </a:lnTo>
                <a:lnTo>
                  <a:pt x="0" y="1714500"/>
                </a:ln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
        <p:nvSpPr>
          <p:cNvPr id="5" name="Text Placeholder 3"/>
          <p:cNvSpPr>
            <a:spLocks noGrp="1"/>
          </p:cNvSpPr>
          <p:nvPr>
            <p:ph type="body" sz="half" idx="2" hasCustomPrompt="1"/>
          </p:nvPr>
        </p:nvSpPr>
        <p:spPr>
          <a:xfrm>
            <a:off x="5562600" y="883820"/>
            <a:ext cx="3186763" cy="173255"/>
          </a:xfrm>
          <a:prstGeom prst="rect">
            <a:avLst/>
          </a:prstGeom>
        </p:spPr>
        <p:txBody>
          <a:bodyPr wrap="none" lIns="0" tIns="0" rIns="0" bIns="0" anchor="ctr">
            <a:noAutofit/>
          </a:bodyPr>
          <a:lstStyle>
            <a:lvl1pPr marL="0" indent="0" algn="l" rtl="0">
              <a:buNone/>
              <a:defRPr sz="1200" b="0" baseline="0">
                <a:solidFill>
                  <a:schemeClr val="bg1"/>
                </a:solidFill>
                <a:latin typeface="+mn-lt"/>
                <a:ea typeface="Roboto" panose="02000000000000000000" pitchFamily="2" charset="0"/>
              </a:defRPr>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dirty="0"/>
              <a:t>CLICK TO EDITE SUBTITLE</a:t>
            </a:r>
          </a:p>
        </p:txBody>
      </p:sp>
      <p:sp>
        <p:nvSpPr>
          <p:cNvPr id="6" name="Title 2"/>
          <p:cNvSpPr>
            <a:spLocks noGrp="1"/>
          </p:cNvSpPr>
          <p:nvPr>
            <p:ph type="title" hasCustomPrompt="1"/>
          </p:nvPr>
        </p:nvSpPr>
        <p:spPr>
          <a:xfrm>
            <a:off x="5562600" y="341313"/>
            <a:ext cx="3186763" cy="495383"/>
          </a:xfrm>
          <a:prstGeom prst="rect">
            <a:avLst/>
          </a:prstGeom>
        </p:spPr>
        <p:txBody>
          <a:bodyPr lIns="0" tIns="0" rIns="0" bIns="0" anchor="ctr"/>
          <a:lstStyle>
            <a:lvl1pPr algn="l" rtl="0">
              <a:defRPr sz="2800">
                <a:solidFill>
                  <a:schemeClr val="bg1">
                    <a:lumMod val="50000"/>
                  </a:schemeClr>
                </a:solidFill>
              </a:defRPr>
            </a:lvl1pPr>
          </a:lstStyle>
          <a:p>
            <a:r>
              <a:rPr lang="en-US" dirty="0"/>
              <a:t>click to edit title</a:t>
            </a:r>
          </a:p>
        </p:txBody>
      </p:sp>
    </p:spTree>
    <p:extLst>
      <p:ext uri="{BB962C8B-B14F-4D97-AF65-F5344CB8AC3E}">
        <p14:creationId xmlns:p14="http://schemas.microsoft.com/office/powerpoint/2010/main" val="42695238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M37">
    <p:spTree>
      <p:nvGrpSpPr>
        <p:cNvPr id="1" name=""/>
        <p:cNvGrpSpPr/>
        <p:nvPr/>
      </p:nvGrpSpPr>
      <p:grpSpPr>
        <a:xfrm>
          <a:off x="0" y="0"/>
          <a:ext cx="0" cy="0"/>
          <a:chOff x="0" y="0"/>
          <a:chExt cx="0" cy="0"/>
        </a:xfrm>
      </p:grpSpPr>
      <p:sp>
        <p:nvSpPr>
          <p:cNvPr id="18" name="Picture Placeholder 17"/>
          <p:cNvSpPr>
            <a:spLocks noGrp="1"/>
          </p:cNvSpPr>
          <p:nvPr>
            <p:ph type="pic" sz="quarter" idx="17" hasCustomPrompt="1"/>
          </p:nvPr>
        </p:nvSpPr>
        <p:spPr>
          <a:xfrm>
            <a:off x="5334000" y="0"/>
            <a:ext cx="3810000" cy="2816293"/>
          </a:xfrm>
          <a:custGeom>
            <a:avLst/>
            <a:gdLst>
              <a:gd name="connsiteX0" fmla="*/ 0 w 5333999"/>
              <a:gd name="connsiteY0" fmla="*/ 0 h 2571750"/>
              <a:gd name="connsiteX1" fmla="*/ 380999 w 5333999"/>
              <a:gd name="connsiteY1" fmla="*/ 0 h 2571750"/>
              <a:gd name="connsiteX2" fmla="*/ 4952998 w 5333999"/>
              <a:gd name="connsiteY2" fmla="*/ 0 h 2571750"/>
              <a:gd name="connsiteX3" fmla="*/ 5333999 w 5333999"/>
              <a:gd name="connsiteY3" fmla="*/ 0 h 2571750"/>
              <a:gd name="connsiteX4" fmla="*/ 5333999 w 5333999"/>
              <a:gd name="connsiteY4" fmla="*/ 2571750 h 2571750"/>
              <a:gd name="connsiteX5" fmla="*/ 0 w 5333999"/>
              <a:gd name="connsiteY5" fmla="*/ 2571750 h 2571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33999" h="2571750">
                <a:moveTo>
                  <a:pt x="0" y="0"/>
                </a:moveTo>
                <a:lnTo>
                  <a:pt x="380999" y="0"/>
                </a:lnTo>
                <a:lnTo>
                  <a:pt x="4952998" y="0"/>
                </a:lnTo>
                <a:lnTo>
                  <a:pt x="5333999" y="0"/>
                </a:lnTo>
                <a:lnTo>
                  <a:pt x="5333999" y="2571750"/>
                </a:lnTo>
                <a:lnTo>
                  <a:pt x="0" y="2571750"/>
                </a:lnTo>
                <a:close/>
              </a:path>
            </a:pathLst>
          </a:custGeom>
          <a:solidFill>
            <a:schemeClr val="tx2">
              <a:lumMod val="10000"/>
              <a:lumOff val="90000"/>
            </a:schemeClr>
          </a:solidFill>
          <a:ln>
            <a:noFill/>
          </a:ln>
        </p:spPr>
        <p:txBody>
          <a:bodyPr wrap="square" bIns="457200" anchor="b">
            <a:noAutofit/>
          </a:bodyPr>
          <a:lstStyle>
            <a:lvl1pPr algn="ctr">
              <a:buNone/>
              <a:defRPr sz="1100">
                <a:solidFill>
                  <a:schemeClr val="tx1">
                    <a:lumMod val="50000"/>
                    <a:lumOff val="50000"/>
                  </a:schemeClr>
                </a:solidFill>
              </a:defRPr>
            </a:lvl1pPr>
          </a:lstStyle>
          <a:p>
            <a:r>
              <a:rPr lang="en-US" dirty="0"/>
              <a:t>Image Holder</a:t>
            </a:r>
          </a:p>
        </p:txBody>
      </p:sp>
    </p:spTree>
    <p:extLst>
      <p:ext uri="{BB962C8B-B14F-4D97-AF65-F5344CB8AC3E}">
        <p14:creationId xmlns:p14="http://schemas.microsoft.com/office/powerpoint/2010/main" val="38261922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M38">
    <p:spTree>
      <p:nvGrpSpPr>
        <p:cNvPr id="1" name=""/>
        <p:cNvGrpSpPr/>
        <p:nvPr/>
      </p:nvGrpSpPr>
      <p:grpSpPr>
        <a:xfrm>
          <a:off x="0" y="0"/>
          <a:ext cx="0" cy="0"/>
          <a:chOff x="0" y="0"/>
          <a:chExt cx="0" cy="0"/>
        </a:xfrm>
      </p:grpSpPr>
      <p:sp>
        <p:nvSpPr>
          <p:cNvPr id="18" name="Picture Placeholder 17"/>
          <p:cNvSpPr>
            <a:spLocks noGrp="1"/>
          </p:cNvSpPr>
          <p:nvPr>
            <p:ph type="pic" sz="quarter" idx="17" hasCustomPrompt="1"/>
          </p:nvPr>
        </p:nvSpPr>
        <p:spPr>
          <a:xfrm>
            <a:off x="0" y="0"/>
            <a:ext cx="3810000" cy="3867150"/>
          </a:xfrm>
          <a:custGeom>
            <a:avLst/>
            <a:gdLst>
              <a:gd name="connsiteX0" fmla="*/ 0 w 5333999"/>
              <a:gd name="connsiteY0" fmla="*/ 0 h 2571750"/>
              <a:gd name="connsiteX1" fmla="*/ 380999 w 5333999"/>
              <a:gd name="connsiteY1" fmla="*/ 0 h 2571750"/>
              <a:gd name="connsiteX2" fmla="*/ 4952998 w 5333999"/>
              <a:gd name="connsiteY2" fmla="*/ 0 h 2571750"/>
              <a:gd name="connsiteX3" fmla="*/ 5333999 w 5333999"/>
              <a:gd name="connsiteY3" fmla="*/ 0 h 2571750"/>
              <a:gd name="connsiteX4" fmla="*/ 5333999 w 5333999"/>
              <a:gd name="connsiteY4" fmla="*/ 2571750 h 2571750"/>
              <a:gd name="connsiteX5" fmla="*/ 0 w 5333999"/>
              <a:gd name="connsiteY5" fmla="*/ 2571750 h 2571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33999" h="2571750">
                <a:moveTo>
                  <a:pt x="0" y="0"/>
                </a:moveTo>
                <a:lnTo>
                  <a:pt x="380999" y="0"/>
                </a:lnTo>
                <a:lnTo>
                  <a:pt x="4952998" y="0"/>
                </a:lnTo>
                <a:lnTo>
                  <a:pt x="5333999" y="0"/>
                </a:lnTo>
                <a:lnTo>
                  <a:pt x="5333999" y="2571750"/>
                </a:lnTo>
                <a:lnTo>
                  <a:pt x="0" y="2571750"/>
                </a:lnTo>
                <a:close/>
              </a:path>
            </a:pathLst>
          </a:custGeom>
          <a:solidFill>
            <a:schemeClr val="tx2">
              <a:lumMod val="10000"/>
              <a:lumOff val="90000"/>
            </a:schemeClr>
          </a:solidFill>
          <a:ln>
            <a:noFill/>
          </a:ln>
        </p:spPr>
        <p:txBody>
          <a:bodyPr wrap="square" bIns="457200" anchor="b">
            <a:noAutofit/>
          </a:bodyPr>
          <a:lstStyle>
            <a:lvl1pPr algn="ctr">
              <a:buNone/>
              <a:defRPr sz="1100">
                <a:solidFill>
                  <a:schemeClr val="tx1">
                    <a:lumMod val="50000"/>
                    <a:lumOff val="50000"/>
                  </a:schemeClr>
                </a:solidFill>
              </a:defRPr>
            </a:lvl1pPr>
          </a:lstStyle>
          <a:p>
            <a:r>
              <a:rPr lang="en-US" dirty="0"/>
              <a:t>Image Holder</a:t>
            </a:r>
          </a:p>
        </p:txBody>
      </p:sp>
    </p:spTree>
    <p:extLst>
      <p:ext uri="{BB962C8B-B14F-4D97-AF65-F5344CB8AC3E}">
        <p14:creationId xmlns:p14="http://schemas.microsoft.com/office/powerpoint/2010/main" val="42411674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M39">
    <p:spTree>
      <p:nvGrpSpPr>
        <p:cNvPr id="1" name=""/>
        <p:cNvGrpSpPr/>
        <p:nvPr/>
      </p:nvGrpSpPr>
      <p:grpSpPr>
        <a:xfrm>
          <a:off x="0" y="0"/>
          <a:ext cx="0" cy="0"/>
          <a:chOff x="0" y="0"/>
          <a:chExt cx="0" cy="0"/>
        </a:xfrm>
      </p:grpSpPr>
      <p:sp>
        <p:nvSpPr>
          <p:cNvPr id="18" name="Picture Placeholder 17"/>
          <p:cNvSpPr>
            <a:spLocks noGrp="1"/>
          </p:cNvSpPr>
          <p:nvPr>
            <p:ph type="pic" sz="quarter" idx="17" hasCustomPrompt="1"/>
          </p:nvPr>
        </p:nvSpPr>
        <p:spPr>
          <a:xfrm>
            <a:off x="5334000" y="0"/>
            <a:ext cx="3810000" cy="2816293"/>
          </a:xfrm>
          <a:custGeom>
            <a:avLst/>
            <a:gdLst>
              <a:gd name="connsiteX0" fmla="*/ 0 w 5333999"/>
              <a:gd name="connsiteY0" fmla="*/ 0 h 2571750"/>
              <a:gd name="connsiteX1" fmla="*/ 380999 w 5333999"/>
              <a:gd name="connsiteY1" fmla="*/ 0 h 2571750"/>
              <a:gd name="connsiteX2" fmla="*/ 4952998 w 5333999"/>
              <a:gd name="connsiteY2" fmla="*/ 0 h 2571750"/>
              <a:gd name="connsiteX3" fmla="*/ 5333999 w 5333999"/>
              <a:gd name="connsiteY3" fmla="*/ 0 h 2571750"/>
              <a:gd name="connsiteX4" fmla="*/ 5333999 w 5333999"/>
              <a:gd name="connsiteY4" fmla="*/ 2571750 h 2571750"/>
              <a:gd name="connsiteX5" fmla="*/ 0 w 5333999"/>
              <a:gd name="connsiteY5" fmla="*/ 2571750 h 2571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33999" h="2571750">
                <a:moveTo>
                  <a:pt x="0" y="0"/>
                </a:moveTo>
                <a:lnTo>
                  <a:pt x="380999" y="0"/>
                </a:lnTo>
                <a:lnTo>
                  <a:pt x="4952998" y="0"/>
                </a:lnTo>
                <a:lnTo>
                  <a:pt x="5333999" y="0"/>
                </a:lnTo>
                <a:lnTo>
                  <a:pt x="5333999" y="2571750"/>
                </a:lnTo>
                <a:lnTo>
                  <a:pt x="0" y="2571750"/>
                </a:lnTo>
                <a:close/>
              </a:path>
            </a:pathLst>
          </a:custGeom>
          <a:solidFill>
            <a:schemeClr val="tx2">
              <a:lumMod val="10000"/>
              <a:lumOff val="90000"/>
            </a:schemeClr>
          </a:solidFill>
          <a:ln>
            <a:noFill/>
          </a:ln>
        </p:spPr>
        <p:txBody>
          <a:bodyPr wrap="square" bIns="457200" anchor="b">
            <a:noAutofit/>
          </a:bodyPr>
          <a:lstStyle>
            <a:lvl1pPr algn="ctr">
              <a:buNone/>
              <a:defRPr sz="1100">
                <a:solidFill>
                  <a:schemeClr val="tx1">
                    <a:lumMod val="50000"/>
                    <a:lumOff val="50000"/>
                  </a:schemeClr>
                </a:solidFill>
              </a:defRPr>
            </a:lvl1pPr>
          </a:lstStyle>
          <a:p>
            <a:r>
              <a:rPr lang="en-US" dirty="0"/>
              <a:t>Image Holder</a:t>
            </a:r>
          </a:p>
        </p:txBody>
      </p:sp>
      <p:sp>
        <p:nvSpPr>
          <p:cNvPr id="3" name="Text Placeholder 3"/>
          <p:cNvSpPr>
            <a:spLocks noGrp="1"/>
          </p:cNvSpPr>
          <p:nvPr>
            <p:ph type="body" sz="half" idx="2" hasCustomPrompt="1"/>
          </p:nvPr>
        </p:nvSpPr>
        <p:spPr>
          <a:xfrm>
            <a:off x="381001" y="883822"/>
            <a:ext cx="4800599" cy="173255"/>
          </a:xfrm>
          <a:prstGeom prst="rect">
            <a:avLst/>
          </a:prstGeom>
        </p:spPr>
        <p:txBody>
          <a:bodyPr wrap="none" lIns="0" tIns="0" rIns="0" bIns="0" anchor="ctr">
            <a:noAutofit/>
          </a:bodyPr>
          <a:lstStyle>
            <a:lvl1pPr marL="0" indent="0" algn="l" rtl="0">
              <a:buNone/>
              <a:defRPr sz="1200" b="0" baseline="0">
                <a:solidFill>
                  <a:schemeClr val="bg1">
                    <a:lumMod val="65000"/>
                  </a:schemeClr>
                </a:solidFill>
                <a:latin typeface="+mn-lt"/>
                <a:ea typeface="Roboto" panose="02000000000000000000" pitchFamily="2" charset="0"/>
              </a:defRPr>
            </a:lvl1pPr>
            <a:lvl2pPr marL="457178" indent="0">
              <a:buNone/>
              <a:defRPr sz="1200"/>
            </a:lvl2pPr>
            <a:lvl3pPr marL="914354" indent="0">
              <a:buNone/>
              <a:defRPr sz="1000"/>
            </a:lvl3pPr>
            <a:lvl4pPr marL="1371532" indent="0">
              <a:buNone/>
              <a:defRPr sz="900"/>
            </a:lvl4pPr>
            <a:lvl5pPr marL="1828709" indent="0">
              <a:buNone/>
              <a:defRPr sz="900"/>
            </a:lvl5pPr>
            <a:lvl6pPr marL="2285886" indent="0">
              <a:buNone/>
              <a:defRPr sz="900"/>
            </a:lvl6pPr>
            <a:lvl7pPr marL="2743062" indent="0">
              <a:buNone/>
              <a:defRPr sz="900"/>
            </a:lvl7pPr>
            <a:lvl8pPr marL="3200240" indent="0">
              <a:buNone/>
              <a:defRPr sz="900"/>
            </a:lvl8pPr>
            <a:lvl9pPr marL="3657418" indent="0">
              <a:buNone/>
              <a:defRPr sz="900"/>
            </a:lvl9pPr>
          </a:lstStyle>
          <a:p>
            <a:pPr lvl="0"/>
            <a:r>
              <a:rPr lang="en-US" dirty="0"/>
              <a:t>CLICK TO EDITE SUBTITLE</a:t>
            </a:r>
          </a:p>
        </p:txBody>
      </p:sp>
      <p:sp>
        <p:nvSpPr>
          <p:cNvPr id="4" name="Title 2"/>
          <p:cNvSpPr>
            <a:spLocks noGrp="1"/>
          </p:cNvSpPr>
          <p:nvPr>
            <p:ph type="title" hasCustomPrompt="1"/>
          </p:nvPr>
        </p:nvSpPr>
        <p:spPr>
          <a:xfrm>
            <a:off x="381001" y="341315"/>
            <a:ext cx="4800599" cy="495383"/>
          </a:xfrm>
          <a:prstGeom prst="rect">
            <a:avLst/>
          </a:prstGeom>
        </p:spPr>
        <p:txBody>
          <a:bodyPr lIns="0" tIns="0" rIns="0" bIns="0" anchor="ctr"/>
          <a:lstStyle>
            <a:lvl1pPr algn="l" rtl="0">
              <a:defRPr sz="3200">
                <a:solidFill>
                  <a:schemeClr val="bg1">
                    <a:lumMod val="50000"/>
                  </a:schemeClr>
                </a:solidFill>
              </a:defRPr>
            </a:lvl1pPr>
          </a:lstStyle>
          <a:p>
            <a:r>
              <a:rPr lang="en-US" dirty="0"/>
              <a:t>Click to edit title</a:t>
            </a:r>
          </a:p>
        </p:txBody>
      </p:sp>
    </p:spTree>
    <p:extLst>
      <p:ext uri="{BB962C8B-B14F-4D97-AF65-F5344CB8AC3E}">
        <p14:creationId xmlns:p14="http://schemas.microsoft.com/office/powerpoint/2010/main" val="207680440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M40">
    <p:spTree>
      <p:nvGrpSpPr>
        <p:cNvPr id="1" name=""/>
        <p:cNvGrpSpPr/>
        <p:nvPr/>
      </p:nvGrpSpPr>
      <p:grpSpPr>
        <a:xfrm>
          <a:off x="0" y="0"/>
          <a:ext cx="0" cy="0"/>
          <a:chOff x="0" y="0"/>
          <a:chExt cx="0" cy="0"/>
        </a:xfrm>
      </p:grpSpPr>
      <p:sp>
        <p:nvSpPr>
          <p:cNvPr id="18" name="Picture Placeholder 17"/>
          <p:cNvSpPr>
            <a:spLocks noGrp="1"/>
          </p:cNvSpPr>
          <p:nvPr>
            <p:ph type="pic" sz="quarter" idx="17" hasCustomPrompt="1"/>
          </p:nvPr>
        </p:nvSpPr>
        <p:spPr>
          <a:xfrm>
            <a:off x="0" y="0"/>
            <a:ext cx="3810000" cy="2816293"/>
          </a:xfrm>
          <a:custGeom>
            <a:avLst/>
            <a:gdLst>
              <a:gd name="connsiteX0" fmla="*/ 0 w 5333999"/>
              <a:gd name="connsiteY0" fmla="*/ 0 h 2571750"/>
              <a:gd name="connsiteX1" fmla="*/ 380999 w 5333999"/>
              <a:gd name="connsiteY1" fmla="*/ 0 h 2571750"/>
              <a:gd name="connsiteX2" fmla="*/ 4952998 w 5333999"/>
              <a:gd name="connsiteY2" fmla="*/ 0 h 2571750"/>
              <a:gd name="connsiteX3" fmla="*/ 5333999 w 5333999"/>
              <a:gd name="connsiteY3" fmla="*/ 0 h 2571750"/>
              <a:gd name="connsiteX4" fmla="*/ 5333999 w 5333999"/>
              <a:gd name="connsiteY4" fmla="*/ 2571750 h 2571750"/>
              <a:gd name="connsiteX5" fmla="*/ 0 w 5333999"/>
              <a:gd name="connsiteY5" fmla="*/ 2571750 h 2571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33999" h="2571750">
                <a:moveTo>
                  <a:pt x="0" y="0"/>
                </a:moveTo>
                <a:lnTo>
                  <a:pt x="380999" y="0"/>
                </a:lnTo>
                <a:lnTo>
                  <a:pt x="4952998" y="0"/>
                </a:lnTo>
                <a:lnTo>
                  <a:pt x="5333999" y="0"/>
                </a:lnTo>
                <a:lnTo>
                  <a:pt x="5333999" y="2571750"/>
                </a:lnTo>
                <a:lnTo>
                  <a:pt x="0" y="2571750"/>
                </a:lnTo>
                <a:close/>
              </a:path>
            </a:pathLst>
          </a:custGeom>
          <a:solidFill>
            <a:schemeClr val="tx2">
              <a:lumMod val="10000"/>
              <a:lumOff val="90000"/>
            </a:schemeClr>
          </a:solidFill>
          <a:ln>
            <a:noFill/>
          </a:ln>
        </p:spPr>
        <p:txBody>
          <a:bodyPr wrap="square" bIns="457200" anchor="b">
            <a:noAutofit/>
          </a:bodyPr>
          <a:lstStyle>
            <a:lvl1pPr algn="ctr">
              <a:buNone/>
              <a:defRPr sz="1100">
                <a:solidFill>
                  <a:schemeClr val="tx1">
                    <a:lumMod val="50000"/>
                    <a:lumOff val="50000"/>
                  </a:schemeClr>
                </a:solidFill>
              </a:defRPr>
            </a:lvl1pPr>
          </a:lstStyle>
          <a:p>
            <a:r>
              <a:rPr lang="en-US" dirty="0"/>
              <a:t>Image Holder</a:t>
            </a:r>
          </a:p>
        </p:txBody>
      </p:sp>
      <p:sp>
        <p:nvSpPr>
          <p:cNvPr id="3" name="Text Placeholder 3"/>
          <p:cNvSpPr>
            <a:spLocks noGrp="1"/>
          </p:cNvSpPr>
          <p:nvPr>
            <p:ph type="body" sz="half" idx="2" hasCustomPrompt="1"/>
          </p:nvPr>
        </p:nvSpPr>
        <p:spPr>
          <a:xfrm>
            <a:off x="3962400" y="883820"/>
            <a:ext cx="4786963" cy="173255"/>
          </a:xfrm>
          <a:prstGeom prst="rect">
            <a:avLst/>
          </a:prstGeom>
        </p:spPr>
        <p:txBody>
          <a:bodyPr wrap="none" lIns="0" tIns="0" rIns="0" bIns="0" anchor="ctr">
            <a:noAutofit/>
          </a:bodyPr>
          <a:lstStyle>
            <a:lvl1pPr marL="0" indent="0" algn="l">
              <a:buNone/>
              <a:defRPr sz="1200" b="0" baseline="0">
                <a:solidFill>
                  <a:schemeClr val="bg1">
                    <a:lumMod val="65000"/>
                  </a:schemeClr>
                </a:solidFill>
                <a:latin typeface="+mn-lt"/>
                <a:ea typeface="Roboto" panose="02000000000000000000" pitchFamily="2" charset="0"/>
              </a:defRPr>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dirty="0"/>
              <a:t>CLICK TO EDITE SUBTITLE</a:t>
            </a:r>
          </a:p>
        </p:txBody>
      </p:sp>
      <p:sp>
        <p:nvSpPr>
          <p:cNvPr id="4" name="Title 2"/>
          <p:cNvSpPr>
            <a:spLocks noGrp="1"/>
          </p:cNvSpPr>
          <p:nvPr>
            <p:ph type="title" hasCustomPrompt="1"/>
          </p:nvPr>
        </p:nvSpPr>
        <p:spPr>
          <a:xfrm>
            <a:off x="3962400" y="341313"/>
            <a:ext cx="4786963" cy="495383"/>
          </a:xfrm>
          <a:prstGeom prst="rect">
            <a:avLst/>
          </a:prstGeom>
        </p:spPr>
        <p:txBody>
          <a:bodyPr lIns="0" tIns="0" rIns="0" bIns="0" anchor="ctr"/>
          <a:lstStyle>
            <a:lvl1pPr algn="l">
              <a:defRPr sz="3200">
                <a:solidFill>
                  <a:schemeClr val="tx1">
                    <a:lumMod val="50000"/>
                    <a:lumOff val="50000"/>
                  </a:schemeClr>
                </a:solidFill>
              </a:defRPr>
            </a:lvl1pPr>
          </a:lstStyle>
          <a:p>
            <a:r>
              <a:rPr lang="en-US" dirty="0"/>
              <a:t>Click to edit title</a:t>
            </a:r>
          </a:p>
        </p:txBody>
      </p:sp>
    </p:spTree>
    <p:extLst>
      <p:ext uri="{BB962C8B-B14F-4D97-AF65-F5344CB8AC3E}">
        <p14:creationId xmlns:p14="http://schemas.microsoft.com/office/powerpoint/2010/main" val="2020168862"/>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M41">
    <p:spTree>
      <p:nvGrpSpPr>
        <p:cNvPr id="1" name=""/>
        <p:cNvGrpSpPr/>
        <p:nvPr/>
      </p:nvGrpSpPr>
      <p:grpSpPr>
        <a:xfrm>
          <a:off x="0" y="0"/>
          <a:ext cx="0" cy="0"/>
          <a:chOff x="0" y="0"/>
          <a:chExt cx="0" cy="0"/>
        </a:xfrm>
      </p:grpSpPr>
      <p:sp>
        <p:nvSpPr>
          <p:cNvPr id="18" name="Picture Placeholder 17"/>
          <p:cNvSpPr>
            <a:spLocks noGrp="1"/>
          </p:cNvSpPr>
          <p:nvPr>
            <p:ph type="pic" sz="quarter" idx="17" hasCustomPrompt="1"/>
          </p:nvPr>
        </p:nvSpPr>
        <p:spPr>
          <a:xfrm>
            <a:off x="0" y="0"/>
            <a:ext cx="9144000" cy="2571750"/>
          </a:xfrm>
          <a:custGeom>
            <a:avLst/>
            <a:gdLst>
              <a:gd name="connsiteX0" fmla="*/ 0 w 5333999"/>
              <a:gd name="connsiteY0" fmla="*/ 0 h 2571750"/>
              <a:gd name="connsiteX1" fmla="*/ 380999 w 5333999"/>
              <a:gd name="connsiteY1" fmla="*/ 0 h 2571750"/>
              <a:gd name="connsiteX2" fmla="*/ 4952998 w 5333999"/>
              <a:gd name="connsiteY2" fmla="*/ 0 h 2571750"/>
              <a:gd name="connsiteX3" fmla="*/ 5333999 w 5333999"/>
              <a:gd name="connsiteY3" fmla="*/ 0 h 2571750"/>
              <a:gd name="connsiteX4" fmla="*/ 5333999 w 5333999"/>
              <a:gd name="connsiteY4" fmla="*/ 2571750 h 2571750"/>
              <a:gd name="connsiteX5" fmla="*/ 0 w 5333999"/>
              <a:gd name="connsiteY5" fmla="*/ 2571750 h 2571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33999" h="2571750">
                <a:moveTo>
                  <a:pt x="0" y="0"/>
                </a:moveTo>
                <a:lnTo>
                  <a:pt x="380999" y="0"/>
                </a:lnTo>
                <a:lnTo>
                  <a:pt x="4952998" y="0"/>
                </a:lnTo>
                <a:lnTo>
                  <a:pt x="5333999" y="0"/>
                </a:lnTo>
                <a:lnTo>
                  <a:pt x="5333999" y="2571750"/>
                </a:lnTo>
                <a:lnTo>
                  <a:pt x="0" y="2571750"/>
                </a:lnTo>
                <a:close/>
              </a:path>
            </a:pathLst>
          </a:custGeom>
          <a:solidFill>
            <a:schemeClr val="tx2">
              <a:lumMod val="10000"/>
              <a:lumOff val="90000"/>
            </a:schemeClr>
          </a:solidFill>
          <a:ln>
            <a:noFill/>
          </a:ln>
        </p:spPr>
        <p:txBody>
          <a:bodyPr wrap="square" bIns="457200" anchor="b">
            <a:noAutofit/>
          </a:bodyPr>
          <a:lstStyle>
            <a:lvl1pPr algn="ctr">
              <a:buNone/>
              <a:defRPr sz="1100">
                <a:solidFill>
                  <a:schemeClr val="tx1">
                    <a:lumMod val="50000"/>
                    <a:lumOff val="50000"/>
                  </a:schemeClr>
                </a:solidFill>
              </a:defRPr>
            </a:lvl1pPr>
          </a:lstStyle>
          <a:p>
            <a:r>
              <a:rPr lang="en-US" dirty="0"/>
              <a:t>Image Holder</a:t>
            </a:r>
          </a:p>
        </p:txBody>
      </p:sp>
      <p:sp>
        <p:nvSpPr>
          <p:cNvPr id="5" name="Text Placeholder 3"/>
          <p:cNvSpPr>
            <a:spLocks noGrp="1"/>
          </p:cNvSpPr>
          <p:nvPr>
            <p:ph type="body" sz="half" idx="2" hasCustomPrompt="1"/>
          </p:nvPr>
        </p:nvSpPr>
        <p:spPr>
          <a:xfrm>
            <a:off x="184963" y="3236695"/>
            <a:ext cx="4191001" cy="173255"/>
          </a:xfrm>
          <a:prstGeom prst="rect">
            <a:avLst/>
          </a:prstGeom>
        </p:spPr>
        <p:txBody>
          <a:bodyPr wrap="none" lIns="0" tIns="0" rIns="0" bIns="0" anchor="ctr">
            <a:noAutofit/>
          </a:bodyPr>
          <a:lstStyle>
            <a:lvl1pPr marL="0" indent="0" algn="l" rtl="0">
              <a:buNone/>
              <a:defRPr sz="1200" b="0" baseline="0">
                <a:solidFill>
                  <a:schemeClr val="bg1"/>
                </a:solidFill>
                <a:latin typeface="+mn-lt"/>
                <a:ea typeface="Roboto" panose="02000000000000000000" pitchFamily="2" charset="0"/>
              </a:defRPr>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dirty="0"/>
              <a:t>CLICK TO EDITE SUBTITLE</a:t>
            </a:r>
          </a:p>
        </p:txBody>
      </p:sp>
      <p:sp>
        <p:nvSpPr>
          <p:cNvPr id="6" name="Title 2"/>
          <p:cNvSpPr>
            <a:spLocks noGrp="1"/>
          </p:cNvSpPr>
          <p:nvPr>
            <p:ph type="title" hasCustomPrompt="1"/>
          </p:nvPr>
        </p:nvSpPr>
        <p:spPr>
          <a:xfrm>
            <a:off x="184963" y="2694188"/>
            <a:ext cx="4191001" cy="495383"/>
          </a:xfrm>
          <a:prstGeom prst="rect">
            <a:avLst/>
          </a:prstGeom>
        </p:spPr>
        <p:txBody>
          <a:bodyPr lIns="0" tIns="0" rIns="0" bIns="0" anchor="ctr"/>
          <a:lstStyle>
            <a:lvl1pPr algn="l" rtl="0">
              <a:defRPr sz="3200">
                <a:solidFill>
                  <a:schemeClr val="bg1"/>
                </a:solidFill>
              </a:defRPr>
            </a:lvl1pPr>
          </a:lstStyle>
          <a:p>
            <a:r>
              <a:rPr lang="en-US" dirty="0"/>
              <a:t>Click to edit title</a:t>
            </a:r>
          </a:p>
        </p:txBody>
      </p:sp>
    </p:spTree>
    <p:extLst>
      <p:ext uri="{BB962C8B-B14F-4D97-AF65-F5344CB8AC3E}">
        <p14:creationId xmlns:p14="http://schemas.microsoft.com/office/powerpoint/2010/main" val="341095507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M42">
    <p:spTree>
      <p:nvGrpSpPr>
        <p:cNvPr id="1" name=""/>
        <p:cNvGrpSpPr/>
        <p:nvPr/>
      </p:nvGrpSpPr>
      <p:grpSpPr>
        <a:xfrm>
          <a:off x="0" y="0"/>
          <a:ext cx="0" cy="0"/>
          <a:chOff x="0" y="0"/>
          <a:chExt cx="0" cy="0"/>
        </a:xfrm>
      </p:grpSpPr>
      <p:sp>
        <p:nvSpPr>
          <p:cNvPr id="15" name="Picture Placeholder 14"/>
          <p:cNvSpPr>
            <a:spLocks noGrp="1"/>
          </p:cNvSpPr>
          <p:nvPr userDrawn="1">
            <p:ph type="pic" sz="quarter" idx="17" hasCustomPrompt="1"/>
          </p:nvPr>
        </p:nvSpPr>
        <p:spPr>
          <a:xfrm>
            <a:off x="0" y="3333750"/>
            <a:ext cx="4572000" cy="1809750"/>
          </a:xfrm>
          <a:custGeom>
            <a:avLst/>
            <a:gdLst>
              <a:gd name="connsiteX0" fmla="*/ 0 w 4572000"/>
              <a:gd name="connsiteY0" fmla="*/ 0 h 2571750"/>
              <a:gd name="connsiteX1" fmla="*/ 4572000 w 4572000"/>
              <a:gd name="connsiteY1" fmla="*/ 0 h 2571750"/>
              <a:gd name="connsiteX2" fmla="*/ 4572000 w 4572000"/>
              <a:gd name="connsiteY2" fmla="*/ 2571750 h 2571750"/>
              <a:gd name="connsiteX3" fmla="*/ 0 w 4572000"/>
              <a:gd name="connsiteY3" fmla="*/ 2571750 h 2571750"/>
            </a:gdLst>
            <a:ahLst/>
            <a:cxnLst>
              <a:cxn ang="0">
                <a:pos x="connsiteX0" y="connsiteY0"/>
              </a:cxn>
              <a:cxn ang="0">
                <a:pos x="connsiteX1" y="connsiteY1"/>
              </a:cxn>
              <a:cxn ang="0">
                <a:pos x="connsiteX2" y="connsiteY2"/>
              </a:cxn>
              <a:cxn ang="0">
                <a:pos x="connsiteX3" y="connsiteY3"/>
              </a:cxn>
            </a:cxnLst>
            <a:rect l="l" t="t" r="r" b="b"/>
            <a:pathLst>
              <a:path w="4572000" h="2571750">
                <a:moveTo>
                  <a:pt x="0" y="0"/>
                </a:moveTo>
                <a:lnTo>
                  <a:pt x="4572000" y="0"/>
                </a:lnTo>
                <a:lnTo>
                  <a:pt x="4572000" y="2571750"/>
                </a:lnTo>
                <a:lnTo>
                  <a:pt x="0" y="2571750"/>
                </a:ln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
        <p:nvSpPr>
          <p:cNvPr id="16" name="Picture Placeholder 15"/>
          <p:cNvSpPr>
            <a:spLocks noGrp="1"/>
          </p:cNvSpPr>
          <p:nvPr>
            <p:ph type="pic" sz="quarter" idx="18" hasCustomPrompt="1"/>
          </p:nvPr>
        </p:nvSpPr>
        <p:spPr>
          <a:xfrm>
            <a:off x="4572000" y="1981200"/>
            <a:ext cx="2286000" cy="3162300"/>
          </a:xfrm>
          <a:custGeom>
            <a:avLst/>
            <a:gdLst>
              <a:gd name="connsiteX0" fmla="*/ 0 w 4572000"/>
              <a:gd name="connsiteY0" fmla="*/ 0 h 2571750"/>
              <a:gd name="connsiteX1" fmla="*/ 4572000 w 4572000"/>
              <a:gd name="connsiteY1" fmla="*/ 0 h 2571750"/>
              <a:gd name="connsiteX2" fmla="*/ 4572000 w 4572000"/>
              <a:gd name="connsiteY2" fmla="*/ 2571750 h 2571750"/>
              <a:gd name="connsiteX3" fmla="*/ 0 w 4572000"/>
              <a:gd name="connsiteY3" fmla="*/ 2571750 h 2571750"/>
            </a:gdLst>
            <a:ahLst/>
            <a:cxnLst>
              <a:cxn ang="0">
                <a:pos x="connsiteX0" y="connsiteY0"/>
              </a:cxn>
              <a:cxn ang="0">
                <a:pos x="connsiteX1" y="connsiteY1"/>
              </a:cxn>
              <a:cxn ang="0">
                <a:pos x="connsiteX2" y="connsiteY2"/>
              </a:cxn>
              <a:cxn ang="0">
                <a:pos x="connsiteX3" y="connsiteY3"/>
              </a:cxn>
            </a:cxnLst>
            <a:rect l="l" t="t" r="r" b="b"/>
            <a:pathLst>
              <a:path w="4572000" h="2571750">
                <a:moveTo>
                  <a:pt x="0" y="0"/>
                </a:moveTo>
                <a:lnTo>
                  <a:pt x="4572000" y="0"/>
                </a:lnTo>
                <a:lnTo>
                  <a:pt x="4572000" y="2571750"/>
                </a:lnTo>
                <a:lnTo>
                  <a:pt x="0" y="2571750"/>
                </a:ln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
        <p:nvSpPr>
          <p:cNvPr id="7" name="Picture Placeholder 15"/>
          <p:cNvSpPr>
            <a:spLocks noGrp="1"/>
          </p:cNvSpPr>
          <p:nvPr>
            <p:ph type="pic" sz="quarter" idx="19" hasCustomPrompt="1"/>
          </p:nvPr>
        </p:nvSpPr>
        <p:spPr>
          <a:xfrm>
            <a:off x="6858000" y="1981200"/>
            <a:ext cx="2286000" cy="3162300"/>
          </a:xfrm>
          <a:custGeom>
            <a:avLst/>
            <a:gdLst>
              <a:gd name="connsiteX0" fmla="*/ 0 w 4572000"/>
              <a:gd name="connsiteY0" fmla="*/ 0 h 2571750"/>
              <a:gd name="connsiteX1" fmla="*/ 4572000 w 4572000"/>
              <a:gd name="connsiteY1" fmla="*/ 0 h 2571750"/>
              <a:gd name="connsiteX2" fmla="*/ 4572000 w 4572000"/>
              <a:gd name="connsiteY2" fmla="*/ 2571750 h 2571750"/>
              <a:gd name="connsiteX3" fmla="*/ 0 w 4572000"/>
              <a:gd name="connsiteY3" fmla="*/ 2571750 h 2571750"/>
            </a:gdLst>
            <a:ahLst/>
            <a:cxnLst>
              <a:cxn ang="0">
                <a:pos x="connsiteX0" y="connsiteY0"/>
              </a:cxn>
              <a:cxn ang="0">
                <a:pos x="connsiteX1" y="connsiteY1"/>
              </a:cxn>
              <a:cxn ang="0">
                <a:pos x="connsiteX2" y="connsiteY2"/>
              </a:cxn>
              <a:cxn ang="0">
                <a:pos x="connsiteX3" y="connsiteY3"/>
              </a:cxn>
            </a:cxnLst>
            <a:rect l="l" t="t" r="r" b="b"/>
            <a:pathLst>
              <a:path w="4572000" h="2571750">
                <a:moveTo>
                  <a:pt x="0" y="0"/>
                </a:moveTo>
                <a:lnTo>
                  <a:pt x="4572000" y="0"/>
                </a:lnTo>
                <a:lnTo>
                  <a:pt x="4572000" y="2571750"/>
                </a:lnTo>
                <a:lnTo>
                  <a:pt x="0" y="2571750"/>
                </a:ln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Tree>
    <p:extLst>
      <p:ext uri="{BB962C8B-B14F-4D97-AF65-F5344CB8AC3E}">
        <p14:creationId xmlns:p14="http://schemas.microsoft.com/office/powerpoint/2010/main" val="425369089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M43">
    <p:spTree>
      <p:nvGrpSpPr>
        <p:cNvPr id="1" name=""/>
        <p:cNvGrpSpPr/>
        <p:nvPr/>
      </p:nvGrpSpPr>
      <p:grpSpPr>
        <a:xfrm>
          <a:off x="0" y="0"/>
          <a:ext cx="0" cy="0"/>
          <a:chOff x="0" y="0"/>
          <a:chExt cx="0" cy="0"/>
        </a:xfrm>
      </p:grpSpPr>
      <p:sp>
        <p:nvSpPr>
          <p:cNvPr id="16" name="Picture Placeholder 15"/>
          <p:cNvSpPr>
            <a:spLocks noGrp="1"/>
          </p:cNvSpPr>
          <p:nvPr>
            <p:ph type="pic" sz="quarter" idx="18" hasCustomPrompt="1"/>
          </p:nvPr>
        </p:nvSpPr>
        <p:spPr>
          <a:xfrm>
            <a:off x="4572000" y="2571750"/>
            <a:ext cx="4572000" cy="2571750"/>
          </a:xfrm>
          <a:custGeom>
            <a:avLst/>
            <a:gdLst>
              <a:gd name="connsiteX0" fmla="*/ 0 w 4572000"/>
              <a:gd name="connsiteY0" fmla="*/ 0 h 2571750"/>
              <a:gd name="connsiteX1" fmla="*/ 4572000 w 4572000"/>
              <a:gd name="connsiteY1" fmla="*/ 0 h 2571750"/>
              <a:gd name="connsiteX2" fmla="*/ 4572000 w 4572000"/>
              <a:gd name="connsiteY2" fmla="*/ 2571750 h 2571750"/>
              <a:gd name="connsiteX3" fmla="*/ 0 w 4572000"/>
              <a:gd name="connsiteY3" fmla="*/ 2571750 h 2571750"/>
            </a:gdLst>
            <a:ahLst/>
            <a:cxnLst>
              <a:cxn ang="0">
                <a:pos x="connsiteX0" y="connsiteY0"/>
              </a:cxn>
              <a:cxn ang="0">
                <a:pos x="connsiteX1" y="connsiteY1"/>
              </a:cxn>
              <a:cxn ang="0">
                <a:pos x="connsiteX2" y="connsiteY2"/>
              </a:cxn>
              <a:cxn ang="0">
                <a:pos x="connsiteX3" y="connsiteY3"/>
              </a:cxn>
            </a:cxnLst>
            <a:rect l="l" t="t" r="r" b="b"/>
            <a:pathLst>
              <a:path w="4572000" h="2571750">
                <a:moveTo>
                  <a:pt x="0" y="0"/>
                </a:moveTo>
                <a:lnTo>
                  <a:pt x="4572000" y="0"/>
                </a:lnTo>
                <a:lnTo>
                  <a:pt x="4572000" y="2571750"/>
                </a:lnTo>
                <a:lnTo>
                  <a:pt x="0" y="2571750"/>
                </a:ln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
        <p:nvSpPr>
          <p:cNvPr id="5" name="Picture Placeholder 4"/>
          <p:cNvSpPr>
            <a:spLocks noGrp="1"/>
          </p:cNvSpPr>
          <p:nvPr>
            <p:ph type="pic" sz="quarter" idx="20" hasCustomPrompt="1"/>
          </p:nvPr>
        </p:nvSpPr>
        <p:spPr>
          <a:xfrm>
            <a:off x="4572000" y="0"/>
            <a:ext cx="4572000" cy="2571750"/>
          </a:xfrm>
          <a:custGeom>
            <a:avLst/>
            <a:gdLst>
              <a:gd name="connsiteX0" fmla="*/ 0 w 4572000"/>
              <a:gd name="connsiteY0" fmla="*/ 0 h 2571750"/>
              <a:gd name="connsiteX1" fmla="*/ 4572000 w 4572000"/>
              <a:gd name="connsiteY1" fmla="*/ 0 h 2571750"/>
              <a:gd name="connsiteX2" fmla="*/ 4572000 w 4572000"/>
              <a:gd name="connsiteY2" fmla="*/ 2571750 h 2571750"/>
              <a:gd name="connsiteX3" fmla="*/ 0 w 4572000"/>
              <a:gd name="connsiteY3" fmla="*/ 2571750 h 2571750"/>
            </a:gdLst>
            <a:ahLst/>
            <a:cxnLst>
              <a:cxn ang="0">
                <a:pos x="connsiteX0" y="connsiteY0"/>
              </a:cxn>
              <a:cxn ang="0">
                <a:pos x="connsiteX1" y="connsiteY1"/>
              </a:cxn>
              <a:cxn ang="0">
                <a:pos x="connsiteX2" y="connsiteY2"/>
              </a:cxn>
              <a:cxn ang="0">
                <a:pos x="connsiteX3" y="connsiteY3"/>
              </a:cxn>
            </a:cxnLst>
            <a:rect l="l" t="t" r="r" b="b"/>
            <a:pathLst>
              <a:path w="4572000" h="2571750">
                <a:moveTo>
                  <a:pt x="0" y="0"/>
                </a:moveTo>
                <a:lnTo>
                  <a:pt x="4572000" y="0"/>
                </a:lnTo>
                <a:lnTo>
                  <a:pt x="4572000" y="2571750"/>
                </a:lnTo>
                <a:lnTo>
                  <a:pt x="0" y="2571750"/>
                </a:ln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Tree>
    <p:extLst>
      <p:ext uri="{BB962C8B-B14F-4D97-AF65-F5344CB8AC3E}">
        <p14:creationId xmlns:p14="http://schemas.microsoft.com/office/powerpoint/2010/main" val="247356698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M45">
    <p:spTree>
      <p:nvGrpSpPr>
        <p:cNvPr id="1" name=""/>
        <p:cNvGrpSpPr/>
        <p:nvPr/>
      </p:nvGrpSpPr>
      <p:grpSpPr>
        <a:xfrm>
          <a:off x="0" y="0"/>
          <a:ext cx="0" cy="0"/>
          <a:chOff x="0" y="0"/>
          <a:chExt cx="0" cy="0"/>
        </a:xfrm>
      </p:grpSpPr>
      <p:sp>
        <p:nvSpPr>
          <p:cNvPr id="4" name="Picture Placeholder 3"/>
          <p:cNvSpPr>
            <a:spLocks noGrp="1"/>
          </p:cNvSpPr>
          <p:nvPr>
            <p:ph type="pic" sz="quarter" idx="19" hasCustomPrompt="1"/>
          </p:nvPr>
        </p:nvSpPr>
        <p:spPr>
          <a:xfrm>
            <a:off x="0" y="0"/>
            <a:ext cx="4572000" cy="5143500"/>
          </a:xfrm>
          <a:custGeom>
            <a:avLst/>
            <a:gdLst>
              <a:gd name="connsiteX0" fmla="*/ 0 w 4572000"/>
              <a:gd name="connsiteY0" fmla="*/ 0 h 2571750"/>
              <a:gd name="connsiteX1" fmla="*/ 4572000 w 4572000"/>
              <a:gd name="connsiteY1" fmla="*/ 0 h 2571750"/>
              <a:gd name="connsiteX2" fmla="*/ 4572000 w 4572000"/>
              <a:gd name="connsiteY2" fmla="*/ 2571750 h 2571750"/>
              <a:gd name="connsiteX3" fmla="*/ 0 w 4572000"/>
              <a:gd name="connsiteY3" fmla="*/ 2571750 h 2571750"/>
            </a:gdLst>
            <a:ahLst/>
            <a:cxnLst>
              <a:cxn ang="0">
                <a:pos x="connsiteX0" y="connsiteY0"/>
              </a:cxn>
              <a:cxn ang="0">
                <a:pos x="connsiteX1" y="connsiteY1"/>
              </a:cxn>
              <a:cxn ang="0">
                <a:pos x="connsiteX2" y="connsiteY2"/>
              </a:cxn>
              <a:cxn ang="0">
                <a:pos x="connsiteX3" y="connsiteY3"/>
              </a:cxn>
            </a:cxnLst>
            <a:rect l="l" t="t" r="r" b="b"/>
            <a:pathLst>
              <a:path w="4572000" h="2571750">
                <a:moveTo>
                  <a:pt x="0" y="0"/>
                </a:moveTo>
                <a:lnTo>
                  <a:pt x="4572000" y="0"/>
                </a:lnTo>
                <a:lnTo>
                  <a:pt x="4572000" y="2571750"/>
                </a:lnTo>
                <a:lnTo>
                  <a:pt x="0" y="2571750"/>
                </a:ln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Tree>
    <p:extLst>
      <p:ext uri="{BB962C8B-B14F-4D97-AF65-F5344CB8AC3E}">
        <p14:creationId xmlns:p14="http://schemas.microsoft.com/office/powerpoint/2010/main" val="2202508345"/>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M46">
    <p:spTree>
      <p:nvGrpSpPr>
        <p:cNvPr id="1" name=""/>
        <p:cNvGrpSpPr/>
        <p:nvPr/>
      </p:nvGrpSpPr>
      <p:grpSpPr>
        <a:xfrm>
          <a:off x="0" y="0"/>
          <a:ext cx="0" cy="0"/>
          <a:chOff x="0" y="0"/>
          <a:chExt cx="0" cy="0"/>
        </a:xfrm>
      </p:grpSpPr>
      <p:sp>
        <p:nvSpPr>
          <p:cNvPr id="12" name="Picture Placeholder 11"/>
          <p:cNvSpPr>
            <a:spLocks noGrp="1"/>
          </p:cNvSpPr>
          <p:nvPr>
            <p:ph type="pic" sz="quarter" idx="19" hasCustomPrompt="1"/>
          </p:nvPr>
        </p:nvSpPr>
        <p:spPr>
          <a:xfrm>
            <a:off x="1516380" y="1428750"/>
            <a:ext cx="2819400" cy="933377"/>
          </a:xfrm>
          <a:custGeom>
            <a:avLst/>
            <a:gdLst>
              <a:gd name="connsiteX0" fmla="*/ 0 w 2819400"/>
              <a:gd name="connsiteY0" fmla="*/ 0 h 933377"/>
              <a:gd name="connsiteX1" fmla="*/ 2819400 w 2819400"/>
              <a:gd name="connsiteY1" fmla="*/ 0 h 933377"/>
              <a:gd name="connsiteX2" fmla="*/ 2819400 w 2819400"/>
              <a:gd name="connsiteY2" fmla="*/ 933377 h 933377"/>
              <a:gd name="connsiteX3" fmla="*/ 0 w 2819400"/>
              <a:gd name="connsiteY3" fmla="*/ 933377 h 933377"/>
            </a:gdLst>
            <a:ahLst/>
            <a:cxnLst>
              <a:cxn ang="0">
                <a:pos x="connsiteX0" y="connsiteY0"/>
              </a:cxn>
              <a:cxn ang="0">
                <a:pos x="connsiteX1" y="connsiteY1"/>
              </a:cxn>
              <a:cxn ang="0">
                <a:pos x="connsiteX2" y="connsiteY2"/>
              </a:cxn>
              <a:cxn ang="0">
                <a:pos x="connsiteX3" y="connsiteY3"/>
              </a:cxn>
            </a:cxnLst>
            <a:rect l="l" t="t" r="r" b="b"/>
            <a:pathLst>
              <a:path w="2819400" h="933377">
                <a:moveTo>
                  <a:pt x="0" y="0"/>
                </a:moveTo>
                <a:lnTo>
                  <a:pt x="2819400" y="0"/>
                </a:lnTo>
                <a:lnTo>
                  <a:pt x="2819400" y="933377"/>
                </a:lnTo>
                <a:lnTo>
                  <a:pt x="0" y="933377"/>
                </a:ln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
        <p:nvSpPr>
          <p:cNvPr id="11" name="Picture Placeholder 10"/>
          <p:cNvSpPr>
            <a:spLocks noGrp="1"/>
          </p:cNvSpPr>
          <p:nvPr>
            <p:ph type="pic" sz="quarter" idx="20" hasCustomPrompt="1"/>
          </p:nvPr>
        </p:nvSpPr>
        <p:spPr>
          <a:xfrm>
            <a:off x="1516380" y="2634362"/>
            <a:ext cx="2819400" cy="933377"/>
          </a:xfrm>
          <a:custGeom>
            <a:avLst/>
            <a:gdLst>
              <a:gd name="connsiteX0" fmla="*/ 0 w 2819400"/>
              <a:gd name="connsiteY0" fmla="*/ 0 h 933377"/>
              <a:gd name="connsiteX1" fmla="*/ 2819400 w 2819400"/>
              <a:gd name="connsiteY1" fmla="*/ 0 h 933377"/>
              <a:gd name="connsiteX2" fmla="*/ 2819400 w 2819400"/>
              <a:gd name="connsiteY2" fmla="*/ 933377 h 933377"/>
              <a:gd name="connsiteX3" fmla="*/ 0 w 2819400"/>
              <a:gd name="connsiteY3" fmla="*/ 933377 h 933377"/>
            </a:gdLst>
            <a:ahLst/>
            <a:cxnLst>
              <a:cxn ang="0">
                <a:pos x="connsiteX0" y="connsiteY0"/>
              </a:cxn>
              <a:cxn ang="0">
                <a:pos x="connsiteX1" y="connsiteY1"/>
              </a:cxn>
              <a:cxn ang="0">
                <a:pos x="connsiteX2" y="connsiteY2"/>
              </a:cxn>
              <a:cxn ang="0">
                <a:pos x="connsiteX3" y="connsiteY3"/>
              </a:cxn>
            </a:cxnLst>
            <a:rect l="l" t="t" r="r" b="b"/>
            <a:pathLst>
              <a:path w="2819400" h="933377">
                <a:moveTo>
                  <a:pt x="0" y="0"/>
                </a:moveTo>
                <a:lnTo>
                  <a:pt x="2819400" y="0"/>
                </a:lnTo>
                <a:lnTo>
                  <a:pt x="2819400" y="933377"/>
                </a:lnTo>
                <a:lnTo>
                  <a:pt x="0" y="933377"/>
                </a:ln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
        <p:nvSpPr>
          <p:cNvPr id="10" name="Picture Placeholder 9"/>
          <p:cNvSpPr>
            <a:spLocks noGrp="1"/>
          </p:cNvSpPr>
          <p:nvPr>
            <p:ph type="pic" sz="quarter" idx="21" hasCustomPrompt="1"/>
          </p:nvPr>
        </p:nvSpPr>
        <p:spPr>
          <a:xfrm>
            <a:off x="1516380" y="3839973"/>
            <a:ext cx="2819400" cy="933377"/>
          </a:xfrm>
          <a:custGeom>
            <a:avLst/>
            <a:gdLst>
              <a:gd name="connsiteX0" fmla="*/ 0 w 2819400"/>
              <a:gd name="connsiteY0" fmla="*/ 0 h 933377"/>
              <a:gd name="connsiteX1" fmla="*/ 2819400 w 2819400"/>
              <a:gd name="connsiteY1" fmla="*/ 0 h 933377"/>
              <a:gd name="connsiteX2" fmla="*/ 2819400 w 2819400"/>
              <a:gd name="connsiteY2" fmla="*/ 933377 h 933377"/>
              <a:gd name="connsiteX3" fmla="*/ 0 w 2819400"/>
              <a:gd name="connsiteY3" fmla="*/ 933377 h 933377"/>
            </a:gdLst>
            <a:ahLst/>
            <a:cxnLst>
              <a:cxn ang="0">
                <a:pos x="connsiteX0" y="connsiteY0"/>
              </a:cxn>
              <a:cxn ang="0">
                <a:pos x="connsiteX1" y="connsiteY1"/>
              </a:cxn>
              <a:cxn ang="0">
                <a:pos x="connsiteX2" y="connsiteY2"/>
              </a:cxn>
              <a:cxn ang="0">
                <a:pos x="connsiteX3" y="connsiteY3"/>
              </a:cxn>
            </a:cxnLst>
            <a:rect l="l" t="t" r="r" b="b"/>
            <a:pathLst>
              <a:path w="2819400" h="933377">
                <a:moveTo>
                  <a:pt x="0" y="0"/>
                </a:moveTo>
                <a:lnTo>
                  <a:pt x="2819400" y="0"/>
                </a:lnTo>
                <a:lnTo>
                  <a:pt x="2819400" y="933377"/>
                </a:lnTo>
                <a:lnTo>
                  <a:pt x="0" y="933377"/>
                </a:ln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
        <p:nvSpPr>
          <p:cNvPr id="13" name="Text Placeholder 3"/>
          <p:cNvSpPr>
            <a:spLocks noGrp="1"/>
          </p:cNvSpPr>
          <p:nvPr>
            <p:ph type="body" sz="half" idx="2" hasCustomPrompt="1"/>
          </p:nvPr>
        </p:nvSpPr>
        <p:spPr>
          <a:xfrm>
            <a:off x="381000" y="883820"/>
            <a:ext cx="8368363" cy="173255"/>
          </a:xfrm>
          <a:prstGeom prst="rect">
            <a:avLst/>
          </a:prstGeom>
        </p:spPr>
        <p:txBody>
          <a:bodyPr wrap="none" lIns="0" tIns="0" rIns="0" bIns="0" anchor="ctr">
            <a:noAutofit/>
          </a:bodyPr>
          <a:lstStyle>
            <a:lvl1pPr marL="0" indent="0" algn="ctr">
              <a:buNone/>
              <a:defRPr sz="1200" b="0" baseline="0">
                <a:solidFill>
                  <a:schemeClr val="bg1">
                    <a:lumMod val="65000"/>
                  </a:schemeClr>
                </a:solidFill>
                <a:latin typeface="+mn-lt"/>
                <a:ea typeface="Roboto" panose="02000000000000000000" pitchFamily="2" charset="0"/>
              </a:defRPr>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dirty="0"/>
              <a:t>CLICK TO EDITE SUBTITLE</a:t>
            </a:r>
          </a:p>
        </p:txBody>
      </p:sp>
      <p:sp>
        <p:nvSpPr>
          <p:cNvPr id="14" name="Title 2"/>
          <p:cNvSpPr>
            <a:spLocks noGrp="1"/>
          </p:cNvSpPr>
          <p:nvPr>
            <p:ph type="title"/>
          </p:nvPr>
        </p:nvSpPr>
        <p:spPr>
          <a:xfrm>
            <a:off x="381000" y="341313"/>
            <a:ext cx="8368363" cy="495383"/>
          </a:xfrm>
          <a:prstGeom prst="rect">
            <a:avLst/>
          </a:prstGeom>
        </p:spPr>
        <p:txBody>
          <a:bodyPr lIns="0" tIns="0" rIns="0" bIns="0" anchor="ctr"/>
          <a:lstStyle>
            <a:lvl1pPr algn="ctr">
              <a:defRPr sz="3600">
                <a:solidFill>
                  <a:schemeClr val="tx1">
                    <a:lumMod val="50000"/>
                    <a:lumOff val="50000"/>
                  </a:schemeClr>
                </a:solidFill>
              </a:defRPr>
            </a:lvl1pPr>
          </a:lstStyle>
          <a:p>
            <a:r>
              <a:rPr lang="en-US" dirty="0"/>
              <a:t>Click to edit Master title style</a:t>
            </a:r>
          </a:p>
        </p:txBody>
      </p:sp>
    </p:spTree>
    <p:extLst>
      <p:ext uri="{BB962C8B-B14F-4D97-AF65-F5344CB8AC3E}">
        <p14:creationId xmlns:p14="http://schemas.microsoft.com/office/powerpoint/2010/main" val="524847042"/>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M47">
    <p:spTree>
      <p:nvGrpSpPr>
        <p:cNvPr id="1" name=""/>
        <p:cNvGrpSpPr/>
        <p:nvPr/>
      </p:nvGrpSpPr>
      <p:grpSpPr>
        <a:xfrm>
          <a:off x="0" y="0"/>
          <a:ext cx="0" cy="0"/>
          <a:chOff x="0" y="0"/>
          <a:chExt cx="0" cy="0"/>
        </a:xfrm>
      </p:grpSpPr>
      <p:sp>
        <p:nvSpPr>
          <p:cNvPr id="22" name="Picture Placeholder 21"/>
          <p:cNvSpPr>
            <a:spLocks noGrp="1"/>
          </p:cNvSpPr>
          <p:nvPr>
            <p:ph type="pic" sz="quarter" idx="21" hasCustomPrompt="1"/>
          </p:nvPr>
        </p:nvSpPr>
        <p:spPr>
          <a:xfrm>
            <a:off x="1516380" y="3879235"/>
            <a:ext cx="2819400" cy="933377"/>
          </a:xfrm>
          <a:custGeom>
            <a:avLst/>
            <a:gdLst>
              <a:gd name="connsiteX0" fmla="*/ 0 w 2819400"/>
              <a:gd name="connsiteY0" fmla="*/ 0 h 933377"/>
              <a:gd name="connsiteX1" fmla="*/ 2819400 w 2819400"/>
              <a:gd name="connsiteY1" fmla="*/ 0 h 933377"/>
              <a:gd name="connsiteX2" fmla="*/ 2819400 w 2819400"/>
              <a:gd name="connsiteY2" fmla="*/ 933377 h 933377"/>
              <a:gd name="connsiteX3" fmla="*/ 0 w 2819400"/>
              <a:gd name="connsiteY3" fmla="*/ 933377 h 933377"/>
            </a:gdLst>
            <a:ahLst/>
            <a:cxnLst>
              <a:cxn ang="0">
                <a:pos x="connsiteX0" y="connsiteY0"/>
              </a:cxn>
              <a:cxn ang="0">
                <a:pos x="connsiteX1" y="connsiteY1"/>
              </a:cxn>
              <a:cxn ang="0">
                <a:pos x="connsiteX2" y="connsiteY2"/>
              </a:cxn>
              <a:cxn ang="0">
                <a:pos x="connsiteX3" y="connsiteY3"/>
              </a:cxn>
            </a:cxnLst>
            <a:rect l="l" t="t" r="r" b="b"/>
            <a:pathLst>
              <a:path w="2819400" h="933377">
                <a:moveTo>
                  <a:pt x="0" y="0"/>
                </a:moveTo>
                <a:lnTo>
                  <a:pt x="2819400" y="0"/>
                </a:lnTo>
                <a:lnTo>
                  <a:pt x="2819400" y="933377"/>
                </a:lnTo>
                <a:lnTo>
                  <a:pt x="0" y="933377"/>
                </a:ln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
        <p:nvSpPr>
          <p:cNvPr id="21" name="Picture Placeholder 20"/>
          <p:cNvSpPr>
            <a:spLocks noGrp="1"/>
          </p:cNvSpPr>
          <p:nvPr>
            <p:ph type="pic" sz="quarter" idx="22" hasCustomPrompt="1"/>
          </p:nvPr>
        </p:nvSpPr>
        <p:spPr>
          <a:xfrm>
            <a:off x="1516380" y="2696453"/>
            <a:ext cx="2819400" cy="933377"/>
          </a:xfrm>
          <a:custGeom>
            <a:avLst/>
            <a:gdLst>
              <a:gd name="connsiteX0" fmla="*/ 0 w 2819400"/>
              <a:gd name="connsiteY0" fmla="*/ 0 h 933377"/>
              <a:gd name="connsiteX1" fmla="*/ 2819400 w 2819400"/>
              <a:gd name="connsiteY1" fmla="*/ 0 h 933377"/>
              <a:gd name="connsiteX2" fmla="*/ 2819400 w 2819400"/>
              <a:gd name="connsiteY2" fmla="*/ 933377 h 933377"/>
              <a:gd name="connsiteX3" fmla="*/ 0 w 2819400"/>
              <a:gd name="connsiteY3" fmla="*/ 933377 h 933377"/>
            </a:gdLst>
            <a:ahLst/>
            <a:cxnLst>
              <a:cxn ang="0">
                <a:pos x="connsiteX0" y="connsiteY0"/>
              </a:cxn>
              <a:cxn ang="0">
                <a:pos x="connsiteX1" y="connsiteY1"/>
              </a:cxn>
              <a:cxn ang="0">
                <a:pos x="connsiteX2" y="connsiteY2"/>
              </a:cxn>
              <a:cxn ang="0">
                <a:pos x="connsiteX3" y="connsiteY3"/>
              </a:cxn>
            </a:cxnLst>
            <a:rect l="l" t="t" r="r" b="b"/>
            <a:pathLst>
              <a:path w="2819400" h="933377">
                <a:moveTo>
                  <a:pt x="0" y="0"/>
                </a:moveTo>
                <a:lnTo>
                  <a:pt x="2819400" y="0"/>
                </a:lnTo>
                <a:lnTo>
                  <a:pt x="2819400" y="933377"/>
                </a:lnTo>
                <a:lnTo>
                  <a:pt x="0" y="933377"/>
                </a:ln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
        <p:nvSpPr>
          <p:cNvPr id="20" name="Picture Placeholder 19"/>
          <p:cNvSpPr>
            <a:spLocks noGrp="1"/>
          </p:cNvSpPr>
          <p:nvPr>
            <p:ph type="pic" sz="quarter" idx="23" hasCustomPrompt="1"/>
          </p:nvPr>
        </p:nvSpPr>
        <p:spPr>
          <a:xfrm>
            <a:off x="1516380" y="1513671"/>
            <a:ext cx="2819400" cy="933377"/>
          </a:xfrm>
          <a:custGeom>
            <a:avLst/>
            <a:gdLst>
              <a:gd name="connsiteX0" fmla="*/ 0 w 2819400"/>
              <a:gd name="connsiteY0" fmla="*/ 0 h 933377"/>
              <a:gd name="connsiteX1" fmla="*/ 2819400 w 2819400"/>
              <a:gd name="connsiteY1" fmla="*/ 0 h 933377"/>
              <a:gd name="connsiteX2" fmla="*/ 2819400 w 2819400"/>
              <a:gd name="connsiteY2" fmla="*/ 933377 h 933377"/>
              <a:gd name="connsiteX3" fmla="*/ 0 w 2819400"/>
              <a:gd name="connsiteY3" fmla="*/ 933377 h 933377"/>
            </a:gdLst>
            <a:ahLst/>
            <a:cxnLst>
              <a:cxn ang="0">
                <a:pos x="connsiteX0" y="connsiteY0"/>
              </a:cxn>
              <a:cxn ang="0">
                <a:pos x="connsiteX1" y="connsiteY1"/>
              </a:cxn>
              <a:cxn ang="0">
                <a:pos x="connsiteX2" y="connsiteY2"/>
              </a:cxn>
              <a:cxn ang="0">
                <a:pos x="connsiteX3" y="connsiteY3"/>
              </a:cxn>
            </a:cxnLst>
            <a:rect l="l" t="t" r="r" b="b"/>
            <a:pathLst>
              <a:path w="2819400" h="933377">
                <a:moveTo>
                  <a:pt x="0" y="0"/>
                </a:moveTo>
                <a:lnTo>
                  <a:pt x="2819400" y="0"/>
                </a:lnTo>
                <a:lnTo>
                  <a:pt x="2819400" y="933377"/>
                </a:lnTo>
                <a:lnTo>
                  <a:pt x="0" y="933377"/>
                </a:ln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
        <p:nvSpPr>
          <p:cNvPr id="19" name="Picture Placeholder 18"/>
          <p:cNvSpPr>
            <a:spLocks noGrp="1"/>
          </p:cNvSpPr>
          <p:nvPr>
            <p:ph type="pic" sz="quarter" idx="24" hasCustomPrompt="1"/>
          </p:nvPr>
        </p:nvSpPr>
        <p:spPr>
          <a:xfrm>
            <a:off x="1516380" y="330889"/>
            <a:ext cx="2819400" cy="933377"/>
          </a:xfrm>
          <a:custGeom>
            <a:avLst/>
            <a:gdLst>
              <a:gd name="connsiteX0" fmla="*/ 0 w 2819400"/>
              <a:gd name="connsiteY0" fmla="*/ 0 h 933377"/>
              <a:gd name="connsiteX1" fmla="*/ 2819400 w 2819400"/>
              <a:gd name="connsiteY1" fmla="*/ 0 h 933377"/>
              <a:gd name="connsiteX2" fmla="*/ 2819400 w 2819400"/>
              <a:gd name="connsiteY2" fmla="*/ 933377 h 933377"/>
              <a:gd name="connsiteX3" fmla="*/ 0 w 2819400"/>
              <a:gd name="connsiteY3" fmla="*/ 933377 h 933377"/>
            </a:gdLst>
            <a:ahLst/>
            <a:cxnLst>
              <a:cxn ang="0">
                <a:pos x="connsiteX0" y="connsiteY0"/>
              </a:cxn>
              <a:cxn ang="0">
                <a:pos x="connsiteX1" y="connsiteY1"/>
              </a:cxn>
              <a:cxn ang="0">
                <a:pos x="connsiteX2" y="connsiteY2"/>
              </a:cxn>
              <a:cxn ang="0">
                <a:pos x="connsiteX3" y="connsiteY3"/>
              </a:cxn>
            </a:cxnLst>
            <a:rect l="l" t="t" r="r" b="b"/>
            <a:pathLst>
              <a:path w="2819400" h="933377">
                <a:moveTo>
                  <a:pt x="0" y="0"/>
                </a:moveTo>
                <a:lnTo>
                  <a:pt x="2819400" y="0"/>
                </a:lnTo>
                <a:lnTo>
                  <a:pt x="2819400" y="933377"/>
                </a:lnTo>
                <a:lnTo>
                  <a:pt x="0" y="933377"/>
                </a:ln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Tree>
    <p:extLst>
      <p:ext uri="{BB962C8B-B14F-4D97-AF65-F5344CB8AC3E}">
        <p14:creationId xmlns:p14="http://schemas.microsoft.com/office/powerpoint/2010/main" val="421986932"/>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M48">
    <p:spTree>
      <p:nvGrpSpPr>
        <p:cNvPr id="1" name=""/>
        <p:cNvGrpSpPr/>
        <p:nvPr/>
      </p:nvGrpSpPr>
      <p:grpSpPr>
        <a:xfrm>
          <a:off x="0" y="0"/>
          <a:ext cx="0" cy="0"/>
          <a:chOff x="0" y="0"/>
          <a:chExt cx="0" cy="0"/>
        </a:xfrm>
      </p:grpSpPr>
      <p:sp>
        <p:nvSpPr>
          <p:cNvPr id="23" name="Picture Placeholder 22"/>
          <p:cNvSpPr>
            <a:spLocks noGrp="1"/>
          </p:cNvSpPr>
          <p:nvPr>
            <p:ph type="pic" sz="quarter" idx="21" hasCustomPrompt="1"/>
          </p:nvPr>
        </p:nvSpPr>
        <p:spPr>
          <a:xfrm>
            <a:off x="1516380" y="4097581"/>
            <a:ext cx="2819400" cy="877984"/>
          </a:xfrm>
          <a:custGeom>
            <a:avLst/>
            <a:gdLst>
              <a:gd name="connsiteX0" fmla="*/ 0 w 2819400"/>
              <a:gd name="connsiteY0" fmla="*/ 0 h 877984"/>
              <a:gd name="connsiteX1" fmla="*/ 2819400 w 2819400"/>
              <a:gd name="connsiteY1" fmla="*/ 0 h 877984"/>
              <a:gd name="connsiteX2" fmla="*/ 2819400 w 2819400"/>
              <a:gd name="connsiteY2" fmla="*/ 877984 h 877984"/>
              <a:gd name="connsiteX3" fmla="*/ 0 w 2819400"/>
              <a:gd name="connsiteY3" fmla="*/ 877984 h 877984"/>
            </a:gdLst>
            <a:ahLst/>
            <a:cxnLst>
              <a:cxn ang="0">
                <a:pos x="connsiteX0" y="connsiteY0"/>
              </a:cxn>
              <a:cxn ang="0">
                <a:pos x="connsiteX1" y="connsiteY1"/>
              </a:cxn>
              <a:cxn ang="0">
                <a:pos x="connsiteX2" y="connsiteY2"/>
              </a:cxn>
              <a:cxn ang="0">
                <a:pos x="connsiteX3" y="connsiteY3"/>
              </a:cxn>
            </a:cxnLst>
            <a:rect l="l" t="t" r="r" b="b"/>
            <a:pathLst>
              <a:path w="2819400" h="877984">
                <a:moveTo>
                  <a:pt x="0" y="0"/>
                </a:moveTo>
                <a:lnTo>
                  <a:pt x="2819400" y="0"/>
                </a:lnTo>
                <a:lnTo>
                  <a:pt x="2819400" y="877984"/>
                </a:lnTo>
                <a:lnTo>
                  <a:pt x="0" y="877984"/>
                </a:ln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
        <p:nvSpPr>
          <p:cNvPr id="18" name="Picture Placeholder 17"/>
          <p:cNvSpPr>
            <a:spLocks noGrp="1"/>
          </p:cNvSpPr>
          <p:nvPr>
            <p:ph type="pic" sz="quarter" idx="22" hasCustomPrompt="1"/>
          </p:nvPr>
        </p:nvSpPr>
        <p:spPr>
          <a:xfrm>
            <a:off x="1516380" y="3115171"/>
            <a:ext cx="2819400" cy="877984"/>
          </a:xfrm>
          <a:custGeom>
            <a:avLst/>
            <a:gdLst>
              <a:gd name="connsiteX0" fmla="*/ 0 w 2819400"/>
              <a:gd name="connsiteY0" fmla="*/ 0 h 877984"/>
              <a:gd name="connsiteX1" fmla="*/ 2819400 w 2819400"/>
              <a:gd name="connsiteY1" fmla="*/ 0 h 877984"/>
              <a:gd name="connsiteX2" fmla="*/ 2819400 w 2819400"/>
              <a:gd name="connsiteY2" fmla="*/ 877984 h 877984"/>
              <a:gd name="connsiteX3" fmla="*/ 0 w 2819400"/>
              <a:gd name="connsiteY3" fmla="*/ 877984 h 877984"/>
            </a:gdLst>
            <a:ahLst/>
            <a:cxnLst>
              <a:cxn ang="0">
                <a:pos x="connsiteX0" y="connsiteY0"/>
              </a:cxn>
              <a:cxn ang="0">
                <a:pos x="connsiteX1" y="connsiteY1"/>
              </a:cxn>
              <a:cxn ang="0">
                <a:pos x="connsiteX2" y="connsiteY2"/>
              </a:cxn>
              <a:cxn ang="0">
                <a:pos x="connsiteX3" y="connsiteY3"/>
              </a:cxn>
            </a:cxnLst>
            <a:rect l="l" t="t" r="r" b="b"/>
            <a:pathLst>
              <a:path w="2819400" h="877984">
                <a:moveTo>
                  <a:pt x="0" y="0"/>
                </a:moveTo>
                <a:lnTo>
                  <a:pt x="2819400" y="0"/>
                </a:lnTo>
                <a:lnTo>
                  <a:pt x="2819400" y="877984"/>
                </a:lnTo>
                <a:lnTo>
                  <a:pt x="0" y="877984"/>
                </a:ln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
        <p:nvSpPr>
          <p:cNvPr id="17" name="Picture Placeholder 16"/>
          <p:cNvSpPr>
            <a:spLocks noGrp="1"/>
          </p:cNvSpPr>
          <p:nvPr>
            <p:ph type="pic" sz="quarter" idx="23" hasCustomPrompt="1"/>
          </p:nvPr>
        </p:nvSpPr>
        <p:spPr>
          <a:xfrm>
            <a:off x="1516380" y="2132759"/>
            <a:ext cx="2819400" cy="877984"/>
          </a:xfrm>
          <a:custGeom>
            <a:avLst/>
            <a:gdLst>
              <a:gd name="connsiteX0" fmla="*/ 0 w 2819400"/>
              <a:gd name="connsiteY0" fmla="*/ 0 h 877984"/>
              <a:gd name="connsiteX1" fmla="*/ 2819400 w 2819400"/>
              <a:gd name="connsiteY1" fmla="*/ 0 h 877984"/>
              <a:gd name="connsiteX2" fmla="*/ 2819400 w 2819400"/>
              <a:gd name="connsiteY2" fmla="*/ 877984 h 877984"/>
              <a:gd name="connsiteX3" fmla="*/ 0 w 2819400"/>
              <a:gd name="connsiteY3" fmla="*/ 877984 h 877984"/>
            </a:gdLst>
            <a:ahLst/>
            <a:cxnLst>
              <a:cxn ang="0">
                <a:pos x="connsiteX0" y="connsiteY0"/>
              </a:cxn>
              <a:cxn ang="0">
                <a:pos x="connsiteX1" y="connsiteY1"/>
              </a:cxn>
              <a:cxn ang="0">
                <a:pos x="connsiteX2" y="connsiteY2"/>
              </a:cxn>
              <a:cxn ang="0">
                <a:pos x="connsiteX3" y="connsiteY3"/>
              </a:cxn>
            </a:cxnLst>
            <a:rect l="l" t="t" r="r" b="b"/>
            <a:pathLst>
              <a:path w="2819400" h="877984">
                <a:moveTo>
                  <a:pt x="0" y="0"/>
                </a:moveTo>
                <a:lnTo>
                  <a:pt x="2819400" y="0"/>
                </a:lnTo>
                <a:lnTo>
                  <a:pt x="2819400" y="877984"/>
                </a:lnTo>
                <a:lnTo>
                  <a:pt x="0" y="877984"/>
                </a:ln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
        <p:nvSpPr>
          <p:cNvPr id="16" name="Picture Placeholder 15"/>
          <p:cNvSpPr>
            <a:spLocks noGrp="1"/>
          </p:cNvSpPr>
          <p:nvPr>
            <p:ph type="pic" sz="quarter" idx="24" hasCustomPrompt="1"/>
          </p:nvPr>
        </p:nvSpPr>
        <p:spPr>
          <a:xfrm>
            <a:off x="1516380" y="1150347"/>
            <a:ext cx="2819400" cy="877984"/>
          </a:xfrm>
          <a:custGeom>
            <a:avLst/>
            <a:gdLst>
              <a:gd name="connsiteX0" fmla="*/ 0 w 2819400"/>
              <a:gd name="connsiteY0" fmla="*/ 0 h 877984"/>
              <a:gd name="connsiteX1" fmla="*/ 2819400 w 2819400"/>
              <a:gd name="connsiteY1" fmla="*/ 0 h 877984"/>
              <a:gd name="connsiteX2" fmla="*/ 2819400 w 2819400"/>
              <a:gd name="connsiteY2" fmla="*/ 877984 h 877984"/>
              <a:gd name="connsiteX3" fmla="*/ 0 w 2819400"/>
              <a:gd name="connsiteY3" fmla="*/ 877984 h 877984"/>
            </a:gdLst>
            <a:ahLst/>
            <a:cxnLst>
              <a:cxn ang="0">
                <a:pos x="connsiteX0" y="connsiteY0"/>
              </a:cxn>
              <a:cxn ang="0">
                <a:pos x="connsiteX1" y="connsiteY1"/>
              </a:cxn>
              <a:cxn ang="0">
                <a:pos x="connsiteX2" y="connsiteY2"/>
              </a:cxn>
              <a:cxn ang="0">
                <a:pos x="connsiteX3" y="connsiteY3"/>
              </a:cxn>
            </a:cxnLst>
            <a:rect l="l" t="t" r="r" b="b"/>
            <a:pathLst>
              <a:path w="2819400" h="877984">
                <a:moveTo>
                  <a:pt x="0" y="0"/>
                </a:moveTo>
                <a:lnTo>
                  <a:pt x="2819400" y="0"/>
                </a:lnTo>
                <a:lnTo>
                  <a:pt x="2819400" y="877984"/>
                </a:lnTo>
                <a:lnTo>
                  <a:pt x="0" y="877984"/>
                </a:ln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
        <p:nvSpPr>
          <p:cNvPr id="15" name="Picture Placeholder 14"/>
          <p:cNvSpPr>
            <a:spLocks noGrp="1"/>
          </p:cNvSpPr>
          <p:nvPr>
            <p:ph type="pic" sz="quarter" idx="25" hasCustomPrompt="1"/>
          </p:nvPr>
        </p:nvSpPr>
        <p:spPr>
          <a:xfrm>
            <a:off x="1516380" y="167935"/>
            <a:ext cx="2819400" cy="877984"/>
          </a:xfrm>
          <a:custGeom>
            <a:avLst/>
            <a:gdLst>
              <a:gd name="connsiteX0" fmla="*/ 0 w 2819400"/>
              <a:gd name="connsiteY0" fmla="*/ 0 h 877984"/>
              <a:gd name="connsiteX1" fmla="*/ 2819400 w 2819400"/>
              <a:gd name="connsiteY1" fmla="*/ 0 h 877984"/>
              <a:gd name="connsiteX2" fmla="*/ 2819400 w 2819400"/>
              <a:gd name="connsiteY2" fmla="*/ 877984 h 877984"/>
              <a:gd name="connsiteX3" fmla="*/ 0 w 2819400"/>
              <a:gd name="connsiteY3" fmla="*/ 877984 h 877984"/>
            </a:gdLst>
            <a:ahLst/>
            <a:cxnLst>
              <a:cxn ang="0">
                <a:pos x="connsiteX0" y="connsiteY0"/>
              </a:cxn>
              <a:cxn ang="0">
                <a:pos x="connsiteX1" y="connsiteY1"/>
              </a:cxn>
              <a:cxn ang="0">
                <a:pos x="connsiteX2" y="connsiteY2"/>
              </a:cxn>
              <a:cxn ang="0">
                <a:pos x="connsiteX3" y="connsiteY3"/>
              </a:cxn>
            </a:cxnLst>
            <a:rect l="l" t="t" r="r" b="b"/>
            <a:pathLst>
              <a:path w="2819400" h="877984">
                <a:moveTo>
                  <a:pt x="0" y="0"/>
                </a:moveTo>
                <a:lnTo>
                  <a:pt x="2819400" y="0"/>
                </a:lnTo>
                <a:lnTo>
                  <a:pt x="2819400" y="877984"/>
                </a:lnTo>
                <a:lnTo>
                  <a:pt x="0" y="877984"/>
                </a:ln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Tree>
    <p:extLst>
      <p:ext uri="{BB962C8B-B14F-4D97-AF65-F5344CB8AC3E}">
        <p14:creationId xmlns:p14="http://schemas.microsoft.com/office/powerpoint/2010/main" val="376863390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M49">
    <p:spTree>
      <p:nvGrpSpPr>
        <p:cNvPr id="1" name=""/>
        <p:cNvGrpSpPr/>
        <p:nvPr/>
      </p:nvGrpSpPr>
      <p:grpSpPr>
        <a:xfrm>
          <a:off x="0" y="0"/>
          <a:ext cx="0" cy="0"/>
          <a:chOff x="0" y="0"/>
          <a:chExt cx="0" cy="0"/>
        </a:xfrm>
      </p:grpSpPr>
      <p:sp>
        <p:nvSpPr>
          <p:cNvPr id="21" name="Picture Placeholder 20"/>
          <p:cNvSpPr>
            <a:spLocks noGrp="1"/>
          </p:cNvSpPr>
          <p:nvPr>
            <p:ph type="pic" sz="quarter" idx="21" hasCustomPrompt="1"/>
          </p:nvPr>
        </p:nvSpPr>
        <p:spPr>
          <a:xfrm>
            <a:off x="1516380" y="3600523"/>
            <a:ext cx="2819400" cy="933377"/>
          </a:xfrm>
          <a:custGeom>
            <a:avLst/>
            <a:gdLst>
              <a:gd name="connsiteX0" fmla="*/ 0 w 2819400"/>
              <a:gd name="connsiteY0" fmla="*/ 0 h 933377"/>
              <a:gd name="connsiteX1" fmla="*/ 2819400 w 2819400"/>
              <a:gd name="connsiteY1" fmla="*/ 0 h 933377"/>
              <a:gd name="connsiteX2" fmla="*/ 2819400 w 2819400"/>
              <a:gd name="connsiteY2" fmla="*/ 933377 h 933377"/>
              <a:gd name="connsiteX3" fmla="*/ 0 w 2819400"/>
              <a:gd name="connsiteY3" fmla="*/ 933377 h 933377"/>
            </a:gdLst>
            <a:ahLst/>
            <a:cxnLst>
              <a:cxn ang="0">
                <a:pos x="connsiteX0" y="connsiteY0"/>
              </a:cxn>
              <a:cxn ang="0">
                <a:pos x="connsiteX1" y="connsiteY1"/>
              </a:cxn>
              <a:cxn ang="0">
                <a:pos x="connsiteX2" y="connsiteY2"/>
              </a:cxn>
              <a:cxn ang="0">
                <a:pos x="connsiteX3" y="connsiteY3"/>
              </a:cxn>
            </a:cxnLst>
            <a:rect l="l" t="t" r="r" b="b"/>
            <a:pathLst>
              <a:path w="2819400" h="933377">
                <a:moveTo>
                  <a:pt x="0" y="0"/>
                </a:moveTo>
                <a:lnTo>
                  <a:pt x="2819400" y="0"/>
                </a:lnTo>
                <a:lnTo>
                  <a:pt x="2819400" y="933377"/>
                </a:lnTo>
                <a:lnTo>
                  <a:pt x="0" y="933377"/>
                </a:ln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
        <p:nvSpPr>
          <p:cNvPr id="20" name="Picture Placeholder 19"/>
          <p:cNvSpPr>
            <a:spLocks noGrp="1"/>
          </p:cNvSpPr>
          <p:nvPr>
            <p:ph type="pic" sz="quarter" idx="22" hasCustomPrompt="1"/>
          </p:nvPr>
        </p:nvSpPr>
        <p:spPr>
          <a:xfrm>
            <a:off x="1516380" y="2440601"/>
            <a:ext cx="2819400" cy="933377"/>
          </a:xfrm>
          <a:custGeom>
            <a:avLst/>
            <a:gdLst>
              <a:gd name="connsiteX0" fmla="*/ 0 w 2819400"/>
              <a:gd name="connsiteY0" fmla="*/ 0 h 933377"/>
              <a:gd name="connsiteX1" fmla="*/ 2819400 w 2819400"/>
              <a:gd name="connsiteY1" fmla="*/ 0 h 933377"/>
              <a:gd name="connsiteX2" fmla="*/ 2819400 w 2819400"/>
              <a:gd name="connsiteY2" fmla="*/ 933377 h 933377"/>
              <a:gd name="connsiteX3" fmla="*/ 0 w 2819400"/>
              <a:gd name="connsiteY3" fmla="*/ 933377 h 933377"/>
            </a:gdLst>
            <a:ahLst/>
            <a:cxnLst>
              <a:cxn ang="0">
                <a:pos x="connsiteX0" y="connsiteY0"/>
              </a:cxn>
              <a:cxn ang="0">
                <a:pos x="connsiteX1" y="connsiteY1"/>
              </a:cxn>
              <a:cxn ang="0">
                <a:pos x="connsiteX2" y="connsiteY2"/>
              </a:cxn>
              <a:cxn ang="0">
                <a:pos x="connsiteX3" y="connsiteY3"/>
              </a:cxn>
            </a:cxnLst>
            <a:rect l="l" t="t" r="r" b="b"/>
            <a:pathLst>
              <a:path w="2819400" h="933377">
                <a:moveTo>
                  <a:pt x="0" y="0"/>
                </a:moveTo>
                <a:lnTo>
                  <a:pt x="2819400" y="0"/>
                </a:lnTo>
                <a:lnTo>
                  <a:pt x="2819400" y="933377"/>
                </a:lnTo>
                <a:lnTo>
                  <a:pt x="0" y="933377"/>
                </a:ln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
        <p:nvSpPr>
          <p:cNvPr id="19" name="Picture Placeholder 18"/>
          <p:cNvSpPr>
            <a:spLocks noGrp="1"/>
          </p:cNvSpPr>
          <p:nvPr>
            <p:ph type="pic" sz="quarter" idx="23" hasCustomPrompt="1"/>
          </p:nvPr>
        </p:nvSpPr>
        <p:spPr>
          <a:xfrm>
            <a:off x="1516380" y="1280680"/>
            <a:ext cx="2819400" cy="933377"/>
          </a:xfrm>
          <a:custGeom>
            <a:avLst/>
            <a:gdLst>
              <a:gd name="connsiteX0" fmla="*/ 0 w 2819400"/>
              <a:gd name="connsiteY0" fmla="*/ 0 h 933377"/>
              <a:gd name="connsiteX1" fmla="*/ 2819400 w 2819400"/>
              <a:gd name="connsiteY1" fmla="*/ 0 h 933377"/>
              <a:gd name="connsiteX2" fmla="*/ 2819400 w 2819400"/>
              <a:gd name="connsiteY2" fmla="*/ 933377 h 933377"/>
              <a:gd name="connsiteX3" fmla="*/ 0 w 2819400"/>
              <a:gd name="connsiteY3" fmla="*/ 933377 h 933377"/>
            </a:gdLst>
            <a:ahLst/>
            <a:cxnLst>
              <a:cxn ang="0">
                <a:pos x="connsiteX0" y="connsiteY0"/>
              </a:cxn>
              <a:cxn ang="0">
                <a:pos x="connsiteX1" y="connsiteY1"/>
              </a:cxn>
              <a:cxn ang="0">
                <a:pos x="connsiteX2" y="connsiteY2"/>
              </a:cxn>
              <a:cxn ang="0">
                <a:pos x="connsiteX3" y="connsiteY3"/>
              </a:cxn>
            </a:cxnLst>
            <a:rect l="l" t="t" r="r" b="b"/>
            <a:pathLst>
              <a:path w="2819400" h="933377">
                <a:moveTo>
                  <a:pt x="0" y="0"/>
                </a:moveTo>
                <a:lnTo>
                  <a:pt x="2819400" y="0"/>
                </a:lnTo>
                <a:lnTo>
                  <a:pt x="2819400" y="933377"/>
                </a:lnTo>
                <a:lnTo>
                  <a:pt x="0" y="933377"/>
                </a:ln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
        <p:nvSpPr>
          <p:cNvPr id="14" name="Picture Placeholder 13"/>
          <p:cNvSpPr>
            <a:spLocks noGrp="1"/>
          </p:cNvSpPr>
          <p:nvPr>
            <p:ph type="pic" sz="quarter" idx="24" hasCustomPrompt="1"/>
          </p:nvPr>
        </p:nvSpPr>
        <p:spPr>
          <a:xfrm>
            <a:off x="1516380" y="120759"/>
            <a:ext cx="2819400" cy="933377"/>
          </a:xfrm>
          <a:custGeom>
            <a:avLst/>
            <a:gdLst>
              <a:gd name="connsiteX0" fmla="*/ 0 w 2819400"/>
              <a:gd name="connsiteY0" fmla="*/ 0 h 933377"/>
              <a:gd name="connsiteX1" fmla="*/ 2819400 w 2819400"/>
              <a:gd name="connsiteY1" fmla="*/ 0 h 933377"/>
              <a:gd name="connsiteX2" fmla="*/ 2819400 w 2819400"/>
              <a:gd name="connsiteY2" fmla="*/ 933377 h 933377"/>
              <a:gd name="connsiteX3" fmla="*/ 0 w 2819400"/>
              <a:gd name="connsiteY3" fmla="*/ 933377 h 933377"/>
            </a:gdLst>
            <a:ahLst/>
            <a:cxnLst>
              <a:cxn ang="0">
                <a:pos x="connsiteX0" y="connsiteY0"/>
              </a:cxn>
              <a:cxn ang="0">
                <a:pos x="connsiteX1" y="connsiteY1"/>
              </a:cxn>
              <a:cxn ang="0">
                <a:pos x="connsiteX2" y="connsiteY2"/>
              </a:cxn>
              <a:cxn ang="0">
                <a:pos x="connsiteX3" y="connsiteY3"/>
              </a:cxn>
            </a:cxnLst>
            <a:rect l="l" t="t" r="r" b="b"/>
            <a:pathLst>
              <a:path w="2819400" h="933377">
                <a:moveTo>
                  <a:pt x="0" y="0"/>
                </a:moveTo>
                <a:lnTo>
                  <a:pt x="2819400" y="0"/>
                </a:lnTo>
                <a:lnTo>
                  <a:pt x="2819400" y="933377"/>
                </a:lnTo>
                <a:lnTo>
                  <a:pt x="0" y="933377"/>
                </a:ln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Tree>
    <p:extLst>
      <p:ext uri="{BB962C8B-B14F-4D97-AF65-F5344CB8AC3E}">
        <p14:creationId xmlns:p14="http://schemas.microsoft.com/office/powerpoint/2010/main" val="724482636"/>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M50">
    <p:spTree>
      <p:nvGrpSpPr>
        <p:cNvPr id="1" name=""/>
        <p:cNvGrpSpPr/>
        <p:nvPr/>
      </p:nvGrpSpPr>
      <p:grpSpPr>
        <a:xfrm>
          <a:off x="0" y="0"/>
          <a:ext cx="0" cy="0"/>
          <a:chOff x="0" y="0"/>
          <a:chExt cx="0" cy="0"/>
        </a:xfrm>
      </p:grpSpPr>
      <p:sp>
        <p:nvSpPr>
          <p:cNvPr id="14" name="Picture Placeholder 13"/>
          <p:cNvSpPr>
            <a:spLocks noGrp="1"/>
          </p:cNvSpPr>
          <p:nvPr>
            <p:ph type="pic" sz="quarter" idx="20" hasCustomPrompt="1"/>
          </p:nvPr>
        </p:nvSpPr>
        <p:spPr>
          <a:xfrm>
            <a:off x="1" y="0"/>
            <a:ext cx="4063494" cy="5143501"/>
          </a:xfrm>
          <a:custGeom>
            <a:avLst/>
            <a:gdLst>
              <a:gd name="connsiteX0" fmla="*/ 469647 w 3658379"/>
              <a:gd name="connsiteY0" fmla="*/ 1 h 5143501"/>
              <a:gd name="connsiteX1" fmla="*/ 880456 w 3658379"/>
              <a:gd name="connsiteY1" fmla="*/ 1 h 5143501"/>
              <a:gd name="connsiteX2" fmla="*/ 880456 w 3658379"/>
              <a:gd name="connsiteY2" fmla="*/ 5143501 h 5143501"/>
              <a:gd name="connsiteX3" fmla="*/ 469647 w 3658379"/>
              <a:gd name="connsiteY3" fmla="*/ 5143501 h 5143501"/>
              <a:gd name="connsiteX4" fmla="*/ 0 w 3658379"/>
              <a:gd name="connsiteY4" fmla="*/ 1 h 5143501"/>
              <a:gd name="connsiteX5" fmla="*/ 410809 w 3658379"/>
              <a:gd name="connsiteY5" fmla="*/ 1 h 5143501"/>
              <a:gd name="connsiteX6" fmla="*/ 410809 w 3658379"/>
              <a:gd name="connsiteY6" fmla="*/ 5143501 h 5143501"/>
              <a:gd name="connsiteX7" fmla="*/ 0 w 3658379"/>
              <a:gd name="connsiteY7" fmla="*/ 5143501 h 5143501"/>
              <a:gd name="connsiteX8" fmla="*/ 939294 w 3658379"/>
              <a:gd name="connsiteY8" fmla="*/ 0 h 5143501"/>
              <a:gd name="connsiteX9" fmla="*/ 3658379 w 3658379"/>
              <a:gd name="connsiteY9" fmla="*/ 0 h 5143501"/>
              <a:gd name="connsiteX10" fmla="*/ 3658379 w 3658379"/>
              <a:gd name="connsiteY10" fmla="*/ 5143500 h 5143501"/>
              <a:gd name="connsiteX11" fmla="*/ 939294 w 3658379"/>
              <a:gd name="connsiteY11" fmla="*/ 5143500 h 5143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658379" h="5143501">
                <a:moveTo>
                  <a:pt x="469647" y="1"/>
                </a:moveTo>
                <a:lnTo>
                  <a:pt x="880456" y="1"/>
                </a:lnTo>
                <a:lnTo>
                  <a:pt x="880456" y="5143501"/>
                </a:lnTo>
                <a:lnTo>
                  <a:pt x="469647" y="5143501"/>
                </a:lnTo>
                <a:close/>
                <a:moveTo>
                  <a:pt x="0" y="1"/>
                </a:moveTo>
                <a:lnTo>
                  <a:pt x="410809" y="1"/>
                </a:lnTo>
                <a:lnTo>
                  <a:pt x="410809" y="5143501"/>
                </a:lnTo>
                <a:lnTo>
                  <a:pt x="0" y="5143501"/>
                </a:lnTo>
                <a:close/>
                <a:moveTo>
                  <a:pt x="939294" y="0"/>
                </a:moveTo>
                <a:lnTo>
                  <a:pt x="3658379" y="0"/>
                </a:lnTo>
                <a:lnTo>
                  <a:pt x="3658379" y="5143500"/>
                </a:lnTo>
                <a:lnTo>
                  <a:pt x="939294" y="5143500"/>
                </a:lnTo>
                <a:close/>
              </a:path>
            </a:pathLst>
          </a:custGeom>
          <a:solidFill>
            <a:schemeClr val="tx2">
              <a:lumMod val="10000"/>
              <a:lumOff val="90000"/>
            </a:schemeClr>
          </a:solidFill>
          <a:ln w="19050">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
        <p:nvSpPr>
          <p:cNvPr id="3" name="Text Placeholder 3"/>
          <p:cNvSpPr>
            <a:spLocks noGrp="1"/>
          </p:cNvSpPr>
          <p:nvPr>
            <p:ph type="body" sz="half" idx="2" hasCustomPrompt="1"/>
          </p:nvPr>
        </p:nvSpPr>
        <p:spPr>
          <a:xfrm>
            <a:off x="4191000" y="883820"/>
            <a:ext cx="4558363" cy="173255"/>
          </a:xfrm>
          <a:prstGeom prst="rect">
            <a:avLst/>
          </a:prstGeom>
        </p:spPr>
        <p:txBody>
          <a:bodyPr wrap="none" lIns="0" tIns="0" rIns="0" bIns="0" anchor="ctr">
            <a:noAutofit/>
          </a:bodyPr>
          <a:lstStyle>
            <a:lvl1pPr marL="0" indent="0" algn="l">
              <a:buNone/>
              <a:defRPr sz="1200" b="0" baseline="0">
                <a:solidFill>
                  <a:schemeClr val="bg1">
                    <a:lumMod val="65000"/>
                  </a:schemeClr>
                </a:solidFill>
                <a:latin typeface="+mn-lt"/>
                <a:ea typeface="Roboto" panose="02000000000000000000" pitchFamily="2" charset="0"/>
              </a:defRPr>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dirty="0"/>
              <a:t>CLICK TO EDITE SUBTITLE</a:t>
            </a:r>
          </a:p>
        </p:txBody>
      </p:sp>
      <p:sp>
        <p:nvSpPr>
          <p:cNvPr id="4" name="Title 2"/>
          <p:cNvSpPr>
            <a:spLocks noGrp="1"/>
          </p:cNvSpPr>
          <p:nvPr>
            <p:ph type="title" hasCustomPrompt="1"/>
          </p:nvPr>
        </p:nvSpPr>
        <p:spPr>
          <a:xfrm>
            <a:off x="4191000" y="341313"/>
            <a:ext cx="4558363" cy="495383"/>
          </a:xfrm>
          <a:prstGeom prst="rect">
            <a:avLst/>
          </a:prstGeom>
        </p:spPr>
        <p:txBody>
          <a:bodyPr lIns="0" tIns="0" rIns="0" bIns="0" anchor="ctr"/>
          <a:lstStyle>
            <a:lvl1pPr algn="l">
              <a:defRPr sz="3200">
                <a:solidFill>
                  <a:schemeClr val="tx1">
                    <a:lumMod val="50000"/>
                    <a:lumOff val="50000"/>
                  </a:schemeClr>
                </a:solidFill>
              </a:defRPr>
            </a:lvl1pPr>
          </a:lstStyle>
          <a:p>
            <a:r>
              <a:rPr lang="en-US" dirty="0"/>
              <a:t>Click to edit title</a:t>
            </a:r>
          </a:p>
        </p:txBody>
      </p:sp>
    </p:spTree>
    <p:extLst>
      <p:ext uri="{BB962C8B-B14F-4D97-AF65-F5344CB8AC3E}">
        <p14:creationId xmlns:p14="http://schemas.microsoft.com/office/powerpoint/2010/main" val="3077996827"/>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M51">
    <p:spTree>
      <p:nvGrpSpPr>
        <p:cNvPr id="1" name=""/>
        <p:cNvGrpSpPr/>
        <p:nvPr/>
      </p:nvGrpSpPr>
      <p:grpSpPr>
        <a:xfrm>
          <a:off x="0" y="0"/>
          <a:ext cx="0" cy="0"/>
          <a:chOff x="0" y="0"/>
          <a:chExt cx="0" cy="0"/>
        </a:xfrm>
      </p:grpSpPr>
      <p:sp>
        <p:nvSpPr>
          <p:cNvPr id="3" name="Picture Placeholder 2"/>
          <p:cNvSpPr>
            <a:spLocks noGrp="1"/>
          </p:cNvSpPr>
          <p:nvPr>
            <p:ph type="pic" sz="quarter" idx="20" hasCustomPrompt="1"/>
          </p:nvPr>
        </p:nvSpPr>
        <p:spPr>
          <a:xfrm>
            <a:off x="5080000" y="0"/>
            <a:ext cx="4064000" cy="5143501"/>
          </a:xfrm>
          <a:custGeom>
            <a:avLst/>
            <a:gdLst>
              <a:gd name="connsiteX0" fmla="*/ 2777923 w 3658379"/>
              <a:gd name="connsiteY0" fmla="*/ 1 h 5143501"/>
              <a:gd name="connsiteX1" fmla="*/ 3188732 w 3658379"/>
              <a:gd name="connsiteY1" fmla="*/ 1 h 5143501"/>
              <a:gd name="connsiteX2" fmla="*/ 3188732 w 3658379"/>
              <a:gd name="connsiteY2" fmla="*/ 5143501 h 5143501"/>
              <a:gd name="connsiteX3" fmla="*/ 2777923 w 3658379"/>
              <a:gd name="connsiteY3" fmla="*/ 5143501 h 5143501"/>
              <a:gd name="connsiteX4" fmla="*/ 3247570 w 3658379"/>
              <a:gd name="connsiteY4" fmla="*/ 1 h 5143501"/>
              <a:gd name="connsiteX5" fmla="*/ 3658379 w 3658379"/>
              <a:gd name="connsiteY5" fmla="*/ 1 h 5143501"/>
              <a:gd name="connsiteX6" fmla="*/ 3658379 w 3658379"/>
              <a:gd name="connsiteY6" fmla="*/ 5143501 h 5143501"/>
              <a:gd name="connsiteX7" fmla="*/ 3247570 w 3658379"/>
              <a:gd name="connsiteY7" fmla="*/ 5143501 h 5143501"/>
              <a:gd name="connsiteX8" fmla="*/ 0 w 3658379"/>
              <a:gd name="connsiteY8" fmla="*/ 0 h 5143501"/>
              <a:gd name="connsiteX9" fmla="*/ 2719085 w 3658379"/>
              <a:gd name="connsiteY9" fmla="*/ 0 h 5143501"/>
              <a:gd name="connsiteX10" fmla="*/ 2719085 w 3658379"/>
              <a:gd name="connsiteY10" fmla="*/ 5143500 h 5143501"/>
              <a:gd name="connsiteX11" fmla="*/ 0 w 3658379"/>
              <a:gd name="connsiteY11" fmla="*/ 5143500 h 5143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658379" h="5143501">
                <a:moveTo>
                  <a:pt x="2777923" y="1"/>
                </a:moveTo>
                <a:lnTo>
                  <a:pt x="3188732" y="1"/>
                </a:lnTo>
                <a:lnTo>
                  <a:pt x="3188732" y="5143501"/>
                </a:lnTo>
                <a:lnTo>
                  <a:pt x="2777923" y="5143501"/>
                </a:lnTo>
                <a:close/>
                <a:moveTo>
                  <a:pt x="3247570" y="1"/>
                </a:moveTo>
                <a:lnTo>
                  <a:pt x="3658379" y="1"/>
                </a:lnTo>
                <a:lnTo>
                  <a:pt x="3658379" y="5143501"/>
                </a:lnTo>
                <a:lnTo>
                  <a:pt x="3247570" y="5143501"/>
                </a:lnTo>
                <a:close/>
                <a:moveTo>
                  <a:pt x="0" y="0"/>
                </a:moveTo>
                <a:lnTo>
                  <a:pt x="2719085" y="0"/>
                </a:lnTo>
                <a:lnTo>
                  <a:pt x="2719085" y="5143500"/>
                </a:lnTo>
                <a:lnTo>
                  <a:pt x="0" y="5143500"/>
                </a:lnTo>
                <a:close/>
              </a:path>
            </a:pathLst>
          </a:custGeom>
          <a:solidFill>
            <a:schemeClr val="tx2">
              <a:lumMod val="10000"/>
              <a:lumOff val="90000"/>
            </a:schemeClr>
          </a:solidFill>
          <a:ln w="19050">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Tree>
    <p:extLst>
      <p:ext uri="{BB962C8B-B14F-4D97-AF65-F5344CB8AC3E}">
        <p14:creationId xmlns:p14="http://schemas.microsoft.com/office/powerpoint/2010/main" val="368122346"/>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M52">
    <p:spTree>
      <p:nvGrpSpPr>
        <p:cNvPr id="1" name=""/>
        <p:cNvGrpSpPr/>
        <p:nvPr/>
      </p:nvGrpSpPr>
      <p:grpSpPr>
        <a:xfrm>
          <a:off x="0" y="0"/>
          <a:ext cx="0" cy="0"/>
          <a:chOff x="0" y="0"/>
          <a:chExt cx="0" cy="0"/>
        </a:xfrm>
      </p:grpSpPr>
      <p:sp>
        <p:nvSpPr>
          <p:cNvPr id="7" name="Picture Placeholder 6"/>
          <p:cNvSpPr>
            <a:spLocks noGrp="1"/>
          </p:cNvSpPr>
          <p:nvPr>
            <p:ph type="pic" sz="quarter" idx="14" hasCustomPrompt="1"/>
          </p:nvPr>
        </p:nvSpPr>
        <p:spPr>
          <a:xfrm>
            <a:off x="0" y="0"/>
            <a:ext cx="3773154" cy="3028950"/>
          </a:xfrm>
          <a:custGeom>
            <a:avLst/>
            <a:gdLst>
              <a:gd name="connsiteX0" fmla="*/ 0 w 3773154"/>
              <a:gd name="connsiteY0" fmla="*/ 0 h 5143500"/>
              <a:gd name="connsiteX1" fmla="*/ 3773154 w 3773154"/>
              <a:gd name="connsiteY1" fmla="*/ 0 h 5143500"/>
              <a:gd name="connsiteX2" fmla="*/ 3773154 w 3773154"/>
              <a:gd name="connsiteY2" fmla="*/ 5143500 h 5143500"/>
              <a:gd name="connsiteX3" fmla="*/ 0 w 3773154"/>
              <a:gd name="connsiteY3" fmla="*/ 5143500 h 5143500"/>
            </a:gdLst>
            <a:ahLst/>
            <a:cxnLst>
              <a:cxn ang="0">
                <a:pos x="connsiteX0" y="connsiteY0"/>
              </a:cxn>
              <a:cxn ang="0">
                <a:pos x="connsiteX1" y="connsiteY1"/>
              </a:cxn>
              <a:cxn ang="0">
                <a:pos x="connsiteX2" y="connsiteY2"/>
              </a:cxn>
              <a:cxn ang="0">
                <a:pos x="connsiteX3" y="connsiteY3"/>
              </a:cxn>
            </a:cxnLst>
            <a:rect l="l" t="t" r="r" b="b"/>
            <a:pathLst>
              <a:path w="3773154" h="5143500">
                <a:moveTo>
                  <a:pt x="0" y="0"/>
                </a:moveTo>
                <a:lnTo>
                  <a:pt x="3773154" y="0"/>
                </a:lnTo>
                <a:lnTo>
                  <a:pt x="3773154" y="5143500"/>
                </a:lnTo>
                <a:lnTo>
                  <a:pt x="0" y="5143500"/>
                </a:lnTo>
                <a:close/>
              </a:path>
            </a:pathLst>
          </a:custGeom>
          <a:solidFill>
            <a:schemeClr val="tx2">
              <a:lumMod val="10000"/>
              <a:lumOff val="90000"/>
            </a:schemeClr>
          </a:solidFill>
          <a:ln>
            <a:noFill/>
          </a:ln>
        </p:spPr>
        <p:txBody>
          <a:bodyPr wrap="square" bIns="457200" anchor="b">
            <a:noAutofit/>
          </a:bodyPr>
          <a:lstStyle>
            <a:lvl1pPr algn="ctr">
              <a:buNone/>
              <a:defRPr sz="1100">
                <a:solidFill>
                  <a:schemeClr val="tx1">
                    <a:lumMod val="50000"/>
                    <a:lumOff val="50000"/>
                  </a:schemeClr>
                </a:solidFill>
              </a:defRPr>
            </a:lvl1pPr>
          </a:lstStyle>
          <a:p>
            <a:r>
              <a:rPr lang="en-US" dirty="0"/>
              <a:t>Image Holder</a:t>
            </a:r>
          </a:p>
        </p:txBody>
      </p:sp>
      <p:sp>
        <p:nvSpPr>
          <p:cNvPr id="3" name="Text Placeholder 3"/>
          <p:cNvSpPr>
            <a:spLocks noGrp="1"/>
          </p:cNvSpPr>
          <p:nvPr>
            <p:ph type="body" sz="half" idx="2" hasCustomPrompt="1"/>
          </p:nvPr>
        </p:nvSpPr>
        <p:spPr>
          <a:xfrm>
            <a:off x="3886200" y="883820"/>
            <a:ext cx="4863163" cy="173255"/>
          </a:xfrm>
          <a:prstGeom prst="rect">
            <a:avLst/>
          </a:prstGeom>
        </p:spPr>
        <p:txBody>
          <a:bodyPr wrap="none" lIns="0" tIns="0" rIns="0" bIns="0" anchor="ctr">
            <a:noAutofit/>
          </a:bodyPr>
          <a:lstStyle>
            <a:lvl1pPr marL="0" indent="0" algn="l">
              <a:buNone/>
              <a:defRPr sz="1200" b="0" baseline="0">
                <a:solidFill>
                  <a:schemeClr val="bg1">
                    <a:lumMod val="65000"/>
                  </a:schemeClr>
                </a:solidFill>
                <a:latin typeface="+mn-lt"/>
                <a:ea typeface="Roboto" panose="02000000000000000000" pitchFamily="2" charset="0"/>
              </a:defRPr>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dirty="0"/>
              <a:t>CLICK TO EDITE SUBTITLE</a:t>
            </a:r>
          </a:p>
        </p:txBody>
      </p:sp>
      <p:sp>
        <p:nvSpPr>
          <p:cNvPr id="4" name="Title 2"/>
          <p:cNvSpPr>
            <a:spLocks noGrp="1"/>
          </p:cNvSpPr>
          <p:nvPr>
            <p:ph type="title" hasCustomPrompt="1"/>
          </p:nvPr>
        </p:nvSpPr>
        <p:spPr>
          <a:xfrm>
            <a:off x="3886200" y="341313"/>
            <a:ext cx="4863163" cy="495383"/>
          </a:xfrm>
          <a:prstGeom prst="rect">
            <a:avLst/>
          </a:prstGeom>
        </p:spPr>
        <p:txBody>
          <a:bodyPr lIns="0" tIns="0" rIns="0" bIns="0" anchor="ctr"/>
          <a:lstStyle>
            <a:lvl1pPr algn="l">
              <a:defRPr sz="2800">
                <a:solidFill>
                  <a:schemeClr val="tx1">
                    <a:lumMod val="50000"/>
                    <a:lumOff val="50000"/>
                  </a:schemeClr>
                </a:solidFill>
              </a:defRPr>
            </a:lvl1pPr>
          </a:lstStyle>
          <a:p>
            <a:r>
              <a:rPr lang="en-US" dirty="0"/>
              <a:t>Click to edit title</a:t>
            </a:r>
          </a:p>
        </p:txBody>
      </p:sp>
    </p:spTree>
    <p:extLst>
      <p:ext uri="{BB962C8B-B14F-4D97-AF65-F5344CB8AC3E}">
        <p14:creationId xmlns:p14="http://schemas.microsoft.com/office/powerpoint/2010/main" val="2036446045"/>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M53">
    <p:spTree>
      <p:nvGrpSpPr>
        <p:cNvPr id="1" name=""/>
        <p:cNvGrpSpPr/>
        <p:nvPr/>
      </p:nvGrpSpPr>
      <p:grpSpPr>
        <a:xfrm>
          <a:off x="0" y="0"/>
          <a:ext cx="0" cy="0"/>
          <a:chOff x="0" y="0"/>
          <a:chExt cx="0" cy="0"/>
        </a:xfrm>
      </p:grpSpPr>
      <p:sp>
        <p:nvSpPr>
          <p:cNvPr id="7" name="Picture Placeholder 6"/>
          <p:cNvSpPr>
            <a:spLocks noGrp="1"/>
          </p:cNvSpPr>
          <p:nvPr>
            <p:ph type="pic" sz="quarter" idx="14" hasCustomPrompt="1"/>
          </p:nvPr>
        </p:nvSpPr>
        <p:spPr>
          <a:xfrm>
            <a:off x="5370846" y="0"/>
            <a:ext cx="3773154" cy="3028950"/>
          </a:xfrm>
          <a:custGeom>
            <a:avLst/>
            <a:gdLst>
              <a:gd name="connsiteX0" fmla="*/ 0 w 3773154"/>
              <a:gd name="connsiteY0" fmla="*/ 0 h 5143500"/>
              <a:gd name="connsiteX1" fmla="*/ 3773154 w 3773154"/>
              <a:gd name="connsiteY1" fmla="*/ 0 h 5143500"/>
              <a:gd name="connsiteX2" fmla="*/ 3773154 w 3773154"/>
              <a:gd name="connsiteY2" fmla="*/ 5143500 h 5143500"/>
              <a:gd name="connsiteX3" fmla="*/ 0 w 3773154"/>
              <a:gd name="connsiteY3" fmla="*/ 5143500 h 5143500"/>
            </a:gdLst>
            <a:ahLst/>
            <a:cxnLst>
              <a:cxn ang="0">
                <a:pos x="connsiteX0" y="connsiteY0"/>
              </a:cxn>
              <a:cxn ang="0">
                <a:pos x="connsiteX1" y="connsiteY1"/>
              </a:cxn>
              <a:cxn ang="0">
                <a:pos x="connsiteX2" y="connsiteY2"/>
              </a:cxn>
              <a:cxn ang="0">
                <a:pos x="connsiteX3" y="connsiteY3"/>
              </a:cxn>
            </a:cxnLst>
            <a:rect l="l" t="t" r="r" b="b"/>
            <a:pathLst>
              <a:path w="3773154" h="5143500">
                <a:moveTo>
                  <a:pt x="0" y="0"/>
                </a:moveTo>
                <a:lnTo>
                  <a:pt x="3773154" y="0"/>
                </a:lnTo>
                <a:lnTo>
                  <a:pt x="3773154" y="5143500"/>
                </a:lnTo>
                <a:lnTo>
                  <a:pt x="0" y="5143500"/>
                </a:lnTo>
                <a:close/>
              </a:path>
            </a:pathLst>
          </a:custGeom>
          <a:solidFill>
            <a:schemeClr val="tx2">
              <a:lumMod val="10000"/>
              <a:lumOff val="90000"/>
            </a:schemeClr>
          </a:solidFill>
          <a:ln>
            <a:noFill/>
          </a:ln>
        </p:spPr>
        <p:txBody>
          <a:bodyPr wrap="square" bIns="457200" anchor="b">
            <a:noAutofit/>
          </a:bodyPr>
          <a:lstStyle>
            <a:lvl1pPr algn="ctr">
              <a:buNone/>
              <a:defRPr sz="1100">
                <a:solidFill>
                  <a:schemeClr val="tx1">
                    <a:lumMod val="50000"/>
                    <a:lumOff val="50000"/>
                  </a:schemeClr>
                </a:solidFill>
              </a:defRPr>
            </a:lvl1pPr>
          </a:lstStyle>
          <a:p>
            <a:r>
              <a:rPr lang="en-US" dirty="0"/>
              <a:t>Image Holder</a:t>
            </a:r>
          </a:p>
        </p:txBody>
      </p:sp>
      <p:sp>
        <p:nvSpPr>
          <p:cNvPr id="3" name="Text Placeholder 3"/>
          <p:cNvSpPr>
            <a:spLocks noGrp="1"/>
          </p:cNvSpPr>
          <p:nvPr>
            <p:ph type="body" sz="half" idx="2" hasCustomPrompt="1"/>
          </p:nvPr>
        </p:nvSpPr>
        <p:spPr>
          <a:xfrm>
            <a:off x="381001" y="883820"/>
            <a:ext cx="4876800" cy="173255"/>
          </a:xfrm>
          <a:prstGeom prst="rect">
            <a:avLst/>
          </a:prstGeom>
        </p:spPr>
        <p:txBody>
          <a:bodyPr wrap="none" lIns="0" tIns="0" rIns="0" bIns="0" anchor="ctr">
            <a:noAutofit/>
          </a:bodyPr>
          <a:lstStyle>
            <a:lvl1pPr marL="0" indent="0" algn="l">
              <a:buNone/>
              <a:defRPr sz="1200" b="0" baseline="0">
                <a:solidFill>
                  <a:schemeClr val="bg1">
                    <a:lumMod val="65000"/>
                  </a:schemeClr>
                </a:solidFill>
                <a:latin typeface="+mn-lt"/>
                <a:ea typeface="Roboto" panose="02000000000000000000" pitchFamily="2" charset="0"/>
              </a:defRPr>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dirty="0"/>
              <a:t>CLICK TO EDITE SUBTITLE</a:t>
            </a:r>
          </a:p>
        </p:txBody>
      </p:sp>
      <p:sp>
        <p:nvSpPr>
          <p:cNvPr id="4" name="Title 2"/>
          <p:cNvSpPr>
            <a:spLocks noGrp="1"/>
          </p:cNvSpPr>
          <p:nvPr>
            <p:ph type="title" hasCustomPrompt="1"/>
          </p:nvPr>
        </p:nvSpPr>
        <p:spPr>
          <a:xfrm>
            <a:off x="381001" y="341313"/>
            <a:ext cx="4876800" cy="495383"/>
          </a:xfrm>
          <a:prstGeom prst="rect">
            <a:avLst/>
          </a:prstGeom>
        </p:spPr>
        <p:txBody>
          <a:bodyPr lIns="0" tIns="0" rIns="0" bIns="0" anchor="ctr"/>
          <a:lstStyle>
            <a:lvl1pPr algn="l">
              <a:defRPr sz="2800">
                <a:solidFill>
                  <a:schemeClr val="tx1">
                    <a:lumMod val="50000"/>
                    <a:lumOff val="50000"/>
                  </a:schemeClr>
                </a:solidFill>
              </a:defRPr>
            </a:lvl1pPr>
          </a:lstStyle>
          <a:p>
            <a:r>
              <a:rPr lang="en-US" dirty="0"/>
              <a:t>Click to edit title</a:t>
            </a:r>
          </a:p>
        </p:txBody>
      </p:sp>
    </p:spTree>
    <p:extLst>
      <p:ext uri="{BB962C8B-B14F-4D97-AF65-F5344CB8AC3E}">
        <p14:creationId xmlns:p14="http://schemas.microsoft.com/office/powerpoint/2010/main" val="943864326"/>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M58">
    <p:spTree>
      <p:nvGrpSpPr>
        <p:cNvPr id="1" name=""/>
        <p:cNvGrpSpPr/>
        <p:nvPr/>
      </p:nvGrpSpPr>
      <p:grpSpPr>
        <a:xfrm>
          <a:off x="0" y="0"/>
          <a:ext cx="0" cy="0"/>
          <a:chOff x="0" y="0"/>
          <a:chExt cx="0" cy="0"/>
        </a:xfrm>
      </p:grpSpPr>
      <p:sp>
        <p:nvSpPr>
          <p:cNvPr id="26" name="Text Placeholder 3"/>
          <p:cNvSpPr>
            <a:spLocks noGrp="1"/>
          </p:cNvSpPr>
          <p:nvPr userDrawn="1">
            <p:ph type="body" sz="half" idx="2" hasCustomPrompt="1"/>
          </p:nvPr>
        </p:nvSpPr>
        <p:spPr>
          <a:xfrm>
            <a:off x="398512" y="883822"/>
            <a:ext cx="5087888" cy="173255"/>
          </a:xfrm>
          <a:prstGeom prst="rect">
            <a:avLst/>
          </a:prstGeom>
        </p:spPr>
        <p:txBody>
          <a:bodyPr wrap="none" lIns="0" tIns="0" rIns="0" bIns="0" anchor="ctr">
            <a:noAutofit/>
          </a:bodyPr>
          <a:lstStyle>
            <a:lvl1pPr marL="0" indent="0" algn="l" rtl="0">
              <a:buNone/>
              <a:defRPr sz="1200" b="0" baseline="0">
                <a:solidFill>
                  <a:schemeClr val="bg1">
                    <a:lumMod val="65000"/>
                  </a:schemeClr>
                </a:solidFill>
                <a:latin typeface="+mn-lt"/>
                <a:ea typeface="Roboto" panose="02000000000000000000" pitchFamily="2" charset="0"/>
              </a:defRPr>
            </a:lvl1pPr>
            <a:lvl2pPr marL="457178" indent="0">
              <a:buNone/>
              <a:defRPr sz="1200"/>
            </a:lvl2pPr>
            <a:lvl3pPr marL="914354" indent="0">
              <a:buNone/>
              <a:defRPr sz="1000"/>
            </a:lvl3pPr>
            <a:lvl4pPr marL="1371532" indent="0">
              <a:buNone/>
              <a:defRPr sz="900"/>
            </a:lvl4pPr>
            <a:lvl5pPr marL="1828709" indent="0">
              <a:buNone/>
              <a:defRPr sz="900"/>
            </a:lvl5pPr>
            <a:lvl6pPr marL="2285886" indent="0">
              <a:buNone/>
              <a:defRPr sz="900"/>
            </a:lvl6pPr>
            <a:lvl7pPr marL="2743062" indent="0">
              <a:buNone/>
              <a:defRPr sz="900"/>
            </a:lvl7pPr>
            <a:lvl8pPr marL="3200240" indent="0">
              <a:buNone/>
              <a:defRPr sz="900"/>
            </a:lvl8pPr>
            <a:lvl9pPr marL="3657418" indent="0">
              <a:buNone/>
              <a:defRPr sz="900"/>
            </a:lvl9pPr>
          </a:lstStyle>
          <a:p>
            <a:pPr lvl="0"/>
            <a:r>
              <a:rPr lang="en-US" dirty="0"/>
              <a:t>CLICK TO EDITE SUBTITLE</a:t>
            </a:r>
          </a:p>
        </p:txBody>
      </p:sp>
      <p:sp>
        <p:nvSpPr>
          <p:cNvPr id="27" name="Title 2"/>
          <p:cNvSpPr>
            <a:spLocks noGrp="1"/>
          </p:cNvSpPr>
          <p:nvPr userDrawn="1">
            <p:ph type="title" hasCustomPrompt="1"/>
          </p:nvPr>
        </p:nvSpPr>
        <p:spPr>
          <a:xfrm>
            <a:off x="398512" y="341315"/>
            <a:ext cx="5087888" cy="495383"/>
          </a:xfrm>
          <a:prstGeom prst="rect">
            <a:avLst/>
          </a:prstGeom>
        </p:spPr>
        <p:txBody>
          <a:bodyPr lIns="0" tIns="0" rIns="0" bIns="0" anchor="ctr"/>
          <a:lstStyle>
            <a:lvl1pPr algn="l" rtl="0">
              <a:defRPr sz="3600">
                <a:solidFill>
                  <a:schemeClr val="bg1">
                    <a:lumMod val="50000"/>
                  </a:schemeClr>
                </a:solidFill>
              </a:defRPr>
            </a:lvl1pPr>
          </a:lstStyle>
          <a:p>
            <a:r>
              <a:rPr lang="en-US" dirty="0"/>
              <a:t>Click to edit title</a:t>
            </a:r>
          </a:p>
        </p:txBody>
      </p:sp>
      <p:sp>
        <p:nvSpPr>
          <p:cNvPr id="29" name="Picture Placeholder 28"/>
          <p:cNvSpPr>
            <a:spLocks noGrp="1"/>
          </p:cNvSpPr>
          <p:nvPr>
            <p:ph type="pic" sz="quarter" idx="23" hasCustomPrompt="1"/>
          </p:nvPr>
        </p:nvSpPr>
        <p:spPr>
          <a:xfrm flipH="1">
            <a:off x="6705599" y="1293602"/>
            <a:ext cx="1631228" cy="1957474"/>
          </a:xfrm>
          <a:custGeom>
            <a:avLst/>
            <a:gdLst>
              <a:gd name="connsiteX0" fmla="*/ 1526993 w 1631228"/>
              <a:gd name="connsiteY0" fmla="*/ 0 h 1957474"/>
              <a:gd name="connsiteX1" fmla="*/ 104235 w 1631228"/>
              <a:gd name="connsiteY1" fmla="*/ 0 h 1957474"/>
              <a:gd name="connsiteX2" fmla="*/ 0 w 1631228"/>
              <a:gd name="connsiteY2" fmla="*/ 104235 h 1957474"/>
              <a:gd name="connsiteX3" fmla="*/ 0 w 1631228"/>
              <a:gd name="connsiteY3" fmla="*/ 1853239 h 1957474"/>
              <a:gd name="connsiteX4" fmla="*/ 104235 w 1631228"/>
              <a:gd name="connsiteY4" fmla="*/ 1957474 h 1957474"/>
              <a:gd name="connsiteX5" fmla="*/ 1526993 w 1631228"/>
              <a:gd name="connsiteY5" fmla="*/ 1957474 h 1957474"/>
              <a:gd name="connsiteX6" fmla="*/ 1631228 w 1631228"/>
              <a:gd name="connsiteY6" fmla="*/ 1853239 h 1957474"/>
              <a:gd name="connsiteX7" fmla="*/ 1631228 w 1631228"/>
              <a:gd name="connsiteY7" fmla="*/ 104235 h 1957474"/>
              <a:gd name="connsiteX8" fmla="*/ 1526993 w 1631228"/>
              <a:gd name="connsiteY8" fmla="*/ 0 h 19574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31228" h="1957474">
                <a:moveTo>
                  <a:pt x="1526993" y="0"/>
                </a:moveTo>
                <a:lnTo>
                  <a:pt x="104235" y="0"/>
                </a:lnTo>
                <a:cubicBezTo>
                  <a:pt x="46668" y="0"/>
                  <a:pt x="0" y="46668"/>
                  <a:pt x="0" y="104235"/>
                </a:cubicBezTo>
                <a:lnTo>
                  <a:pt x="0" y="1853239"/>
                </a:lnTo>
                <a:cubicBezTo>
                  <a:pt x="0" y="1910806"/>
                  <a:pt x="46668" y="1957474"/>
                  <a:pt x="104235" y="1957474"/>
                </a:cubicBezTo>
                <a:lnTo>
                  <a:pt x="1526993" y="1957474"/>
                </a:lnTo>
                <a:cubicBezTo>
                  <a:pt x="1584560" y="1957474"/>
                  <a:pt x="1631228" y="1910806"/>
                  <a:pt x="1631228" y="1853239"/>
                </a:cubicBezTo>
                <a:lnTo>
                  <a:pt x="1631228" y="104235"/>
                </a:lnTo>
                <a:cubicBezTo>
                  <a:pt x="1631228" y="46668"/>
                  <a:pt x="1584560" y="0"/>
                  <a:pt x="1526993" y="0"/>
                </a:cubicBez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Tree>
    <p:extLst>
      <p:ext uri="{BB962C8B-B14F-4D97-AF65-F5344CB8AC3E}">
        <p14:creationId xmlns:p14="http://schemas.microsoft.com/office/powerpoint/2010/main" val="3086979797"/>
      </p:ext>
    </p:extLst>
  </p:cSld>
  <p:clrMapOvr>
    <a:masterClrMapping/>
  </p:clrMapOvr>
  <p:extLst>
    <p:ext uri="{DCECCB84-F9BA-43D5-87BE-67443E8EF086}">
      <p15:sldGuideLst xmlns:p15="http://schemas.microsoft.com/office/powerpoint/2012/main">
        <p15:guide id="1" orient="horz" pos="2160">
          <p15:clr>
            <a:srgbClr val="FBAE40"/>
          </p15:clr>
        </p15:guide>
        <p15:guide id="2" pos="432">
          <p15:clr>
            <a:srgbClr val="FBAE40"/>
          </p15:clr>
        </p15:guide>
        <p15:guide id="3" pos="7248">
          <p15:clr>
            <a:srgbClr val="FBAE40"/>
          </p15:clr>
        </p15:guide>
        <p15:guide id="4" orient="horz" pos="432">
          <p15:clr>
            <a:srgbClr val="FBAE40"/>
          </p15:clr>
        </p15:guide>
        <p15:guide id="5" orient="horz" pos="3888">
          <p15:clr>
            <a:srgbClr val="FBAE40"/>
          </p15:clr>
        </p15:guide>
        <p15:guide id="6" pos="3840">
          <p15:clr>
            <a:srgbClr val="FBAE40"/>
          </p15:clr>
        </p15:guide>
        <p15:guide id="7" pos="1128">
          <p15:clr>
            <a:srgbClr val="FBAE40"/>
          </p15:clr>
        </p15:guide>
        <p15:guide id="8" pos="6552">
          <p15:clr>
            <a:srgbClr val="FBAE40"/>
          </p15:clr>
        </p15:guide>
        <p15:guide id="9" orient="horz" pos="1920">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M59">
    <p:spTree>
      <p:nvGrpSpPr>
        <p:cNvPr id="1" name=""/>
        <p:cNvGrpSpPr/>
        <p:nvPr/>
      </p:nvGrpSpPr>
      <p:grpSpPr>
        <a:xfrm>
          <a:off x="0" y="0"/>
          <a:ext cx="0" cy="0"/>
          <a:chOff x="0" y="0"/>
          <a:chExt cx="0" cy="0"/>
        </a:xfrm>
      </p:grpSpPr>
      <p:sp>
        <p:nvSpPr>
          <p:cNvPr id="9" name="Text Placeholder 3"/>
          <p:cNvSpPr>
            <a:spLocks noGrp="1"/>
          </p:cNvSpPr>
          <p:nvPr>
            <p:ph type="body" sz="half" idx="2" hasCustomPrompt="1"/>
          </p:nvPr>
        </p:nvSpPr>
        <p:spPr>
          <a:xfrm>
            <a:off x="398512" y="883822"/>
            <a:ext cx="5087888" cy="173255"/>
          </a:xfrm>
          <a:prstGeom prst="rect">
            <a:avLst/>
          </a:prstGeom>
        </p:spPr>
        <p:txBody>
          <a:bodyPr wrap="none" lIns="0" tIns="0" rIns="0" bIns="0" anchor="ctr">
            <a:noAutofit/>
          </a:bodyPr>
          <a:lstStyle>
            <a:lvl1pPr marL="0" indent="0" algn="l" rtl="0">
              <a:buNone/>
              <a:defRPr sz="1200" b="0" baseline="0">
                <a:solidFill>
                  <a:schemeClr val="bg1">
                    <a:lumMod val="65000"/>
                  </a:schemeClr>
                </a:solidFill>
                <a:latin typeface="+mn-lt"/>
                <a:ea typeface="Roboto" panose="02000000000000000000" pitchFamily="2" charset="0"/>
              </a:defRPr>
            </a:lvl1pPr>
            <a:lvl2pPr marL="457178" indent="0">
              <a:buNone/>
              <a:defRPr sz="1200"/>
            </a:lvl2pPr>
            <a:lvl3pPr marL="914354" indent="0">
              <a:buNone/>
              <a:defRPr sz="1000"/>
            </a:lvl3pPr>
            <a:lvl4pPr marL="1371532" indent="0">
              <a:buNone/>
              <a:defRPr sz="900"/>
            </a:lvl4pPr>
            <a:lvl5pPr marL="1828709" indent="0">
              <a:buNone/>
              <a:defRPr sz="900"/>
            </a:lvl5pPr>
            <a:lvl6pPr marL="2285886" indent="0">
              <a:buNone/>
              <a:defRPr sz="900"/>
            </a:lvl6pPr>
            <a:lvl7pPr marL="2743062" indent="0">
              <a:buNone/>
              <a:defRPr sz="900"/>
            </a:lvl7pPr>
            <a:lvl8pPr marL="3200240" indent="0">
              <a:buNone/>
              <a:defRPr sz="900"/>
            </a:lvl8pPr>
            <a:lvl9pPr marL="3657418" indent="0">
              <a:buNone/>
              <a:defRPr sz="900"/>
            </a:lvl9pPr>
          </a:lstStyle>
          <a:p>
            <a:pPr lvl="0"/>
            <a:r>
              <a:rPr lang="en-US" dirty="0"/>
              <a:t>CLICK TO EDITE SUBTITLE</a:t>
            </a:r>
          </a:p>
        </p:txBody>
      </p:sp>
      <p:sp>
        <p:nvSpPr>
          <p:cNvPr id="11" name="Title 2"/>
          <p:cNvSpPr>
            <a:spLocks noGrp="1"/>
          </p:cNvSpPr>
          <p:nvPr>
            <p:ph type="title" hasCustomPrompt="1"/>
          </p:nvPr>
        </p:nvSpPr>
        <p:spPr>
          <a:xfrm>
            <a:off x="398512" y="341315"/>
            <a:ext cx="5087888" cy="495383"/>
          </a:xfrm>
          <a:prstGeom prst="rect">
            <a:avLst/>
          </a:prstGeom>
        </p:spPr>
        <p:txBody>
          <a:bodyPr lIns="0" tIns="0" rIns="0" bIns="0" anchor="ctr"/>
          <a:lstStyle>
            <a:lvl1pPr algn="l" rtl="0">
              <a:defRPr sz="3600">
                <a:solidFill>
                  <a:schemeClr val="bg1">
                    <a:lumMod val="50000"/>
                  </a:schemeClr>
                </a:solidFill>
              </a:defRPr>
            </a:lvl1pPr>
          </a:lstStyle>
          <a:p>
            <a:r>
              <a:rPr lang="en-US" dirty="0"/>
              <a:t>Click to edit title</a:t>
            </a:r>
          </a:p>
        </p:txBody>
      </p:sp>
      <p:sp>
        <p:nvSpPr>
          <p:cNvPr id="14" name="Picture Placeholder 13"/>
          <p:cNvSpPr>
            <a:spLocks noGrp="1"/>
          </p:cNvSpPr>
          <p:nvPr>
            <p:ph type="pic" sz="quarter" idx="23" hasCustomPrompt="1"/>
          </p:nvPr>
        </p:nvSpPr>
        <p:spPr>
          <a:xfrm rot="549736" flipH="1">
            <a:off x="5245467" y="1122693"/>
            <a:ext cx="1311369" cy="2449727"/>
          </a:xfrm>
          <a:custGeom>
            <a:avLst/>
            <a:gdLst>
              <a:gd name="connsiteX0" fmla="*/ 1298168 w 1311369"/>
              <a:gd name="connsiteY0" fmla="*/ 167913 h 2449727"/>
              <a:gd name="connsiteX1" fmla="*/ 50349 w 1311369"/>
              <a:gd name="connsiteY1" fmla="*/ 0 h 2449727"/>
              <a:gd name="connsiteX2" fmla="*/ 0 w 1311369"/>
              <a:gd name="connsiteY2" fmla="*/ 2361649 h 2449727"/>
              <a:gd name="connsiteX3" fmla="*/ 1311369 w 1311369"/>
              <a:gd name="connsiteY3" fmla="*/ 2449727 h 2449727"/>
              <a:gd name="connsiteX4" fmla="*/ 1298168 w 1311369"/>
              <a:gd name="connsiteY4" fmla="*/ 167913 h 24497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11369" h="2449727">
                <a:moveTo>
                  <a:pt x="1298168" y="167913"/>
                </a:moveTo>
                <a:lnTo>
                  <a:pt x="50349" y="0"/>
                </a:lnTo>
                <a:lnTo>
                  <a:pt x="0" y="2361649"/>
                </a:lnTo>
                <a:lnTo>
                  <a:pt x="1311369" y="2449727"/>
                </a:lnTo>
                <a:cubicBezTo>
                  <a:pt x="1306968" y="1689122"/>
                  <a:pt x="1302569" y="928518"/>
                  <a:pt x="1298168" y="167913"/>
                </a:cubicBez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Tree>
    <p:extLst>
      <p:ext uri="{BB962C8B-B14F-4D97-AF65-F5344CB8AC3E}">
        <p14:creationId xmlns:p14="http://schemas.microsoft.com/office/powerpoint/2010/main" val="3938076754"/>
      </p:ext>
    </p:extLst>
  </p:cSld>
  <p:clrMapOvr>
    <a:masterClrMapping/>
  </p:clrMapOvr>
  <p:extLst>
    <p:ext uri="{DCECCB84-F9BA-43D5-87BE-67443E8EF086}">
      <p15:sldGuideLst xmlns:p15="http://schemas.microsoft.com/office/powerpoint/2012/main">
        <p15:guide id="1" orient="horz" pos="2160">
          <p15:clr>
            <a:srgbClr val="FBAE40"/>
          </p15:clr>
        </p15:guide>
        <p15:guide id="2" pos="432">
          <p15:clr>
            <a:srgbClr val="FBAE40"/>
          </p15:clr>
        </p15:guide>
        <p15:guide id="3" pos="7248">
          <p15:clr>
            <a:srgbClr val="FBAE40"/>
          </p15:clr>
        </p15:guide>
        <p15:guide id="4" orient="horz" pos="432">
          <p15:clr>
            <a:srgbClr val="FBAE40"/>
          </p15:clr>
        </p15:guide>
        <p15:guide id="5" orient="horz" pos="3888">
          <p15:clr>
            <a:srgbClr val="FBAE40"/>
          </p15:clr>
        </p15:guide>
        <p15:guide id="6" pos="3840">
          <p15:clr>
            <a:srgbClr val="FBAE40"/>
          </p15:clr>
        </p15:guide>
        <p15:guide id="7" pos="1128">
          <p15:clr>
            <a:srgbClr val="FBAE40"/>
          </p15:clr>
        </p15:guide>
        <p15:guide id="8" pos="6552">
          <p15:clr>
            <a:srgbClr val="FBAE40"/>
          </p15:clr>
        </p15:guide>
        <p15:guide id="9" orient="horz" pos="1920">
          <p15:clr>
            <a:srgbClr val="FBAE4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M80">
    <p:spTree>
      <p:nvGrpSpPr>
        <p:cNvPr id="1" name=""/>
        <p:cNvGrpSpPr/>
        <p:nvPr/>
      </p:nvGrpSpPr>
      <p:grpSpPr>
        <a:xfrm>
          <a:off x="0" y="0"/>
          <a:ext cx="0" cy="0"/>
          <a:chOff x="0" y="0"/>
          <a:chExt cx="0" cy="0"/>
        </a:xfrm>
      </p:grpSpPr>
      <p:sp>
        <p:nvSpPr>
          <p:cNvPr id="6" name="Picture Placeholder 5"/>
          <p:cNvSpPr>
            <a:spLocks noGrp="1"/>
          </p:cNvSpPr>
          <p:nvPr>
            <p:ph type="pic" sz="quarter" idx="17" hasCustomPrompt="1"/>
          </p:nvPr>
        </p:nvSpPr>
        <p:spPr>
          <a:xfrm>
            <a:off x="4572000" y="744551"/>
            <a:ext cx="4572000" cy="3654398"/>
          </a:xfrm>
          <a:custGeom>
            <a:avLst/>
            <a:gdLst>
              <a:gd name="connsiteX0" fmla="*/ 0 w 9144000"/>
              <a:gd name="connsiteY0" fmla="*/ 0 h 2843213"/>
              <a:gd name="connsiteX1" fmla="*/ 9144000 w 9144000"/>
              <a:gd name="connsiteY1" fmla="*/ 0 h 2843213"/>
              <a:gd name="connsiteX2" fmla="*/ 9144000 w 9144000"/>
              <a:gd name="connsiteY2" fmla="*/ 2843213 h 2843213"/>
              <a:gd name="connsiteX3" fmla="*/ 0 w 9144000"/>
              <a:gd name="connsiteY3" fmla="*/ 2843213 h 2843213"/>
            </a:gdLst>
            <a:ahLst/>
            <a:cxnLst>
              <a:cxn ang="0">
                <a:pos x="connsiteX0" y="connsiteY0"/>
              </a:cxn>
              <a:cxn ang="0">
                <a:pos x="connsiteX1" y="connsiteY1"/>
              </a:cxn>
              <a:cxn ang="0">
                <a:pos x="connsiteX2" y="connsiteY2"/>
              </a:cxn>
              <a:cxn ang="0">
                <a:pos x="connsiteX3" y="connsiteY3"/>
              </a:cxn>
            </a:cxnLst>
            <a:rect l="l" t="t" r="r" b="b"/>
            <a:pathLst>
              <a:path w="9144000" h="2843213">
                <a:moveTo>
                  <a:pt x="0" y="0"/>
                </a:moveTo>
                <a:lnTo>
                  <a:pt x="9144000" y="0"/>
                </a:lnTo>
                <a:lnTo>
                  <a:pt x="9144000" y="2843213"/>
                </a:lnTo>
                <a:lnTo>
                  <a:pt x="0" y="2843213"/>
                </a:lnTo>
                <a:close/>
              </a:path>
            </a:pathLst>
          </a:custGeom>
          <a:solidFill>
            <a:schemeClr val="tx2">
              <a:lumMod val="10000"/>
              <a:lumOff val="90000"/>
            </a:schemeClr>
          </a:solidFill>
          <a:ln>
            <a:noFill/>
          </a:ln>
        </p:spPr>
        <p:txBody>
          <a:bodyPr wrap="square" bIns="457200" anchor="b">
            <a:noAutofit/>
          </a:bodyPr>
          <a:lstStyle>
            <a:lvl1pPr algn="ctr">
              <a:buNone/>
              <a:defRPr sz="1100">
                <a:solidFill>
                  <a:schemeClr val="tx1">
                    <a:lumMod val="50000"/>
                    <a:lumOff val="50000"/>
                  </a:schemeClr>
                </a:solidFill>
              </a:defRPr>
            </a:lvl1pPr>
          </a:lstStyle>
          <a:p>
            <a:r>
              <a:rPr lang="en-US" dirty="0"/>
              <a:t>Image Holder</a:t>
            </a:r>
          </a:p>
        </p:txBody>
      </p:sp>
      <p:sp>
        <p:nvSpPr>
          <p:cNvPr id="4" name="Title 2"/>
          <p:cNvSpPr>
            <a:spLocks noGrp="1"/>
          </p:cNvSpPr>
          <p:nvPr>
            <p:ph type="title" hasCustomPrompt="1"/>
          </p:nvPr>
        </p:nvSpPr>
        <p:spPr>
          <a:xfrm>
            <a:off x="117675" y="744551"/>
            <a:ext cx="4378125" cy="495383"/>
          </a:xfrm>
          <a:prstGeom prst="rect">
            <a:avLst/>
          </a:prstGeom>
        </p:spPr>
        <p:txBody>
          <a:bodyPr lIns="0" tIns="0" rIns="0" bIns="0" anchor="ctr"/>
          <a:lstStyle>
            <a:lvl1pPr algn="l" rtl="0">
              <a:defRPr sz="3200">
                <a:solidFill>
                  <a:schemeClr val="bg1">
                    <a:lumMod val="50000"/>
                  </a:schemeClr>
                </a:solidFill>
              </a:defRPr>
            </a:lvl1pPr>
          </a:lstStyle>
          <a:p>
            <a:r>
              <a:rPr lang="en-US" dirty="0"/>
              <a:t>Click to edit title</a:t>
            </a:r>
          </a:p>
        </p:txBody>
      </p:sp>
    </p:spTree>
    <p:extLst>
      <p:ext uri="{BB962C8B-B14F-4D97-AF65-F5344CB8AC3E}">
        <p14:creationId xmlns:p14="http://schemas.microsoft.com/office/powerpoint/2010/main" val="1028148337"/>
      </p:ext>
    </p:extLst>
  </p:cSld>
  <p:clrMapOvr>
    <a:masterClrMapping/>
  </p:clrMapOvr>
  <p:transition spd="med">
    <p:fade/>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M81">
    <p:spTree>
      <p:nvGrpSpPr>
        <p:cNvPr id="1" name=""/>
        <p:cNvGrpSpPr/>
        <p:nvPr/>
      </p:nvGrpSpPr>
      <p:grpSpPr>
        <a:xfrm>
          <a:off x="0" y="0"/>
          <a:ext cx="0" cy="0"/>
          <a:chOff x="0" y="0"/>
          <a:chExt cx="0" cy="0"/>
        </a:xfrm>
      </p:grpSpPr>
      <p:sp>
        <p:nvSpPr>
          <p:cNvPr id="4" name="Title 2"/>
          <p:cNvSpPr>
            <a:spLocks noGrp="1"/>
          </p:cNvSpPr>
          <p:nvPr>
            <p:ph type="title" hasCustomPrompt="1"/>
          </p:nvPr>
        </p:nvSpPr>
        <p:spPr>
          <a:xfrm>
            <a:off x="5181600" y="3903566"/>
            <a:ext cx="3844725" cy="495383"/>
          </a:xfrm>
          <a:prstGeom prst="rect">
            <a:avLst/>
          </a:prstGeom>
        </p:spPr>
        <p:txBody>
          <a:bodyPr lIns="0" tIns="0" rIns="0" bIns="0" anchor="ctr"/>
          <a:lstStyle>
            <a:lvl1pPr algn="l" rtl="0">
              <a:defRPr sz="3200">
                <a:solidFill>
                  <a:schemeClr val="bg1">
                    <a:lumMod val="50000"/>
                  </a:schemeClr>
                </a:solidFill>
              </a:defRPr>
            </a:lvl1pPr>
          </a:lstStyle>
          <a:p>
            <a:r>
              <a:rPr lang="en-US" dirty="0"/>
              <a:t>Click to edit title</a:t>
            </a:r>
          </a:p>
        </p:txBody>
      </p:sp>
      <p:sp>
        <p:nvSpPr>
          <p:cNvPr id="36" name="Picture Placeholder 35"/>
          <p:cNvSpPr>
            <a:spLocks noGrp="1"/>
          </p:cNvSpPr>
          <p:nvPr>
            <p:ph type="pic" sz="quarter" idx="17" hasCustomPrompt="1"/>
          </p:nvPr>
        </p:nvSpPr>
        <p:spPr>
          <a:xfrm>
            <a:off x="0" y="744551"/>
            <a:ext cx="4953000" cy="3654398"/>
          </a:xfrm>
          <a:custGeom>
            <a:avLst/>
            <a:gdLst>
              <a:gd name="connsiteX0" fmla="*/ 0 w 4940878"/>
              <a:gd name="connsiteY0" fmla="*/ 0 h 3654398"/>
              <a:gd name="connsiteX1" fmla="*/ 4940878 w 4940878"/>
              <a:gd name="connsiteY1" fmla="*/ 0 h 3654398"/>
              <a:gd name="connsiteX2" fmla="*/ 4940878 w 4940878"/>
              <a:gd name="connsiteY2" fmla="*/ 3654398 h 3654398"/>
              <a:gd name="connsiteX3" fmla="*/ 0 w 4940878"/>
              <a:gd name="connsiteY3" fmla="*/ 3654398 h 3654398"/>
            </a:gdLst>
            <a:ahLst/>
            <a:cxnLst>
              <a:cxn ang="0">
                <a:pos x="connsiteX0" y="connsiteY0"/>
              </a:cxn>
              <a:cxn ang="0">
                <a:pos x="connsiteX1" y="connsiteY1"/>
              </a:cxn>
              <a:cxn ang="0">
                <a:pos x="connsiteX2" y="connsiteY2"/>
              </a:cxn>
              <a:cxn ang="0">
                <a:pos x="connsiteX3" y="connsiteY3"/>
              </a:cxn>
            </a:cxnLst>
            <a:rect l="l" t="t" r="r" b="b"/>
            <a:pathLst>
              <a:path w="4940878" h="3654398">
                <a:moveTo>
                  <a:pt x="0" y="0"/>
                </a:moveTo>
                <a:lnTo>
                  <a:pt x="4940878" y="0"/>
                </a:lnTo>
                <a:lnTo>
                  <a:pt x="4940878" y="3654398"/>
                </a:lnTo>
                <a:lnTo>
                  <a:pt x="0" y="3654398"/>
                </a:lnTo>
                <a:close/>
              </a:path>
            </a:pathLst>
          </a:custGeom>
          <a:solidFill>
            <a:schemeClr val="tx2">
              <a:lumMod val="10000"/>
              <a:lumOff val="90000"/>
            </a:schemeClr>
          </a:solidFill>
          <a:ln>
            <a:noFill/>
          </a:ln>
        </p:spPr>
        <p:txBody>
          <a:bodyPr wrap="square" bIns="457200" anchor="b">
            <a:noAutofit/>
          </a:bodyPr>
          <a:lstStyle>
            <a:lvl1pPr algn="ctr">
              <a:buNone/>
              <a:defRPr sz="1100">
                <a:solidFill>
                  <a:schemeClr val="tx1">
                    <a:lumMod val="50000"/>
                    <a:lumOff val="50000"/>
                  </a:schemeClr>
                </a:solidFill>
              </a:defRPr>
            </a:lvl1pPr>
          </a:lstStyle>
          <a:p>
            <a:r>
              <a:rPr lang="en-US" dirty="0"/>
              <a:t>Image Holder</a:t>
            </a:r>
          </a:p>
        </p:txBody>
      </p:sp>
    </p:spTree>
    <p:extLst>
      <p:ext uri="{BB962C8B-B14F-4D97-AF65-F5344CB8AC3E}">
        <p14:creationId xmlns:p14="http://schemas.microsoft.com/office/powerpoint/2010/main" val="3948854203"/>
      </p:ext>
    </p:extLst>
  </p:cSld>
  <p:clrMapOvr>
    <a:masterClrMapping/>
  </p:clrMapOvr>
  <p:transition spd="med">
    <p:fade/>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M89">
    <p:spTree>
      <p:nvGrpSpPr>
        <p:cNvPr id="1" name=""/>
        <p:cNvGrpSpPr/>
        <p:nvPr/>
      </p:nvGrpSpPr>
      <p:grpSpPr>
        <a:xfrm>
          <a:off x="0" y="0"/>
          <a:ext cx="0" cy="0"/>
          <a:chOff x="0" y="0"/>
          <a:chExt cx="0" cy="0"/>
        </a:xfrm>
      </p:grpSpPr>
      <p:sp>
        <p:nvSpPr>
          <p:cNvPr id="8" name="Text Placeholder 3"/>
          <p:cNvSpPr>
            <a:spLocks noGrp="1"/>
          </p:cNvSpPr>
          <p:nvPr>
            <p:ph type="body" sz="half" idx="2" hasCustomPrompt="1"/>
          </p:nvPr>
        </p:nvSpPr>
        <p:spPr>
          <a:xfrm>
            <a:off x="381000" y="883820"/>
            <a:ext cx="8368363" cy="173255"/>
          </a:xfrm>
          <a:prstGeom prst="rect">
            <a:avLst/>
          </a:prstGeom>
        </p:spPr>
        <p:txBody>
          <a:bodyPr wrap="none" lIns="0" tIns="0" rIns="0" bIns="0" anchor="ctr">
            <a:noAutofit/>
          </a:bodyPr>
          <a:lstStyle>
            <a:lvl1pPr marL="0" indent="0" algn="ctr">
              <a:buNone/>
              <a:defRPr sz="1200" b="0" baseline="0">
                <a:solidFill>
                  <a:schemeClr val="bg1">
                    <a:lumMod val="65000"/>
                  </a:schemeClr>
                </a:solidFill>
                <a:latin typeface="+mn-lt"/>
                <a:ea typeface="Roboto" panose="02000000000000000000" pitchFamily="2" charset="0"/>
              </a:defRPr>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dirty="0"/>
              <a:t>CLICK TO EDITE SUBTITLE</a:t>
            </a:r>
          </a:p>
        </p:txBody>
      </p:sp>
      <p:sp>
        <p:nvSpPr>
          <p:cNvPr id="9" name="Title 2"/>
          <p:cNvSpPr>
            <a:spLocks noGrp="1"/>
          </p:cNvSpPr>
          <p:nvPr>
            <p:ph type="title"/>
          </p:nvPr>
        </p:nvSpPr>
        <p:spPr>
          <a:xfrm>
            <a:off x="381000" y="341313"/>
            <a:ext cx="8368363" cy="495383"/>
          </a:xfrm>
          <a:prstGeom prst="rect">
            <a:avLst/>
          </a:prstGeom>
        </p:spPr>
        <p:txBody>
          <a:bodyPr lIns="0" tIns="0" rIns="0" bIns="0" anchor="ctr"/>
          <a:lstStyle>
            <a:lvl1pPr algn="ctr">
              <a:defRPr sz="3600">
                <a:solidFill>
                  <a:schemeClr val="tx1">
                    <a:lumMod val="50000"/>
                    <a:lumOff val="50000"/>
                  </a:schemeClr>
                </a:solidFill>
              </a:defRPr>
            </a:lvl1pPr>
          </a:lstStyle>
          <a:p>
            <a:r>
              <a:rPr lang="en-US" dirty="0"/>
              <a:t>Click to edit Master title style</a:t>
            </a:r>
          </a:p>
        </p:txBody>
      </p:sp>
      <p:sp>
        <p:nvSpPr>
          <p:cNvPr id="13" name="Picture Placeholder 6"/>
          <p:cNvSpPr>
            <a:spLocks noGrp="1"/>
          </p:cNvSpPr>
          <p:nvPr>
            <p:ph type="pic" sz="quarter" idx="15" hasCustomPrompt="1"/>
          </p:nvPr>
        </p:nvSpPr>
        <p:spPr>
          <a:xfrm>
            <a:off x="387819" y="2984140"/>
            <a:ext cx="8368363" cy="1796687"/>
          </a:xfrm>
          <a:prstGeom prst="roundRect">
            <a:avLst>
              <a:gd name="adj" fmla="val 4792"/>
            </a:avLst>
          </a:prstGeom>
          <a:solidFill>
            <a:schemeClr val="tx2">
              <a:lumMod val="10000"/>
              <a:lumOff val="90000"/>
            </a:schemeClr>
          </a:solidFill>
          <a:ln>
            <a:noFill/>
          </a:ln>
        </p:spPr>
        <p:txBody>
          <a:bodyPr wrap="square" bIns="457200" anchor="b">
            <a:noAutofit/>
          </a:bodyPr>
          <a:lstStyle>
            <a:lvl1pPr algn="ctr">
              <a:buNone/>
              <a:defRPr sz="1100">
                <a:solidFill>
                  <a:schemeClr val="tx1">
                    <a:lumMod val="50000"/>
                    <a:lumOff val="50000"/>
                  </a:schemeClr>
                </a:solidFill>
              </a:defRPr>
            </a:lvl1pPr>
          </a:lstStyle>
          <a:p>
            <a:r>
              <a:rPr lang="en-US" dirty="0"/>
              <a:t>Image Holder</a:t>
            </a:r>
          </a:p>
        </p:txBody>
      </p:sp>
      <p:sp>
        <p:nvSpPr>
          <p:cNvPr id="23" name="Picture Placeholder 22"/>
          <p:cNvSpPr>
            <a:spLocks noGrp="1"/>
          </p:cNvSpPr>
          <p:nvPr>
            <p:ph type="pic" sz="quarter" idx="16" hasCustomPrompt="1"/>
          </p:nvPr>
        </p:nvSpPr>
        <p:spPr>
          <a:xfrm>
            <a:off x="381000" y="1809750"/>
            <a:ext cx="1573647" cy="1173995"/>
          </a:xfrm>
          <a:custGeom>
            <a:avLst/>
            <a:gdLst>
              <a:gd name="connsiteX0" fmla="*/ 73750 w 1573647"/>
              <a:gd name="connsiteY0" fmla="*/ 0 h 1173995"/>
              <a:gd name="connsiteX1" fmla="*/ 1499897 w 1573647"/>
              <a:gd name="connsiteY1" fmla="*/ 0 h 1173995"/>
              <a:gd name="connsiteX2" fmla="*/ 1573647 w 1573647"/>
              <a:gd name="connsiteY2" fmla="*/ 73750 h 1173995"/>
              <a:gd name="connsiteX3" fmla="*/ 1573647 w 1573647"/>
              <a:gd name="connsiteY3" fmla="*/ 1100245 h 1173995"/>
              <a:gd name="connsiteX4" fmla="*/ 1499897 w 1573647"/>
              <a:gd name="connsiteY4" fmla="*/ 1173995 h 1173995"/>
              <a:gd name="connsiteX5" fmla="*/ 73750 w 1573647"/>
              <a:gd name="connsiteY5" fmla="*/ 1173995 h 1173995"/>
              <a:gd name="connsiteX6" fmla="*/ 0 w 1573647"/>
              <a:gd name="connsiteY6" fmla="*/ 1100245 h 1173995"/>
              <a:gd name="connsiteX7" fmla="*/ 0 w 1573647"/>
              <a:gd name="connsiteY7" fmla="*/ 73750 h 1173995"/>
              <a:gd name="connsiteX8" fmla="*/ 73750 w 1573647"/>
              <a:gd name="connsiteY8" fmla="*/ 0 h 11739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73647" h="1173995">
                <a:moveTo>
                  <a:pt x="73750" y="0"/>
                </a:moveTo>
                <a:lnTo>
                  <a:pt x="1499897" y="0"/>
                </a:lnTo>
                <a:cubicBezTo>
                  <a:pt x="1540628" y="0"/>
                  <a:pt x="1573647" y="33019"/>
                  <a:pt x="1573647" y="73750"/>
                </a:cubicBezTo>
                <a:lnTo>
                  <a:pt x="1573647" y="1100245"/>
                </a:lnTo>
                <a:cubicBezTo>
                  <a:pt x="1573647" y="1140976"/>
                  <a:pt x="1540628" y="1173995"/>
                  <a:pt x="1499897" y="1173995"/>
                </a:cubicBezTo>
                <a:lnTo>
                  <a:pt x="73750" y="1173995"/>
                </a:lnTo>
                <a:cubicBezTo>
                  <a:pt x="33019" y="1173995"/>
                  <a:pt x="0" y="1140976"/>
                  <a:pt x="0" y="1100245"/>
                </a:cubicBezTo>
                <a:lnTo>
                  <a:pt x="0" y="73750"/>
                </a:lnTo>
                <a:cubicBezTo>
                  <a:pt x="0" y="33019"/>
                  <a:pt x="33019" y="0"/>
                  <a:pt x="73750" y="0"/>
                </a:cubicBez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
        <p:nvSpPr>
          <p:cNvPr id="24" name="Picture Placeholder 23"/>
          <p:cNvSpPr>
            <a:spLocks noGrp="1"/>
          </p:cNvSpPr>
          <p:nvPr>
            <p:ph type="pic" sz="quarter" idx="17" hasCustomPrompt="1"/>
          </p:nvPr>
        </p:nvSpPr>
        <p:spPr>
          <a:xfrm>
            <a:off x="2081382" y="1809750"/>
            <a:ext cx="1573649" cy="1173995"/>
          </a:xfrm>
          <a:custGeom>
            <a:avLst/>
            <a:gdLst>
              <a:gd name="connsiteX0" fmla="*/ 73750 w 1573649"/>
              <a:gd name="connsiteY0" fmla="*/ 0 h 1173995"/>
              <a:gd name="connsiteX1" fmla="*/ 1499899 w 1573649"/>
              <a:gd name="connsiteY1" fmla="*/ 0 h 1173995"/>
              <a:gd name="connsiteX2" fmla="*/ 1573649 w 1573649"/>
              <a:gd name="connsiteY2" fmla="*/ 73750 h 1173995"/>
              <a:gd name="connsiteX3" fmla="*/ 1573649 w 1573649"/>
              <a:gd name="connsiteY3" fmla="*/ 1100245 h 1173995"/>
              <a:gd name="connsiteX4" fmla="*/ 1499899 w 1573649"/>
              <a:gd name="connsiteY4" fmla="*/ 1173995 h 1173995"/>
              <a:gd name="connsiteX5" fmla="*/ 73750 w 1573649"/>
              <a:gd name="connsiteY5" fmla="*/ 1173995 h 1173995"/>
              <a:gd name="connsiteX6" fmla="*/ 0 w 1573649"/>
              <a:gd name="connsiteY6" fmla="*/ 1100245 h 1173995"/>
              <a:gd name="connsiteX7" fmla="*/ 0 w 1573649"/>
              <a:gd name="connsiteY7" fmla="*/ 73750 h 1173995"/>
              <a:gd name="connsiteX8" fmla="*/ 73750 w 1573649"/>
              <a:gd name="connsiteY8" fmla="*/ 0 h 11739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73649" h="1173995">
                <a:moveTo>
                  <a:pt x="73750" y="0"/>
                </a:moveTo>
                <a:lnTo>
                  <a:pt x="1499899" y="0"/>
                </a:lnTo>
                <a:cubicBezTo>
                  <a:pt x="1540630" y="0"/>
                  <a:pt x="1573649" y="33019"/>
                  <a:pt x="1573649" y="73750"/>
                </a:cubicBezTo>
                <a:lnTo>
                  <a:pt x="1573649" y="1100245"/>
                </a:lnTo>
                <a:cubicBezTo>
                  <a:pt x="1573649" y="1140976"/>
                  <a:pt x="1540630" y="1173995"/>
                  <a:pt x="1499899" y="1173995"/>
                </a:cubicBezTo>
                <a:lnTo>
                  <a:pt x="73750" y="1173995"/>
                </a:lnTo>
                <a:cubicBezTo>
                  <a:pt x="33019" y="1173995"/>
                  <a:pt x="0" y="1140976"/>
                  <a:pt x="0" y="1100245"/>
                </a:cubicBezTo>
                <a:lnTo>
                  <a:pt x="0" y="73750"/>
                </a:lnTo>
                <a:cubicBezTo>
                  <a:pt x="0" y="33019"/>
                  <a:pt x="33019" y="0"/>
                  <a:pt x="73750" y="0"/>
                </a:cubicBez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
        <p:nvSpPr>
          <p:cNvPr id="25" name="Picture Placeholder 24"/>
          <p:cNvSpPr>
            <a:spLocks noGrp="1"/>
          </p:cNvSpPr>
          <p:nvPr>
            <p:ph type="pic" sz="quarter" idx="18" hasCustomPrompt="1"/>
          </p:nvPr>
        </p:nvSpPr>
        <p:spPr>
          <a:xfrm>
            <a:off x="3781765" y="1809750"/>
            <a:ext cx="1573648" cy="1173995"/>
          </a:xfrm>
          <a:custGeom>
            <a:avLst/>
            <a:gdLst>
              <a:gd name="connsiteX0" fmla="*/ 73750 w 1573648"/>
              <a:gd name="connsiteY0" fmla="*/ 0 h 1173995"/>
              <a:gd name="connsiteX1" fmla="*/ 1499898 w 1573648"/>
              <a:gd name="connsiteY1" fmla="*/ 0 h 1173995"/>
              <a:gd name="connsiteX2" fmla="*/ 1573648 w 1573648"/>
              <a:gd name="connsiteY2" fmla="*/ 73750 h 1173995"/>
              <a:gd name="connsiteX3" fmla="*/ 1573648 w 1573648"/>
              <a:gd name="connsiteY3" fmla="*/ 1100245 h 1173995"/>
              <a:gd name="connsiteX4" fmla="*/ 1499898 w 1573648"/>
              <a:gd name="connsiteY4" fmla="*/ 1173995 h 1173995"/>
              <a:gd name="connsiteX5" fmla="*/ 73750 w 1573648"/>
              <a:gd name="connsiteY5" fmla="*/ 1173995 h 1173995"/>
              <a:gd name="connsiteX6" fmla="*/ 0 w 1573648"/>
              <a:gd name="connsiteY6" fmla="*/ 1100245 h 1173995"/>
              <a:gd name="connsiteX7" fmla="*/ 0 w 1573648"/>
              <a:gd name="connsiteY7" fmla="*/ 73750 h 1173995"/>
              <a:gd name="connsiteX8" fmla="*/ 73750 w 1573648"/>
              <a:gd name="connsiteY8" fmla="*/ 0 h 11739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73648" h="1173995">
                <a:moveTo>
                  <a:pt x="73750" y="0"/>
                </a:moveTo>
                <a:lnTo>
                  <a:pt x="1499898" y="0"/>
                </a:lnTo>
                <a:cubicBezTo>
                  <a:pt x="1540629" y="0"/>
                  <a:pt x="1573648" y="33019"/>
                  <a:pt x="1573648" y="73750"/>
                </a:cubicBezTo>
                <a:lnTo>
                  <a:pt x="1573648" y="1100245"/>
                </a:lnTo>
                <a:cubicBezTo>
                  <a:pt x="1573648" y="1140976"/>
                  <a:pt x="1540629" y="1173995"/>
                  <a:pt x="1499898" y="1173995"/>
                </a:cubicBezTo>
                <a:lnTo>
                  <a:pt x="73750" y="1173995"/>
                </a:lnTo>
                <a:cubicBezTo>
                  <a:pt x="33019" y="1173995"/>
                  <a:pt x="0" y="1140976"/>
                  <a:pt x="0" y="1100245"/>
                </a:cubicBezTo>
                <a:lnTo>
                  <a:pt x="0" y="73750"/>
                </a:lnTo>
                <a:cubicBezTo>
                  <a:pt x="0" y="33019"/>
                  <a:pt x="33019" y="0"/>
                  <a:pt x="73750" y="0"/>
                </a:cubicBez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
        <p:nvSpPr>
          <p:cNvPr id="26" name="Picture Placeholder 25"/>
          <p:cNvSpPr>
            <a:spLocks noGrp="1"/>
          </p:cNvSpPr>
          <p:nvPr>
            <p:ph type="pic" sz="quarter" idx="19" hasCustomPrompt="1"/>
          </p:nvPr>
        </p:nvSpPr>
        <p:spPr>
          <a:xfrm>
            <a:off x="5482149" y="1809750"/>
            <a:ext cx="1573649" cy="1173995"/>
          </a:xfrm>
          <a:custGeom>
            <a:avLst/>
            <a:gdLst>
              <a:gd name="connsiteX0" fmla="*/ 73750 w 1573649"/>
              <a:gd name="connsiteY0" fmla="*/ 0 h 1173995"/>
              <a:gd name="connsiteX1" fmla="*/ 1499899 w 1573649"/>
              <a:gd name="connsiteY1" fmla="*/ 0 h 1173995"/>
              <a:gd name="connsiteX2" fmla="*/ 1573649 w 1573649"/>
              <a:gd name="connsiteY2" fmla="*/ 73750 h 1173995"/>
              <a:gd name="connsiteX3" fmla="*/ 1573649 w 1573649"/>
              <a:gd name="connsiteY3" fmla="*/ 1100245 h 1173995"/>
              <a:gd name="connsiteX4" fmla="*/ 1499899 w 1573649"/>
              <a:gd name="connsiteY4" fmla="*/ 1173995 h 1173995"/>
              <a:gd name="connsiteX5" fmla="*/ 73750 w 1573649"/>
              <a:gd name="connsiteY5" fmla="*/ 1173995 h 1173995"/>
              <a:gd name="connsiteX6" fmla="*/ 0 w 1573649"/>
              <a:gd name="connsiteY6" fmla="*/ 1100245 h 1173995"/>
              <a:gd name="connsiteX7" fmla="*/ 0 w 1573649"/>
              <a:gd name="connsiteY7" fmla="*/ 73750 h 1173995"/>
              <a:gd name="connsiteX8" fmla="*/ 73750 w 1573649"/>
              <a:gd name="connsiteY8" fmla="*/ 0 h 11739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73649" h="1173995">
                <a:moveTo>
                  <a:pt x="73750" y="0"/>
                </a:moveTo>
                <a:lnTo>
                  <a:pt x="1499899" y="0"/>
                </a:lnTo>
                <a:cubicBezTo>
                  <a:pt x="1540630" y="0"/>
                  <a:pt x="1573649" y="33019"/>
                  <a:pt x="1573649" y="73750"/>
                </a:cubicBezTo>
                <a:lnTo>
                  <a:pt x="1573649" y="1100245"/>
                </a:lnTo>
                <a:cubicBezTo>
                  <a:pt x="1573649" y="1140976"/>
                  <a:pt x="1540630" y="1173995"/>
                  <a:pt x="1499899" y="1173995"/>
                </a:cubicBezTo>
                <a:lnTo>
                  <a:pt x="73750" y="1173995"/>
                </a:lnTo>
                <a:cubicBezTo>
                  <a:pt x="33019" y="1173995"/>
                  <a:pt x="0" y="1140976"/>
                  <a:pt x="0" y="1100245"/>
                </a:cubicBezTo>
                <a:lnTo>
                  <a:pt x="0" y="73750"/>
                </a:lnTo>
                <a:cubicBezTo>
                  <a:pt x="0" y="33019"/>
                  <a:pt x="33019" y="0"/>
                  <a:pt x="73750" y="0"/>
                </a:cubicBez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
        <p:nvSpPr>
          <p:cNvPr id="27" name="Picture Placeholder 26"/>
          <p:cNvSpPr>
            <a:spLocks noGrp="1"/>
          </p:cNvSpPr>
          <p:nvPr>
            <p:ph type="pic" sz="quarter" idx="20" hasCustomPrompt="1"/>
          </p:nvPr>
        </p:nvSpPr>
        <p:spPr>
          <a:xfrm>
            <a:off x="7182533" y="1809750"/>
            <a:ext cx="1573649" cy="1173995"/>
          </a:xfrm>
          <a:custGeom>
            <a:avLst/>
            <a:gdLst>
              <a:gd name="connsiteX0" fmla="*/ 73750 w 1573649"/>
              <a:gd name="connsiteY0" fmla="*/ 0 h 1173995"/>
              <a:gd name="connsiteX1" fmla="*/ 1499899 w 1573649"/>
              <a:gd name="connsiteY1" fmla="*/ 0 h 1173995"/>
              <a:gd name="connsiteX2" fmla="*/ 1573649 w 1573649"/>
              <a:gd name="connsiteY2" fmla="*/ 73750 h 1173995"/>
              <a:gd name="connsiteX3" fmla="*/ 1573649 w 1573649"/>
              <a:gd name="connsiteY3" fmla="*/ 1100245 h 1173995"/>
              <a:gd name="connsiteX4" fmla="*/ 1499899 w 1573649"/>
              <a:gd name="connsiteY4" fmla="*/ 1173995 h 1173995"/>
              <a:gd name="connsiteX5" fmla="*/ 73750 w 1573649"/>
              <a:gd name="connsiteY5" fmla="*/ 1173995 h 1173995"/>
              <a:gd name="connsiteX6" fmla="*/ 0 w 1573649"/>
              <a:gd name="connsiteY6" fmla="*/ 1100245 h 1173995"/>
              <a:gd name="connsiteX7" fmla="*/ 0 w 1573649"/>
              <a:gd name="connsiteY7" fmla="*/ 73750 h 1173995"/>
              <a:gd name="connsiteX8" fmla="*/ 73750 w 1573649"/>
              <a:gd name="connsiteY8" fmla="*/ 0 h 11739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73649" h="1173995">
                <a:moveTo>
                  <a:pt x="73750" y="0"/>
                </a:moveTo>
                <a:lnTo>
                  <a:pt x="1499899" y="0"/>
                </a:lnTo>
                <a:cubicBezTo>
                  <a:pt x="1540630" y="0"/>
                  <a:pt x="1573649" y="33019"/>
                  <a:pt x="1573649" y="73750"/>
                </a:cubicBezTo>
                <a:lnTo>
                  <a:pt x="1573649" y="1100245"/>
                </a:lnTo>
                <a:cubicBezTo>
                  <a:pt x="1573649" y="1140976"/>
                  <a:pt x="1540630" y="1173995"/>
                  <a:pt x="1499899" y="1173995"/>
                </a:cubicBezTo>
                <a:lnTo>
                  <a:pt x="73750" y="1173995"/>
                </a:lnTo>
                <a:cubicBezTo>
                  <a:pt x="33019" y="1173995"/>
                  <a:pt x="0" y="1140976"/>
                  <a:pt x="0" y="1100245"/>
                </a:cubicBezTo>
                <a:lnTo>
                  <a:pt x="0" y="73750"/>
                </a:lnTo>
                <a:cubicBezTo>
                  <a:pt x="0" y="33019"/>
                  <a:pt x="33019" y="0"/>
                  <a:pt x="73750" y="0"/>
                </a:cubicBez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Tree>
    <p:extLst>
      <p:ext uri="{BB962C8B-B14F-4D97-AF65-F5344CB8AC3E}">
        <p14:creationId xmlns:p14="http://schemas.microsoft.com/office/powerpoint/2010/main" val="2246991591"/>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M90">
    <p:spTree>
      <p:nvGrpSpPr>
        <p:cNvPr id="1" name=""/>
        <p:cNvGrpSpPr/>
        <p:nvPr/>
      </p:nvGrpSpPr>
      <p:grpSpPr>
        <a:xfrm>
          <a:off x="0" y="0"/>
          <a:ext cx="0" cy="0"/>
          <a:chOff x="0" y="0"/>
          <a:chExt cx="0" cy="0"/>
        </a:xfrm>
      </p:grpSpPr>
      <p:sp>
        <p:nvSpPr>
          <p:cNvPr id="8" name="Text Placeholder 3"/>
          <p:cNvSpPr>
            <a:spLocks noGrp="1"/>
          </p:cNvSpPr>
          <p:nvPr>
            <p:ph type="body" sz="half" idx="2" hasCustomPrompt="1"/>
          </p:nvPr>
        </p:nvSpPr>
        <p:spPr>
          <a:xfrm>
            <a:off x="381000" y="883820"/>
            <a:ext cx="8368363" cy="173255"/>
          </a:xfrm>
          <a:prstGeom prst="rect">
            <a:avLst/>
          </a:prstGeom>
        </p:spPr>
        <p:txBody>
          <a:bodyPr wrap="none" lIns="0" tIns="0" rIns="0" bIns="0" anchor="ctr">
            <a:noAutofit/>
          </a:bodyPr>
          <a:lstStyle>
            <a:lvl1pPr marL="0" indent="0" algn="ctr">
              <a:buNone/>
              <a:defRPr sz="1200" b="0" baseline="0">
                <a:solidFill>
                  <a:schemeClr val="bg1">
                    <a:lumMod val="65000"/>
                  </a:schemeClr>
                </a:solidFill>
                <a:latin typeface="+mn-lt"/>
                <a:ea typeface="Roboto" panose="02000000000000000000" pitchFamily="2" charset="0"/>
              </a:defRPr>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dirty="0"/>
              <a:t>CLICK TO EDITE SUBTITLE</a:t>
            </a:r>
          </a:p>
        </p:txBody>
      </p:sp>
      <p:sp>
        <p:nvSpPr>
          <p:cNvPr id="9" name="Title 2"/>
          <p:cNvSpPr>
            <a:spLocks noGrp="1"/>
          </p:cNvSpPr>
          <p:nvPr>
            <p:ph type="title"/>
          </p:nvPr>
        </p:nvSpPr>
        <p:spPr>
          <a:xfrm>
            <a:off x="381000" y="341313"/>
            <a:ext cx="8368363" cy="495383"/>
          </a:xfrm>
          <a:prstGeom prst="rect">
            <a:avLst/>
          </a:prstGeom>
        </p:spPr>
        <p:txBody>
          <a:bodyPr lIns="0" tIns="0" rIns="0" bIns="0" anchor="ctr"/>
          <a:lstStyle>
            <a:lvl1pPr algn="ctr">
              <a:defRPr sz="3600">
                <a:solidFill>
                  <a:schemeClr val="tx1">
                    <a:lumMod val="50000"/>
                    <a:lumOff val="50000"/>
                  </a:schemeClr>
                </a:solidFill>
              </a:defRPr>
            </a:lvl1pPr>
          </a:lstStyle>
          <a:p>
            <a:r>
              <a:rPr lang="en-US" dirty="0"/>
              <a:t>Click to edit Master title style</a:t>
            </a:r>
          </a:p>
        </p:txBody>
      </p:sp>
      <p:sp>
        <p:nvSpPr>
          <p:cNvPr id="13" name="Picture Placeholder 6"/>
          <p:cNvSpPr>
            <a:spLocks noGrp="1"/>
          </p:cNvSpPr>
          <p:nvPr>
            <p:ph type="pic" sz="quarter" idx="15" hasCustomPrompt="1"/>
          </p:nvPr>
        </p:nvSpPr>
        <p:spPr>
          <a:xfrm>
            <a:off x="387819" y="2984140"/>
            <a:ext cx="8368363" cy="1796687"/>
          </a:xfrm>
          <a:prstGeom prst="roundRect">
            <a:avLst>
              <a:gd name="adj" fmla="val 4792"/>
            </a:avLst>
          </a:prstGeom>
          <a:solidFill>
            <a:schemeClr val="tx2">
              <a:lumMod val="10000"/>
              <a:lumOff val="90000"/>
            </a:schemeClr>
          </a:solidFill>
          <a:ln>
            <a:noFill/>
          </a:ln>
        </p:spPr>
        <p:txBody>
          <a:bodyPr wrap="square" bIns="457200" anchor="b">
            <a:noAutofit/>
          </a:bodyPr>
          <a:lstStyle>
            <a:lvl1pPr algn="ctr">
              <a:buNone/>
              <a:defRPr sz="1100">
                <a:solidFill>
                  <a:schemeClr val="tx1">
                    <a:lumMod val="50000"/>
                    <a:lumOff val="50000"/>
                  </a:schemeClr>
                </a:solidFill>
              </a:defRPr>
            </a:lvl1pPr>
          </a:lstStyle>
          <a:p>
            <a:r>
              <a:rPr lang="en-US" dirty="0"/>
              <a:t>Image Holder</a:t>
            </a:r>
          </a:p>
        </p:txBody>
      </p:sp>
      <p:sp>
        <p:nvSpPr>
          <p:cNvPr id="23" name="Picture Placeholder 22"/>
          <p:cNvSpPr>
            <a:spLocks noGrp="1"/>
          </p:cNvSpPr>
          <p:nvPr>
            <p:ph type="pic" sz="quarter" idx="19" hasCustomPrompt="1"/>
          </p:nvPr>
        </p:nvSpPr>
        <p:spPr>
          <a:xfrm>
            <a:off x="387818" y="1657350"/>
            <a:ext cx="2083951" cy="1194411"/>
          </a:xfrm>
          <a:custGeom>
            <a:avLst/>
            <a:gdLst>
              <a:gd name="connsiteX0" fmla="*/ 74627 w 2083952"/>
              <a:gd name="connsiteY0" fmla="*/ 0 h 1194411"/>
              <a:gd name="connsiteX1" fmla="*/ 2009325 w 2083952"/>
              <a:gd name="connsiteY1" fmla="*/ 0 h 1194411"/>
              <a:gd name="connsiteX2" fmla="*/ 2083952 w 2083952"/>
              <a:gd name="connsiteY2" fmla="*/ 74627 h 1194411"/>
              <a:gd name="connsiteX3" fmla="*/ 2083952 w 2083952"/>
              <a:gd name="connsiteY3" fmla="*/ 1119784 h 1194411"/>
              <a:gd name="connsiteX4" fmla="*/ 2009325 w 2083952"/>
              <a:gd name="connsiteY4" fmla="*/ 1194411 h 1194411"/>
              <a:gd name="connsiteX5" fmla="*/ 74627 w 2083952"/>
              <a:gd name="connsiteY5" fmla="*/ 1194411 h 1194411"/>
              <a:gd name="connsiteX6" fmla="*/ 0 w 2083952"/>
              <a:gd name="connsiteY6" fmla="*/ 1119784 h 1194411"/>
              <a:gd name="connsiteX7" fmla="*/ 0 w 2083952"/>
              <a:gd name="connsiteY7" fmla="*/ 74627 h 1194411"/>
              <a:gd name="connsiteX8" fmla="*/ 74627 w 2083952"/>
              <a:gd name="connsiteY8" fmla="*/ 0 h 1194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83952" h="1194411">
                <a:moveTo>
                  <a:pt x="74627" y="0"/>
                </a:moveTo>
                <a:lnTo>
                  <a:pt x="2009325" y="0"/>
                </a:lnTo>
                <a:cubicBezTo>
                  <a:pt x="2050540" y="0"/>
                  <a:pt x="2083952" y="33412"/>
                  <a:pt x="2083952" y="74627"/>
                </a:cubicBezTo>
                <a:lnTo>
                  <a:pt x="2083952" y="1119784"/>
                </a:lnTo>
                <a:cubicBezTo>
                  <a:pt x="2083952" y="1160999"/>
                  <a:pt x="2050540" y="1194411"/>
                  <a:pt x="2009325" y="1194411"/>
                </a:cubicBezTo>
                <a:lnTo>
                  <a:pt x="74627" y="1194411"/>
                </a:lnTo>
                <a:cubicBezTo>
                  <a:pt x="33412" y="1194411"/>
                  <a:pt x="0" y="1160999"/>
                  <a:pt x="0" y="1119784"/>
                </a:cubicBezTo>
                <a:lnTo>
                  <a:pt x="0" y="74627"/>
                </a:lnTo>
                <a:cubicBezTo>
                  <a:pt x="0" y="33412"/>
                  <a:pt x="33412" y="0"/>
                  <a:pt x="74627" y="0"/>
                </a:cubicBezTo>
                <a:close/>
              </a:path>
            </a:pathLst>
          </a:custGeom>
          <a:solidFill>
            <a:schemeClr val="tx2">
              <a:lumMod val="10000"/>
              <a:lumOff val="90000"/>
            </a:schemeClr>
          </a:solidFill>
          <a:ln>
            <a:noFill/>
          </a:ln>
        </p:spPr>
        <p:txBody>
          <a:bodyPr wrap="square" bIns="457200" anchor="b">
            <a:noAutofit/>
          </a:bodyPr>
          <a:lstStyle>
            <a:lvl1pPr algn="ctr">
              <a:buNone/>
              <a:defRPr sz="1100">
                <a:solidFill>
                  <a:schemeClr val="tx1">
                    <a:lumMod val="50000"/>
                    <a:lumOff val="50000"/>
                  </a:schemeClr>
                </a:solidFill>
              </a:defRPr>
            </a:lvl1pPr>
          </a:lstStyle>
          <a:p>
            <a:r>
              <a:rPr lang="en-US" dirty="0"/>
              <a:t>Image Holder</a:t>
            </a:r>
          </a:p>
        </p:txBody>
      </p:sp>
      <p:sp>
        <p:nvSpPr>
          <p:cNvPr id="24" name="Picture Placeholder 23"/>
          <p:cNvSpPr>
            <a:spLocks noGrp="1"/>
          </p:cNvSpPr>
          <p:nvPr>
            <p:ph type="pic" sz="quarter" idx="20" hasCustomPrompt="1"/>
          </p:nvPr>
        </p:nvSpPr>
        <p:spPr>
          <a:xfrm>
            <a:off x="3529222" y="1657350"/>
            <a:ext cx="2084753" cy="1194411"/>
          </a:xfrm>
          <a:custGeom>
            <a:avLst/>
            <a:gdLst>
              <a:gd name="connsiteX0" fmla="*/ 74627 w 2083952"/>
              <a:gd name="connsiteY0" fmla="*/ 0 h 1194411"/>
              <a:gd name="connsiteX1" fmla="*/ 2009325 w 2083952"/>
              <a:gd name="connsiteY1" fmla="*/ 0 h 1194411"/>
              <a:gd name="connsiteX2" fmla="*/ 2083952 w 2083952"/>
              <a:gd name="connsiteY2" fmla="*/ 74627 h 1194411"/>
              <a:gd name="connsiteX3" fmla="*/ 2083952 w 2083952"/>
              <a:gd name="connsiteY3" fmla="*/ 1119784 h 1194411"/>
              <a:gd name="connsiteX4" fmla="*/ 2009325 w 2083952"/>
              <a:gd name="connsiteY4" fmla="*/ 1194411 h 1194411"/>
              <a:gd name="connsiteX5" fmla="*/ 74627 w 2083952"/>
              <a:gd name="connsiteY5" fmla="*/ 1194411 h 1194411"/>
              <a:gd name="connsiteX6" fmla="*/ 0 w 2083952"/>
              <a:gd name="connsiteY6" fmla="*/ 1119784 h 1194411"/>
              <a:gd name="connsiteX7" fmla="*/ 0 w 2083952"/>
              <a:gd name="connsiteY7" fmla="*/ 74627 h 1194411"/>
              <a:gd name="connsiteX8" fmla="*/ 74627 w 2083952"/>
              <a:gd name="connsiteY8" fmla="*/ 0 h 1194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83952" h="1194411">
                <a:moveTo>
                  <a:pt x="74627" y="0"/>
                </a:moveTo>
                <a:lnTo>
                  <a:pt x="2009325" y="0"/>
                </a:lnTo>
                <a:cubicBezTo>
                  <a:pt x="2050540" y="0"/>
                  <a:pt x="2083952" y="33412"/>
                  <a:pt x="2083952" y="74627"/>
                </a:cubicBezTo>
                <a:lnTo>
                  <a:pt x="2083952" y="1119784"/>
                </a:lnTo>
                <a:cubicBezTo>
                  <a:pt x="2083952" y="1160999"/>
                  <a:pt x="2050540" y="1194411"/>
                  <a:pt x="2009325" y="1194411"/>
                </a:cubicBezTo>
                <a:lnTo>
                  <a:pt x="74627" y="1194411"/>
                </a:lnTo>
                <a:cubicBezTo>
                  <a:pt x="33412" y="1194411"/>
                  <a:pt x="0" y="1160999"/>
                  <a:pt x="0" y="1119784"/>
                </a:cubicBezTo>
                <a:lnTo>
                  <a:pt x="0" y="74627"/>
                </a:lnTo>
                <a:cubicBezTo>
                  <a:pt x="0" y="33412"/>
                  <a:pt x="33412" y="0"/>
                  <a:pt x="74627" y="0"/>
                </a:cubicBezTo>
                <a:close/>
              </a:path>
            </a:pathLst>
          </a:custGeom>
          <a:solidFill>
            <a:schemeClr val="tx2">
              <a:lumMod val="10000"/>
              <a:lumOff val="90000"/>
            </a:schemeClr>
          </a:solidFill>
          <a:ln>
            <a:noFill/>
          </a:ln>
        </p:spPr>
        <p:txBody>
          <a:bodyPr wrap="square" bIns="457200" anchor="b">
            <a:noAutofit/>
          </a:bodyPr>
          <a:lstStyle>
            <a:lvl1pPr algn="ctr">
              <a:buNone/>
              <a:defRPr sz="1100">
                <a:solidFill>
                  <a:schemeClr val="tx1">
                    <a:lumMod val="50000"/>
                    <a:lumOff val="50000"/>
                  </a:schemeClr>
                </a:solidFill>
              </a:defRPr>
            </a:lvl1pPr>
          </a:lstStyle>
          <a:p>
            <a:r>
              <a:rPr lang="en-US" dirty="0"/>
              <a:t>Image Holder</a:t>
            </a:r>
          </a:p>
        </p:txBody>
      </p:sp>
      <p:sp>
        <p:nvSpPr>
          <p:cNvPr id="25" name="Picture Placeholder 24"/>
          <p:cNvSpPr>
            <a:spLocks noGrp="1"/>
          </p:cNvSpPr>
          <p:nvPr>
            <p:ph type="pic" sz="quarter" idx="21" hasCustomPrompt="1"/>
          </p:nvPr>
        </p:nvSpPr>
        <p:spPr>
          <a:xfrm>
            <a:off x="6671430" y="1657350"/>
            <a:ext cx="2084752" cy="1194411"/>
          </a:xfrm>
          <a:custGeom>
            <a:avLst/>
            <a:gdLst>
              <a:gd name="connsiteX0" fmla="*/ 74627 w 2083952"/>
              <a:gd name="connsiteY0" fmla="*/ 0 h 1194411"/>
              <a:gd name="connsiteX1" fmla="*/ 2009325 w 2083952"/>
              <a:gd name="connsiteY1" fmla="*/ 0 h 1194411"/>
              <a:gd name="connsiteX2" fmla="*/ 2083952 w 2083952"/>
              <a:gd name="connsiteY2" fmla="*/ 74627 h 1194411"/>
              <a:gd name="connsiteX3" fmla="*/ 2083952 w 2083952"/>
              <a:gd name="connsiteY3" fmla="*/ 1119784 h 1194411"/>
              <a:gd name="connsiteX4" fmla="*/ 2009325 w 2083952"/>
              <a:gd name="connsiteY4" fmla="*/ 1194411 h 1194411"/>
              <a:gd name="connsiteX5" fmla="*/ 74627 w 2083952"/>
              <a:gd name="connsiteY5" fmla="*/ 1194411 h 1194411"/>
              <a:gd name="connsiteX6" fmla="*/ 0 w 2083952"/>
              <a:gd name="connsiteY6" fmla="*/ 1119784 h 1194411"/>
              <a:gd name="connsiteX7" fmla="*/ 0 w 2083952"/>
              <a:gd name="connsiteY7" fmla="*/ 74627 h 1194411"/>
              <a:gd name="connsiteX8" fmla="*/ 74627 w 2083952"/>
              <a:gd name="connsiteY8" fmla="*/ 0 h 1194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83952" h="1194411">
                <a:moveTo>
                  <a:pt x="74627" y="0"/>
                </a:moveTo>
                <a:lnTo>
                  <a:pt x="2009325" y="0"/>
                </a:lnTo>
                <a:cubicBezTo>
                  <a:pt x="2050540" y="0"/>
                  <a:pt x="2083952" y="33412"/>
                  <a:pt x="2083952" y="74627"/>
                </a:cubicBezTo>
                <a:lnTo>
                  <a:pt x="2083952" y="1119784"/>
                </a:lnTo>
                <a:cubicBezTo>
                  <a:pt x="2083952" y="1160999"/>
                  <a:pt x="2050540" y="1194411"/>
                  <a:pt x="2009325" y="1194411"/>
                </a:cubicBezTo>
                <a:lnTo>
                  <a:pt x="74627" y="1194411"/>
                </a:lnTo>
                <a:cubicBezTo>
                  <a:pt x="33412" y="1194411"/>
                  <a:pt x="0" y="1160999"/>
                  <a:pt x="0" y="1119784"/>
                </a:cubicBezTo>
                <a:lnTo>
                  <a:pt x="0" y="74627"/>
                </a:lnTo>
                <a:cubicBezTo>
                  <a:pt x="0" y="33412"/>
                  <a:pt x="33412" y="0"/>
                  <a:pt x="74627" y="0"/>
                </a:cubicBez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Tree>
    <p:extLst>
      <p:ext uri="{BB962C8B-B14F-4D97-AF65-F5344CB8AC3E}">
        <p14:creationId xmlns:p14="http://schemas.microsoft.com/office/powerpoint/2010/main" val="726918742"/>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M92">
    <p:spTree>
      <p:nvGrpSpPr>
        <p:cNvPr id="1" name=""/>
        <p:cNvGrpSpPr/>
        <p:nvPr/>
      </p:nvGrpSpPr>
      <p:grpSpPr>
        <a:xfrm>
          <a:off x="0" y="0"/>
          <a:ext cx="0" cy="0"/>
          <a:chOff x="0" y="0"/>
          <a:chExt cx="0" cy="0"/>
        </a:xfrm>
      </p:grpSpPr>
      <p:sp>
        <p:nvSpPr>
          <p:cNvPr id="8" name="Text Placeholder 3"/>
          <p:cNvSpPr>
            <a:spLocks noGrp="1"/>
          </p:cNvSpPr>
          <p:nvPr>
            <p:ph type="body" sz="half" idx="2" hasCustomPrompt="1"/>
          </p:nvPr>
        </p:nvSpPr>
        <p:spPr>
          <a:xfrm>
            <a:off x="381000" y="883820"/>
            <a:ext cx="8368363" cy="173255"/>
          </a:xfrm>
          <a:prstGeom prst="rect">
            <a:avLst/>
          </a:prstGeom>
        </p:spPr>
        <p:txBody>
          <a:bodyPr wrap="none" lIns="0" tIns="0" rIns="0" bIns="0" anchor="ctr">
            <a:noAutofit/>
          </a:bodyPr>
          <a:lstStyle>
            <a:lvl1pPr marL="0" indent="0" algn="ctr">
              <a:buNone/>
              <a:defRPr sz="1200" b="0" baseline="0">
                <a:solidFill>
                  <a:schemeClr val="bg1">
                    <a:lumMod val="65000"/>
                  </a:schemeClr>
                </a:solidFill>
                <a:latin typeface="+mn-lt"/>
                <a:ea typeface="Roboto" panose="02000000000000000000" pitchFamily="2" charset="0"/>
              </a:defRPr>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dirty="0"/>
              <a:t>CLICK TO EDITE SUBTITLE</a:t>
            </a:r>
          </a:p>
        </p:txBody>
      </p:sp>
      <p:sp>
        <p:nvSpPr>
          <p:cNvPr id="9" name="Title 2"/>
          <p:cNvSpPr>
            <a:spLocks noGrp="1"/>
          </p:cNvSpPr>
          <p:nvPr>
            <p:ph type="title"/>
          </p:nvPr>
        </p:nvSpPr>
        <p:spPr>
          <a:xfrm>
            <a:off x="381000" y="341313"/>
            <a:ext cx="8368363" cy="495383"/>
          </a:xfrm>
          <a:prstGeom prst="rect">
            <a:avLst/>
          </a:prstGeom>
        </p:spPr>
        <p:txBody>
          <a:bodyPr lIns="0" tIns="0" rIns="0" bIns="0" anchor="ctr"/>
          <a:lstStyle>
            <a:lvl1pPr algn="ctr">
              <a:defRPr sz="3600">
                <a:solidFill>
                  <a:schemeClr val="tx1">
                    <a:lumMod val="50000"/>
                    <a:lumOff val="50000"/>
                  </a:schemeClr>
                </a:solidFill>
              </a:defRPr>
            </a:lvl1pPr>
          </a:lstStyle>
          <a:p>
            <a:r>
              <a:rPr lang="en-US" dirty="0"/>
              <a:t>Click to edit Master title style</a:t>
            </a:r>
          </a:p>
        </p:txBody>
      </p:sp>
      <p:sp>
        <p:nvSpPr>
          <p:cNvPr id="17" name="Picture Placeholder 16"/>
          <p:cNvSpPr>
            <a:spLocks noGrp="1"/>
          </p:cNvSpPr>
          <p:nvPr>
            <p:ph type="pic" sz="quarter" idx="14" hasCustomPrompt="1"/>
          </p:nvPr>
        </p:nvSpPr>
        <p:spPr>
          <a:xfrm>
            <a:off x="380998" y="1402080"/>
            <a:ext cx="4180002" cy="1474472"/>
          </a:xfrm>
          <a:custGeom>
            <a:avLst/>
            <a:gdLst>
              <a:gd name="connsiteX0" fmla="*/ 73031 w 2739134"/>
              <a:gd name="connsiteY0" fmla="*/ 0 h 1474472"/>
              <a:gd name="connsiteX1" fmla="*/ 2739134 w 2739134"/>
              <a:gd name="connsiteY1" fmla="*/ 0 h 1474472"/>
              <a:gd name="connsiteX2" fmla="*/ 2739134 w 2739134"/>
              <a:gd name="connsiteY2" fmla="*/ 1474472 h 1474472"/>
              <a:gd name="connsiteX3" fmla="*/ 73031 w 2739134"/>
              <a:gd name="connsiteY3" fmla="*/ 1474472 h 1474472"/>
              <a:gd name="connsiteX4" fmla="*/ 0 w 2739134"/>
              <a:gd name="connsiteY4" fmla="*/ 1401441 h 1474472"/>
              <a:gd name="connsiteX5" fmla="*/ 0 w 2739134"/>
              <a:gd name="connsiteY5" fmla="*/ 73031 h 1474472"/>
              <a:gd name="connsiteX6" fmla="*/ 73031 w 2739134"/>
              <a:gd name="connsiteY6" fmla="*/ 0 h 14744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9134" h="1474472">
                <a:moveTo>
                  <a:pt x="73031" y="0"/>
                </a:moveTo>
                <a:lnTo>
                  <a:pt x="2739134" y="0"/>
                </a:lnTo>
                <a:lnTo>
                  <a:pt x="2739134" y="1474472"/>
                </a:lnTo>
                <a:lnTo>
                  <a:pt x="73031" y="1474472"/>
                </a:lnTo>
                <a:cubicBezTo>
                  <a:pt x="32697" y="1474472"/>
                  <a:pt x="0" y="1441775"/>
                  <a:pt x="0" y="1401441"/>
                </a:cubicBezTo>
                <a:lnTo>
                  <a:pt x="0" y="73031"/>
                </a:lnTo>
                <a:cubicBezTo>
                  <a:pt x="0" y="32697"/>
                  <a:pt x="32697" y="0"/>
                  <a:pt x="73031" y="0"/>
                </a:cubicBez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
        <p:nvSpPr>
          <p:cNvPr id="18" name="Picture Placeholder 17"/>
          <p:cNvSpPr>
            <a:spLocks noGrp="1"/>
          </p:cNvSpPr>
          <p:nvPr>
            <p:ph type="pic" sz="quarter" idx="18" hasCustomPrompt="1"/>
          </p:nvPr>
        </p:nvSpPr>
        <p:spPr>
          <a:xfrm>
            <a:off x="4583001" y="1402080"/>
            <a:ext cx="4166360" cy="1474472"/>
          </a:xfrm>
          <a:custGeom>
            <a:avLst/>
            <a:gdLst>
              <a:gd name="connsiteX0" fmla="*/ 0 w 2739134"/>
              <a:gd name="connsiteY0" fmla="*/ 0 h 1474472"/>
              <a:gd name="connsiteX1" fmla="*/ 2666103 w 2739134"/>
              <a:gd name="connsiteY1" fmla="*/ 0 h 1474472"/>
              <a:gd name="connsiteX2" fmla="*/ 2739134 w 2739134"/>
              <a:gd name="connsiteY2" fmla="*/ 73031 h 1474472"/>
              <a:gd name="connsiteX3" fmla="*/ 2739134 w 2739134"/>
              <a:gd name="connsiteY3" fmla="*/ 1401441 h 1474472"/>
              <a:gd name="connsiteX4" fmla="*/ 2666103 w 2739134"/>
              <a:gd name="connsiteY4" fmla="*/ 1474472 h 1474472"/>
              <a:gd name="connsiteX5" fmla="*/ 0 w 2739134"/>
              <a:gd name="connsiteY5" fmla="*/ 1474472 h 14744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39134" h="1474472">
                <a:moveTo>
                  <a:pt x="0" y="0"/>
                </a:moveTo>
                <a:lnTo>
                  <a:pt x="2666103" y="0"/>
                </a:lnTo>
                <a:cubicBezTo>
                  <a:pt x="2706437" y="0"/>
                  <a:pt x="2739134" y="32697"/>
                  <a:pt x="2739134" y="73031"/>
                </a:cubicBezTo>
                <a:lnTo>
                  <a:pt x="2739134" y="1401441"/>
                </a:lnTo>
                <a:cubicBezTo>
                  <a:pt x="2739134" y="1441775"/>
                  <a:pt x="2706437" y="1474472"/>
                  <a:pt x="2666103" y="1474472"/>
                </a:cubicBezTo>
                <a:lnTo>
                  <a:pt x="0" y="1474472"/>
                </a:ln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Tree>
    <p:extLst>
      <p:ext uri="{BB962C8B-B14F-4D97-AF65-F5344CB8AC3E}">
        <p14:creationId xmlns:p14="http://schemas.microsoft.com/office/powerpoint/2010/main" val="2510980222"/>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M93">
    <p:spTree>
      <p:nvGrpSpPr>
        <p:cNvPr id="1" name=""/>
        <p:cNvGrpSpPr/>
        <p:nvPr/>
      </p:nvGrpSpPr>
      <p:grpSpPr>
        <a:xfrm>
          <a:off x="0" y="0"/>
          <a:ext cx="0" cy="0"/>
          <a:chOff x="0" y="0"/>
          <a:chExt cx="0" cy="0"/>
        </a:xfrm>
      </p:grpSpPr>
      <p:sp>
        <p:nvSpPr>
          <p:cNvPr id="8" name="Text Placeholder 3"/>
          <p:cNvSpPr>
            <a:spLocks noGrp="1"/>
          </p:cNvSpPr>
          <p:nvPr>
            <p:ph type="body" sz="half" idx="2" hasCustomPrompt="1"/>
          </p:nvPr>
        </p:nvSpPr>
        <p:spPr>
          <a:xfrm>
            <a:off x="381000" y="883820"/>
            <a:ext cx="8368363" cy="173255"/>
          </a:xfrm>
          <a:prstGeom prst="rect">
            <a:avLst/>
          </a:prstGeom>
        </p:spPr>
        <p:txBody>
          <a:bodyPr wrap="none" lIns="0" tIns="0" rIns="0" bIns="0" anchor="ctr">
            <a:noAutofit/>
          </a:bodyPr>
          <a:lstStyle>
            <a:lvl1pPr marL="0" indent="0" algn="ctr">
              <a:buNone/>
              <a:defRPr sz="1200" b="0" baseline="0">
                <a:solidFill>
                  <a:schemeClr val="bg1">
                    <a:lumMod val="65000"/>
                  </a:schemeClr>
                </a:solidFill>
                <a:latin typeface="+mn-lt"/>
                <a:ea typeface="Roboto" panose="02000000000000000000" pitchFamily="2" charset="0"/>
              </a:defRPr>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dirty="0"/>
              <a:t>CLICK TO EDITE SUBTITLE</a:t>
            </a:r>
          </a:p>
        </p:txBody>
      </p:sp>
      <p:sp>
        <p:nvSpPr>
          <p:cNvPr id="9" name="Title 2"/>
          <p:cNvSpPr>
            <a:spLocks noGrp="1"/>
          </p:cNvSpPr>
          <p:nvPr>
            <p:ph type="title"/>
          </p:nvPr>
        </p:nvSpPr>
        <p:spPr>
          <a:xfrm>
            <a:off x="381000" y="341313"/>
            <a:ext cx="8368363" cy="495383"/>
          </a:xfrm>
          <a:prstGeom prst="rect">
            <a:avLst/>
          </a:prstGeom>
        </p:spPr>
        <p:txBody>
          <a:bodyPr lIns="0" tIns="0" rIns="0" bIns="0" anchor="ctr"/>
          <a:lstStyle>
            <a:lvl1pPr algn="ctr">
              <a:defRPr sz="3600">
                <a:solidFill>
                  <a:schemeClr val="tx1">
                    <a:lumMod val="50000"/>
                    <a:lumOff val="50000"/>
                  </a:schemeClr>
                </a:solidFill>
              </a:defRPr>
            </a:lvl1pPr>
          </a:lstStyle>
          <a:p>
            <a:r>
              <a:rPr lang="en-US" dirty="0"/>
              <a:t>Click to edit Master title style</a:t>
            </a:r>
          </a:p>
        </p:txBody>
      </p:sp>
      <p:sp>
        <p:nvSpPr>
          <p:cNvPr id="13" name="Picture Placeholder 12"/>
          <p:cNvSpPr>
            <a:spLocks noGrp="1"/>
          </p:cNvSpPr>
          <p:nvPr>
            <p:ph type="pic" sz="quarter" idx="14" hasCustomPrompt="1"/>
          </p:nvPr>
        </p:nvSpPr>
        <p:spPr>
          <a:xfrm>
            <a:off x="380998" y="1402080"/>
            <a:ext cx="2067521" cy="1474472"/>
          </a:xfrm>
          <a:custGeom>
            <a:avLst/>
            <a:gdLst>
              <a:gd name="connsiteX0" fmla="*/ 73031 w 2739134"/>
              <a:gd name="connsiteY0" fmla="*/ 0 h 1474472"/>
              <a:gd name="connsiteX1" fmla="*/ 2739134 w 2739134"/>
              <a:gd name="connsiteY1" fmla="*/ 0 h 1474472"/>
              <a:gd name="connsiteX2" fmla="*/ 2739134 w 2739134"/>
              <a:gd name="connsiteY2" fmla="*/ 1474472 h 1474472"/>
              <a:gd name="connsiteX3" fmla="*/ 73031 w 2739134"/>
              <a:gd name="connsiteY3" fmla="*/ 1474472 h 1474472"/>
              <a:gd name="connsiteX4" fmla="*/ 0 w 2739134"/>
              <a:gd name="connsiteY4" fmla="*/ 1401441 h 1474472"/>
              <a:gd name="connsiteX5" fmla="*/ 0 w 2739134"/>
              <a:gd name="connsiteY5" fmla="*/ 73031 h 1474472"/>
              <a:gd name="connsiteX6" fmla="*/ 73031 w 2739134"/>
              <a:gd name="connsiteY6" fmla="*/ 0 h 14744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9134" h="1474472">
                <a:moveTo>
                  <a:pt x="73031" y="0"/>
                </a:moveTo>
                <a:lnTo>
                  <a:pt x="2739134" y="0"/>
                </a:lnTo>
                <a:lnTo>
                  <a:pt x="2739134" y="1474472"/>
                </a:lnTo>
                <a:lnTo>
                  <a:pt x="73031" y="1474472"/>
                </a:lnTo>
                <a:cubicBezTo>
                  <a:pt x="32697" y="1474472"/>
                  <a:pt x="0" y="1441775"/>
                  <a:pt x="0" y="1401441"/>
                </a:cubicBezTo>
                <a:lnTo>
                  <a:pt x="0" y="73031"/>
                </a:lnTo>
                <a:cubicBezTo>
                  <a:pt x="0" y="32697"/>
                  <a:pt x="32697" y="0"/>
                  <a:pt x="73031" y="0"/>
                </a:cubicBez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
        <p:nvSpPr>
          <p:cNvPr id="14" name="Picture Placeholder 13"/>
          <p:cNvSpPr>
            <a:spLocks noGrp="1"/>
          </p:cNvSpPr>
          <p:nvPr>
            <p:ph type="pic" sz="quarter" idx="15" hasCustomPrompt="1"/>
          </p:nvPr>
        </p:nvSpPr>
        <p:spPr>
          <a:xfrm>
            <a:off x="2481277" y="1402081"/>
            <a:ext cx="2067522" cy="1474470"/>
          </a:xfrm>
          <a:custGeom>
            <a:avLst/>
            <a:gdLst>
              <a:gd name="connsiteX0" fmla="*/ 0 w 2739136"/>
              <a:gd name="connsiteY0" fmla="*/ 0 h 1474470"/>
              <a:gd name="connsiteX1" fmla="*/ 2739136 w 2739136"/>
              <a:gd name="connsiteY1" fmla="*/ 0 h 1474470"/>
              <a:gd name="connsiteX2" fmla="*/ 2739136 w 2739136"/>
              <a:gd name="connsiteY2" fmla="*/ 1474470 h 1474470"/>
              <a:gd name="connsiteX3" fmla="*/ 0 w 2739136"/>
              <a:gd name="connsiteY3" fmla="*/ 1474470 h 1474470"/>
            </a:gdLst>
            <a:ahLst/>
            <a:cxnLst>
              <a:cxn ang="0">
                <a:pos x="connsiteX0" y="connsiteY0"/>
              </a:cxn>
              <a:cxn ang="0">
                <a:pos x="connsiteX1" y="connsiteY1"/>
              </a:cxn>
              <a:cxn ang="0">
                <a:pos x="connsiteX2" y="connsiteY2"/>
              </a:cxn>
              <a:cxn ang="0">
                <a:pos x="connsiteX3" y="connsiteY3"/>
              </a:cxn>
            </a:cxnLst>
            <a:rect l="l" t="t" r="r" b="b"/>
            <a:pathLst>
              <a:path w="2739136" h="1474470">
                <a:moveTo>
                  <a:pt x="0" y="0"/>
                </a:moveTo>
                <a:lnTo>
                  <a:pt x="2739136" y="0"/>
                </a:lnTo>
                <a:lnTo>
                  <a:pt x="2739136" y="1474470"/>
                </a:lnTo>
                <a:lnTo>
                  <a:pt x="0" y="1474470"/>
                </a:ln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
        <p:nvSpPr>
          <p:cNvPr id="15" name="Picture Placeholder 14"/>
          <p:cNvSpPr>
            <a:spLocks noGrp="1"/>
          </p:cNvSpPr>
          <p:nvPr>
            <p:ph type="pic" sz="quarter" idx="16" hasCustomPrompt="1"/>
          </p:nvPr>
        </p:nvSpPr>
        <p:spPr>
          <a:xfrm>
            <a:off x="6681837" y="1402080"/>
            <a:ext cx="2067523" cy="1474472"/>
          </a:xfrm>
          <a:custGeom>
            <a:avLst/>
            <a:gdLst>
              <a:gd name="connsiteX0" fmla="*/ 0 w 2739134"/>
              <a:gd name="connsiteY0" fmla="*/ 0 h 1474472"/>
              <a:gd name="connsiteX1" fmla="*/ 2666103 w 2739134"/>
              <a:gd name="connsiteY1" fmla="*/ 0 h 1474472"/>
              <a:gd name="connsiteX2" fmla="*/ 2739134 w 2739134"/>
              <a:gd name="connsiteY2" fmla="*/ 73031 h 1474472"/>
              <a:gd name="connsiteX3" fmla="*/ 2739134 w 2739134"/>
              <a:gd name="connsiteY3" fmla="*/ 1401441 h 1474472"/>
              <a:gd name="connsiteX4" fmla="*/ 2666103 w 2739134"/>
              <a:gd name="connsiteY4" fmla="*/ 1474472 h 1474472"/>
              <a:gd name="connsiteX5" fmla="*/ 0 w 2739134"/>
              <a:gd name="connsiteY5" fmla="*/ 1474472 h 14744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39134" h="1474472">
                <a:moveTo>
                  <a:pt x="0" y="0"/>
                </a:moveTo>
                <a:lnTo>
                  <a:pt x="2666103" y="0"/>
                </a:lnTo>
                <a:cubicBezTo>
                  <a:pt x="2706437" y="0"/>
                  <a:pt x="2739134" y="32697"/>
                  <a:pt x="2739134" y="73031"/>
                </a:cubicBezTo>
                <a:lnTo>
                  <a:pt x="2739134" y="1401441"/>
                </a:lnTo>
                <a:cubicBezTo>
                  <a:pt x="2739134" y="1441775"/>
                  <a:pt x="2706437" y="1474472"/>
                  <a:pt x="2666103" y="1474472"/>
                </a:cubicBezTo>
                <a:lnTo>
                  <a:pt x="0" y="1474472"/>
                </a:ln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
        <p:nvSpPr>
          <p:cNvPr id="16" name="Picture Placeholder 15"/>
          <p:cNvSpPr>
            <a:spLocks noGrp="1"/>
          </p:cNvSpPr>
          <p:nvPr>
            <p:ph type="pic" sz="quarter" idx="17" hasCustomPrompt="1"/>
          </p:nvPr>
        </p:nvSpPr>
        <p:spPr>
          <a:xfrm>
            <a:off x="4581558" y="1402081"/>
            <a:ext cx="2067522" cy="1474470"/>
          </a:xfrm>
          <a:custGeom>
            <a:avLst/>
            <a:gdLst>
              <a:gd name="connsiteX0" fmla="*/ 0 w 2739136"/>
              <a:gd name="connsiteY0" fmla="*/ 0 h 1474470"/>
              <a:gd name="connsiteX1" fmla="*/ 2739136 w 2739136"/>
              <a:gd name="connsiteY1" fmla="*/ 0 h 1474470"/>
              <a:gd name="connsiteX2" fmla="*/ 2739136 w 2739136"/>
              <a:gd name="connsiteY2" fmla="*/ 1474470 h 1474470"/>
              <a:gd name="connsiteX3" fmla="*/ 0 w 2739136"/>
              <a:gd name="connsiteY3" fmla="*/ 1474470 h 1474470"/>
            </a:gdLst>
            <a:ahLst/>
            <a:cxnLst>
              <a:cxn ang="0">
                <a:pos x="connsiteX0" y="connsiteY0"/>
              </a:cxn>
              <a:cxn ang="0">
                <a:pos x="connsiteX1" y="connsiteY1"/>
              </a:cxn>
              <a:cxn ang="0">
                <a:pos x="connsiteX2" y="connsiteY2"/>
              </a:cxn>
              <a:cxn ang="0">
                <a:pos x="connsiteX3" y="connsiteY3"/>
              </a:cxn>
            </a:cxnLst>
            <a:rect l="l" t="t" r="r" b="b"/>
            <a:pathLst>
              <a:path w="2739136" h="1474470">
                <a:moveTo>
                  <a:pt x="0" y="0"/>
                </a:moveTo>
                <a:lnTo>
                  <a:pt x="2739136" y="0"/>
                </a:lnTo>
                <a:lnTo>
                  <a:pt x="2739136" y="1474470"/>
                </a:lnTo>
                <a:lnTo>
                  <a:pt x="0" y="1474470"/>
                </a:ln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Tree>
    <p:extLst>
      <p:ext uri="{BB962C8B-B14F-4D97-AF65-F5344CB8AC3E}">
        <p14:creationId xmlns:p14="http://schemas.microsoft.com/office/powerpoint/2010/main" val="995351571"/>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M94">
    <p:spTree>
      <p:nvGrpSpPr>
        <p:cNvPr id="1" name=""/>
        <p:cNvGrpSpPr/>
        <p:nvPr/>
      </p:nvGrpSpPr>
      <p:grpSpPr>
        <a:xfrm>
          <a:off x="0" y="0"/>
          <a:ext cx="0" cy="0"/>
          <a:chOff x="0" y="0"/>
          <a:chExt cx="0" cy="0"/>
        </a:xfrm>
      </p:grpSpPr>
      <p:sp>
        <p:nvSpPr>
          <p:cNvPr id="8" name="Text Placeholder 3"/>
          <p:cNvSpPr>
            <a:spLocks noGrp="1"/>
          </p:cNvSpPr>
          <p:nvPr>
            <p:ph type="body" sz="half" idx="2" hasCustomPrompt="1"/>
          </p:nvPr>
        </p:nvSpPr>
        <p:spPr>
          <a:xfrm>
            <a:off x="381000" y="883820"/>
            <a:ext cx="8368363" cy="173255"/>
          </a:xfrm>
          <a:prstGeom prst="rect">
            <a:avLst/>
          </a:prstGeom>
        </p:spPr>
        <p:txBody>
          <a:bodyPr wrap="none" lIns="0" tIns="0" rIns="0" bIns="0" anchor="ctr">
            <a:noAutofit/>
          </a:bodyPr>
          <a:lstStyle>
            <a:lvl1pPr marL="0" indent="0" algn="ctr">
              <a:buNone/>
              <a:defRPr sz="1200" b="0" baseline="0">
                <a:solidFill>
                  <a:schemeClr val="bg1">
                    <a:lumMod val="65000"/>
                  </a:schemeClr>
                </a:solidFill>
                <a:latin typeface="+mn-lt"/>
                <a:ea typeface="Roboto" panose="02000000000000000000" pitchFamily="2" charset="0"/>
              </a:defRPr>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dirty="0"/>
              <a:t>CLICK TO EDITE SUBTITLE</a:t>
            </a:r>
          </a:p>
        </p:txBody>
      </p:sp>
      <p:sp>
        <p:nvSpPr>
          <p:cNvPr id="9" name="Title 2"/>
          <p:cNvSpPr>
            <a:spLocks noGrp="1"/>
          </p:cNvSpPr>
          <p:nvPr>
            <p:ph type="title"/>
          </p:nvPr>
        </p:nvSpPr>
        <p:spPr>
          <a:xfrm>
            <a:off x="381000" y="341313"/>
            <a:ext cx="8368363" cy="495383"/>
          </a:xfrm>
          <a:prstGeom prst="rect">
            <a:avLst/>
          </a:prstGeom>
        </p:spPr>
        <p:txBody>
          <a:bodyPr lIns="0" tIns="0" rIns="0" bIns="0" anchor="ctr"/>
          <a:lstStyle>
            <a:lvl1pPr algn="ctr">
              <a:defRPr sz="3600">
                <a:solidFill>
                  <a:schemeClr val="tx1">
                    <a:lumMod val="50000"/>
                    <a:lumOff val="50000"/>
                  </a:schemeClr>
                </a:solidFill>
              </a:defRPr>
            </a:lvl1pPr>
          </a:lstStyle>
          <a:p>
            <a:r>
              <a:rPr lang="en-US" dirty="0"/>
              <a:t>Click to edit Master title style</a:t>
            </a:r>
          </a:p>
        </p:txBody>
      </p:sp>
      <p:sp>
        <p:nvSpPr>
          <p:cNvPr id="15" name="Picture Placeholder 14"/>
          <p:cNvSpPr>
            <a:spLocks noGrp="1"/>
          </p:cNvSpPr>
          <p:nvPr>
            <p:ph type="pic" sz="quarter" idx="14" hasCustomPrompt="1"/>
          </p:nvPr>
        </p:nvSpPr>
        <p:spPr>
          <a:xfrm>
            <a:off x="380998" y="1402080"/>
            <a:ext cx="2739134" cy="1474472"/>
          </a:xfrm>
          <a:custGeom>
            <a:avLst/>
            <a:gdLst>
              <a:gd name="connsiteX0" fmla="*/ 73031 w 2739134"/>
              <a:gd name="connsiteY0" fmla="*/ 0 h 1474472"/>
              <a:gd name="connsiteX1" fmla="*/ 2739134 w 2739134"/>
              <a:gd name="connsiteY1" fmla="*/ 0 h 1474472"/>
              <a:gd name="connsiteX2" fmla="*/ 2739134 w 2739134"/>
              <a:gd name="connsiteY2" fmla="*/ 1474472 h 1474472"/>
              <a:gd name="connsiteX3" fmla="*/ 73031 w 2739134"/>
              <a:gd name="connsiteY3" fmla="*/ 1474472 h 1474472"/>
              <a:gd name="connsiteX4" fmla="*/ 0 w 2739134"/>
              <a:gd name="connsiteY4" fmla="*/ 1401441 h 1474472"/>
              <a:gd name="connsiteX5" fmla="*/ 0 w 2739134"/>
              <a:gd name="connsiteY5" fmla="*/ 73031 h 1474472"/>
              <a:gd name="connsiteX6" fmla="*/ 73031 w 2739134"/>
              <a:gd name="connsiteY6" fmla="*/ 0 h 14744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9134" h="1474472">
                <a:moveTo>
                  <a:pt x="73031" y="0"/>
                </a:moveTo>
                <a:lnTo>
                  <a:pt x="2739134" y="0"/>
                </a:lnTo>
                <a:lnTo>
                  <a:pt x="2739134" y="1474472"/>
                </a:lnTo>
                <a:lnTo>
                  <a:pt x="73031" y="1474472"/>
                </a:lnTo>
                <a:cubicBezTo>
                  <a:pt x="32697" y="1474472"/>
                  <a:pt x="0" y="1441775"/>
                  <a:pt x="0" y="1401441"/>
                </a:cubicBezTo>
                <a:lnTo>
                  <a:pt x="0" y="73031"/>
                </a:lnTo>
                <a:cubicBezTo>
                  <a:pt x="0" y="32697"/>
                  <a:pt x="32697" y="0"/>
                  <a:pt x="73031" y="0"/>
                </a:cubicBez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
        <p:nvSpPr>
          <p:cNvPr id="14" name="Picture Placeholder 13"/>
          <p:cNvSpPr>
            <a:spLocks noGrp="1"/>
          </p:cNvSpPr>
          <p:nvPr>
            <p:ph type="pic" sz="quarter" idx="15" hasCustomPrompt="1"/>
          </p:nvPr>
        </p:nvSpPr>
        <p:spPr>
          <a:xfrm>
            <a:off x="3195611" y="1402081"/>
            <a:ext cx="2739136" cy="1474470"/>
          </a:xfrm>
          <a:custGeom>
            <a:avLst/>
            <a:gdLst>
              <a:gd name="connsiteX0" fmla="*/ 0 w 2739136"/>
              <a:gd name="connsiteY0" fmla="*/ 0 h 1474470"/>
              <a:gd name="connsiteX1" fmla="*/ 2739136 w 2739136"/>
              <a:gd name="connsiteY1" fmla="*/ 0 h 1474470"/>
              <a:gd name="connsiteX2" fmla="*/ 2739136 w 2739136"/>
              <a:gd name="connsiteY2" fmla="*/ 1474470 h 1474470"/>
              <a:gd name="connsiteX3" fmla="*/ 0 w 2739136"/>
              <a:gd name="connsiteY3" fmla="*/ 1474470 h 1474470"/>
            </a:gdLst>
            <a:ahLst/>
            <a:cxnLst>
              <a:cxn ang="0">
                <a:pos x="connsiteX0" y="connsiteY0"/>
              </a:cxn>
              <a:cxn ang="0">
                <a:pos x="connsiteX1" y="connsiteY1"/>
              </a:cxn>
              <a:cxn ang="0">
                <a:pos x="connsiteX2" y="connsiteY2"/>
              </a:cxn>
              <a:cxn ang="0">
                <a:pos x="connsiteX3" y="connsiteY3"/>
              </a:cxn>
            </a:cxnLst>
            <a:rect l="l" t="t" r="r" b="b"/>
            <a:pathLst>
              <a:path w="2739136" h="1474470">
                <a:moveTo>
                  <a:pt x="0" y="0"/>
                </a:moveTo>
                <a:lnTo>
                  <a:pt x="2739136" y="0"/>
                </a:lnTo>
                <a:lnTo>
                  <a:pt x="2739136" y="1474470"/>
                </a:lnTo>
                <a:lnTo>
                  <a:pt x="0" y="1474470"/>
                </a:ln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
        <p:nvSpPr>
          <p:cNvPr id="16" name="Picture Placeholder 15"/>
          <p:cNvSpPr>
            <a:spLocks noGrp="1"/>
          </p:cNvSpPr>
          <p:nvPr>
            <p:ph type="pic" sz="quarter" idx="16" hasCustomPrompt="1"/>
          </p:nvPr>
        </p:nvSpPr>
        <p:spPr>
          <a:xfrm>
            <a:off x="6010227" y="1402080"/>
            <a:ext cx="2739134" cy="1474472"/>
          </a:xfrm>
          <a:custGeom>
            <a:avLst/>
            <a:gdLst>
              <a:gd name="connsiteX0" fmla="*/ 0 w 2739134"/>
              <a:gd name="connsiteY0" fmla="*/ 0 h 1474472"/>
              <a:gd name="connsiteX1" fmla="*/ 2666103 w 2739134"/>
              <a:gd name="connsiteY1" fmla="*/ 0 h 1474472"/>
              <a:gd name="connsiteX2" fmla="*/ 2739134 w 2739134"/>
              <a:gd name="connsiteY2" fmla="*/ 73031 h 1474472"/>
              <a:gd name="connsiteX3" fmla="*/ 2739134 w 2739134"/>
              <a:gd name="connsiteY3" fmla="*/ 1401441 h 1474472"/>
              <a:gd name="connsiteX4" fmla="*/ 2666103 w 2739134"/>
              <a:gd name="connsiteY4" fmla="*/ 1474472 h 1474472"/>
              <a:gd name="connsiteX5" fmla="*/ 0 w 2739134"/>
              <a:gd name="connsiteY5" fmla="*/ 1474472 h 14744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39134" h="1474472">
                <a:moveTo>
                  <a:pt x="0" y="0"/>
                </a:moveTo>
                <a:lnTo>
                  <a:pt x="2666103" y="0"/>
                </a:lnTo>
                <a:cubicBezTo>
                  <a:pt x="2706437" y="0"/>
                  <a:pt x="2739134" y="32697"/>
                  <a:pt x="2739134" y="73031"/>
                </a:cubicBezTo>
                <a:lnTo>
                  <a:pt x="2739134" y="1401441"/>
                </a:lnTo>
                <a:cubicBezTo>
                  <a:pt x="2739134" y="1441775"/>
                  <a:pt x="2706437" y="1474472"/>
                  <a:pt x="2666103" y="1474472"/>
                </a:cubicBezTo>
                <a:lnTo>
                  <a:pt x="0" y="1474472"/>
                </a:ln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Tree>
    <p:extLst>
      <p:ext uri="{BB962C8B-B14F-4D97-AF65-F5344CB8AC3E}">
        <p14:creationId xmlns:p14="http://schemas.microsoft.com/office/powerpoint/2010/main" val="2439253023"/>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M95">
    <p:spTree>
      <p:nvGrpSpPr>
        <p:cNvPr id="1" name=""/>
        <p:cNvGrpSpPr/>
        <p:nvPr/>
      </p:nvGrpSpPr>
      <p:grpSpPr>
        <a:xfrm>
          <a:off x="0" y="0"/>
          <a:ext cx="0" cy="0"/>
          <a:chOff x="0" y="0"/>
          <a:chExt cx="0" cy="0"/>
        </a:xfrm>
      </p:grpSpPr>
      <p:sp>
        <p:nvSpPr>
          <p:cNvPr id="8" name="Text Placeholder 3"/>
          <p:cNvSpPr>
            <a:spLocks noGrp="1"/>
          </p:cNvSpPr>
          <p:nvPr>
            <p:ph type="body" sz="half" idx="2" hasCustomPrompt="1"/>
          </p:nvPr>
        </p:nvSpPr>
        <p:spPr>
          <a:xfrm>
            <a:off x="381000" y="883820"/>
            <a:ext cx="8368363" cy="173255"/>
          </a:xfrm>
          <a:prstGeom prst="rect">
            <a:avLst/>
          </a:prstGeom>
        </p:spPr>
        <p:txBody>
          <a:bodyPr wrap="none" lIns="0" tIns="0" rIns="0" bIns="0" anchor="ctr">
            <a:noAutofit/>
          </a:bodyPr>
          <a:lstStyle>
            <a:lvl1pPr marL="0" indent="0" algn="ctr">
              <a:buNone/>
              <a:defRPr sz="1200" b="0" baseline="0">
                <a:solidFill>
                  <a:schemeClr val="bg1">
                    <a:lumMod val="65000"/>
                  </a:schemeClr>
                </a:solidFill>
                <a:latin typeface="+mn-lt"/>
                <a:ea typeface="Roboto" panose="02000000000000000000" pitchFamily="2" charset="0"/>
              </a:defRPr>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dirty="0"/>
              <a:t>CLICK TO EDITE SUBTITLE</a:t>
            </a:r>
          </a:p>
        </p:txBody>
      </p:sp>
      <p:sp>
        <p:nvSpPr>
          <p:cNvPr id="9" name="Title 2"/>
          <p:cNvSpPr>
            <a:spLocks noGrp="1"/>
          </p:cNvSpPr>
          <p:nvPr>
            <p:ph type="title"/>
          </p:nvPr>
        </p:nvSpPr>
        <p:spPr>
          <a:xfrm>
            <a:off x="381000" y="341313"/>
            <a:ext cx="8368363" cy="495383"/>
          </a:xfrm>
          <a:prstGeom prst="rect">
            <a:avLst/>
          </a:prstGeom>
        </p:spPr>
        <p:txBody>
          <a:bodyPr lIns="0" tIns="0" rIns="0" bIns="0" anchor="ctr"/>
          <a:lstStyle>
            <a:lvl1pPr algn="ctr">
              <a:defRPr sz="3600">
                <a:solidFill>
                  <a:schemeClr val="tx1">
                    <a:lumMod val="50000"/>
                    <a:lumOff val="50000"/>
                  </a:schemeClr>
                </a:solidFill>
              </a:defRPr>
            </a:lvl1pPr>
          </a:lstStyle>
          <a:p>
            <a:r>
              <a:rPr lang="en-US" dirty="0"/>
              <a:t>Click to edit Master title style</a:t>
            </a:r>
          </a:p>
        </p:txBody>
      </p:sp>
      <p:sp>
        <p:nvSpPr>
          <p:cNvPr id="13" name="Picture Placeholder 12"/>
          <p:cNvSpPr>
            <a:spLocks noGrp="1"/>
          </p:cNvSpPr>
          <p:nvPr>
            <p:ph type="pic" sz="quarter" idx="16" hasCustomPrompt="1"/>
          </p:nvPr>
        </p:nvSpPr>
        <p:spPr>
          <a:xfrm>
            <a:off x="381000" y="1402080"/>
            <a:ext cx="3048000" cy="3379470"/>
          </a:xfrm>
          <a:custGeom>
            <a:avLst/>
            <a:gdLst>
              <a:gd name="connsiteX0" fmla="*/ 25412 w 2498764"/>
              <a:gd name="connsiteY0" fmla="*/ 0 h 1676208"/>
              <a:gd name="connsiteX1" fmla="*/ 2473352 w 2498764"/>
              <a:gd name="connsiteY1" fmla="*/ 0 h 1676208"/>
              <a:gd name="connsiteX2" fmla="*/ 2498764 w 2498764"/>
              <a:gd name="connsiteY2" fmla="*/ 12604 h 1676208"/>
              <a:gd name="connsiteX3" fmla="*/ 2498764 w 2498764"/>
              <a:gd name="connsiteY3" fmla="*/ 1663604 h 1676208"/>
              <a:gd name="connsiteX4" fmla="*/ 2473352 w 2498764"/>
              <a:gd name="connsiteY4" fmla="*/ 1676208 h 1676208"/>
              <a:gd name="connsiteX5" fmla="*/ 25412 w 2498764"/>
              <a:gd name="connsiteY5" fmla="*/ 1676208 h 1676208"/>
              <a:gd name="connsiteX6" fmla="*/ 0 w 2498764"/>
              <a:gd name="connsiteY6" fmla="*/ 1663604 h 1676208"/>
              <a:gd name="connsiteX7" fmla="*/ 0 w 2498764"/>
              <a:gd name="connsiteY7" fmla="*/ 12604 h 1676208"/>
              <a:gd name="connsiteX8" fmla="*/ 25412 w 2498764"/>
              <a:gd name="connsiteY8" fmla="*/ 0 h 1676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98764" h="1676208">
                <a:moveTo>
                  <a:pt x="25412" y="0"/>
                </a:moveTo>
                <a:lnTo>
                  <a:pt x="2473352" y="0"/>
                </a:lnTo>
                <a:cubicBezTo>
                  <a:pt x="2487387" y="0"/>
                  <a:pt x="2498764" y="5643"/>
                  <a:pt x="2498764" y="12604"/>
                </a:cubicBezTo>
                <a:lnTo>
                  <a:pt x="2498764" y="1663604"/>
                </a:lnTo>
                <a:cubicBezTo>
                  <a:pt x="2498764" y="1670565"/>
                  <a:pt x="2487387" y="1676208"/>
                  <a:pt x="2473352" y="1676208"/>
                </a:cubicBezTo>
                <a:lnTo>
                  <a:pt x="25412" y="1676208"/>
                </a:lnTo>
                <a:cubicBezTo>
                  <a:pt x="11377" y="1676208"/>
                  <a:pt x="0" y="1670565"/>
                  <a:pt x="0" y="1663604"/>
                </a:cubicBezTo>
                <a:lnTo>
                  <a:pt x="0" y="12604"/>
                </a:lnTo>
                <a:cubicBezTo>
                  <a:pt x="0" y="5643"/>
                  <a:pt x="11377" y="0"/>
                  <a:pt x="25412" y="0"/>
                </a:cubicBez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Tree>
    <p:extLst>
      <p:ext uri="{BB962C8B-B14F-4D97-AF65-F5344CB8AC3E}">
        <p14:creationId xmlns:p14="http://schemas.microsoft.com/office/powerpoint/2010/main" val="2472320873"/>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M96">
    <p:spTree>
      <p:nvGrpSpPr>
        <p:cNvPr id="1" name=""/>
        <p:cNvGrpSpPr/>
        <p:nvPr/>
      </p:nvGrpSpPr>
      <p:grpSpPr>
        <a:xfrm>
          <a:off x="0" y="0"/>
          <a:ext cx="0" cy="0"/>
          <a:chOff x="0" y="0"/>
          <a:chExt cx="0" cy="0"/>
        </a:xfrm>
      </p:grpSpPr>
      <p:sp>
        <p:nvSpPr>
          <p:cNvPr id="8" name="Text Placeholder 3"/>
          <p:cNvSpPr>
            <a:spLocks noGrp="1"/>
          </p:cNvSpPr>
          <p:nvPr>
            <p:ph type="body" sz="half" idx="2" hasCustomPrompt="1"/>
          </p:nvPr>
        </p:nvSpPr>
        <p:spPr>
          <a:xfrm>
            <a:off x="381000" y="883820"/>
            <a:ext cx="8368363" cy="173255"/>
          </a:xfrm>
          <a:prstGeom prst="rect">
            <a:avLst/>
          </a:prstGeom>
        </p:spPr>
        <p:txBody>
          <a:bodyPr wrap="none" lIns="0" tIns="0" rIns="0" bIns="0" anchor="ctr">
            <a:noAutofit/>
          </a:bodyPr>
          <a:lstStyle>
            <a:lvl1pPr marL="0" indent="0" algn="ctr">
              <a:buNone/>
              <a:defRPr sz="1200" b="0" baseline="0">
                <a:solidFill>
                  <a:schemeClr val="bg1">
                    <a:lumMod val="65000"/>
                  </a:schemeClr>
                </a:solidFill>
                <a:latin typeface="+mn-lt"/>
                <a:ea typeface="Roboto" panose="02000000000000000000" pitchFamily="2" charset="0"/>
              </a:defRPr>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dirty="0"/>
              <a:t>CLICK TO EDITE SUBTITLE</a:t>
            </a:r>
          </a:p>
        </p:txBody>
      </p:sp>
      <p:sp>
        <p:nvSpPr>
          <p:cNvPr id="9" name="Title 2"/>
          <p:cNvSpPr>
            <a:spLocks noGrp="1"/>
          </p:cNvSpPr>
          <p:nvPr>
            <p:ph type="title"/>
          </p:nvPr>
        </p:nvSpPr>
        <p:spPr>
          <a:xfrm>
            <a:off x="381000" y="341313"/>
            <a:ext cx="8368363" cy="495383"/>
          </a:xfrm>
          <a:prstGeom prst="rect">
            <a:avLst/>
          </a:prstGeom>
        </p:spPr>
        <p:txBody>
          <a:bodyPr lIns="0" tIns="0" rIns="0" bIns="0" anchor="ctr"/>
          <a:lstStyle>
            <a:lvl1pPr algn="ctr">
              <a:defRPr sz="3600">
                <a:solidFill>
                  <a:schemeClr val="tx1">
                    <a:lumMod val="50000"/>
                    <a:lumOff val="50000"/>
                  </a:schemeClr>
                </a:solidFill>
              </a:defRPr>
            </a:lvl1pPr>
          </a:lstStyle>
          <a:p>
            <a:r>
              <a:rPr lang="en-US" dirty="0"/>
              <a:t>Click to edit Master title style</a:t>
            </a:r>
          </a:p>
        </p:txBody>
      </p:sp>
      <p:sp>
        <p:nvSpPr>
          <p:cNvPr id="13" name="Picture Placeholder 12"/>
          <p:cNvSpPr>
            <a:spLocks noGrp="1"/>
          </p:cNvSpPr>
          <p:nvPr>
            <p:ph type="pic" sz="quarter" idx="16" hasCustomPrompt="1"/>
          </p:nvPr>
        </p:nvSpPr>
        <p:spPr>
          <a:xfrm>
            <a:off x="3695700" y="1402080"/>
            <a:ext cx="2498764" cy="1676208"/>
          </a:xfrm>
          <a:custGeom>
            <a:avLst/>
            <a:gdLst>
              <a:gd name="connsiteX0" fmla="*/ 25412 w 2498764"/>
              <a:gd name="connsiteY0" fmla="*/ 0 h 1676208"/>
              <a:gd name="connsiteX1" fmla="*/ 2473352 w 2498764"/>
              <a:gd name="connsiteY1" fmla="*/ 0 h 1676208"/>
              <a:gd name="connsiteX2" fmla="*/ 2498764 w 2498764"/>
              <a:gd name="connsiteY2" fmla="*/ 12604 h 1676208"/>
              <a:gd name="connsiteX3" fmla="*/ 2498764 w 2498764"/>
              <a:gd name="connsiteY3" fmla="*/ 1663604 h 1676208"/>
              <a:gd name="connsiteX4" fmla="*/ 2473352 w 2498764"/>
              <a:gd name="connsiteY4" fmla="*/ 1676208 h 1676208"/>
              <a:gd name="connsiteX5" fmla="*/ 25412 w 2498764"/>
              <a:gd name="connsiteY5" fmla="*/ 1676208 h 1676208"/>
              <a:gd name="connsiteX6" fmla="*/ 0 w 2498764"/>
              <a:gd name="connsiteY6" fmla="*/ 1663604 h 1676208"/>
              <a:gd name="connsiteX7" fmla="*/ 0 w 2498764"/>
              <a:gd name="connsiteY7" fmla="*/ 12604 h 1676208"/>
              <a:gd name="connsiteX8" fmla="*/ 25412 w 2498764"/>
              <a:gd name="connsiteY8" fmla="*/ 0 h 1676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98764" h="1676208">
                <a:moveTo>
                  <a:pt x="25412" y="0"/>
                </a:moveTo>
                <a:lnTo>
                  <a:pt x="2473352" y="0"/>
                </a:lnTo>
                <a:cubicBezTo>
                  <a:pt x="2487387" y="0"/>
                  <a:pt x="2498764" y="5643"/>
                  <a:pt x="2498764" y="12604"/>
                </a:cubicBezTo>
                <a:lnTo>
                  <a:pt x="2498764" y="1663604"/>
                </a:lnTo>
                <a:cubicBezTo>
                  <a:pt x="2498764" y="1670565"/>
                  <a:pt x="2487387" y="1676208"/>
                  <a:pt x="2473352" y="1676208"/>
                </a:cubicBezTo>
                <a:lnTo>
                  <a:pt x="25412" y="1676208"/>
                </a:lnTo>
                <a:cubicBezTo>
                  <a:pt x="11377" y="1676208"/>
                  <a:pt x="0" y="1670565"/>
                  <a:pt x="0" y="1663604"/>
                </a:cubicBezTo>
                <a:lnTo>
                  <a:pt x="0" y="12604"/>
                </a:lnTo>
                <a:cubicBezTo>
                  <a:pt x="0" y="5643"/>
                  <a:pt x="11377" y="0"/>
                  <a:pt x="25412" y="0"/>
                </a:cubicBez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
        <p:nvSpPr>
          <p:cNvPr id="14" name="Picture Placeholder 13"/>
          <p:cNvSpPr>
            <a:spLocks noGrp="1"/>
          </p:cNvSpPr>
          <p:nvPr>
            <p:ph type="pic" sz="quarter" idx="17" hasCustomPrompt="1"/>
          </p:nvPr>
        </p:nvSpPr>
        <p:spPr>
          <a:xfrm>
            <a:off x="3695700" y="3105342"/>
            <a:ext cx="2498764" cy="1676208"/>
          </a:xfrm>
          <a:custGeom>
            <a:avLst/>
            <a:gdLst>
              <a:gd name="connsiteX0" fmla="*/ 25412 w 2498764"/>
              <a:gd name="connsiteY0" fmla="*/ 0 h 1676208"/>
              <a:gd name="connsiteX1" fmla="*/ 2473352 w 2498764"/>
              <a:gd name="connsiteY1" fmla="*/ 0 h 1676208"/>
              <a:gd name="connsiteX2" fmla="*/ 2498764 w 2498764"/>
              <a:gd name="connsiteY2" fmla="*/ 12604 h 1676208"/>
              <a:gd name="connsiteX3" fmla="*/ 2498764 w 2498764"/>
              <a:gd name="connsiteY3" fmla="*/ 1663604 h 1676208"/>
              <a:gd name="connsiteX4" fmla="*/ 2473352 w 2498764"/>
              <a:gd name="connsiteY4" fmla="*/ 1676208 h 1676208"/>
              <a:gd name="connsiteX5" fmla="*/ 25412 w 2498764"/>
              <a:gd name="connsiteY5" fmla="*/ 1676208 h 1676208"/>
              <a:gd name="connsiteX6" fmla="*/ 0 w 2498764"/>
              <a:gd name="connsiteY6" fmla="*/ 1663604 h 1676208"/>
              <a:gd name="connsiteX7" fmla="*/ 0 w 2498764"/>
              <a:gd name="connsiteY7" fmla="*/ 12604 h 1676208"/>
              <a:gd name="connsiteX8" fmla="*/ 25412 w 2498764"/>
              <a:gd name="connsiteY8" fmla="*/ 0 h 1676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98764" h="1676208">
                <a:moveTo>
                  <a:pt x="25412" y="0"/>
                </a:moveTo>
                <a:lnTo>
                  <a:pt x="2473352" y="0"/>
                </a:lnTo>
                <a:cubicBezTo>
                  <a:pt x="2487387" y="0"/>
                  <a:pt x="2498764" y="5643"/>
                  <a:pt x="2498764" y="12604"/>
                </a:cubicBezTo>
                <a:lnTo>
                  <a:pt x="2498764" y="1663604"/>
                </a:lnTo>
                <a:cubicBezTo>
                  <a:pt x="2498764" y="1670565"/>
                  <a:pt x="2487387" y="1676208"/>
                  <a:pt x="2473352" y="1676208"/>
                </a:cubicBezTo>
                <a:lnTo>
                  <a:pt x="25412" y="1676208"/>
                </a:lnTo>
                <a:cubicBezTo>
                  <a:pt x="11377" y="1676208"/>
                  <a:pt x="0" y="1670565"/>
                  <a:pt x="0" y="1663604"/>
                </a:cubicBezTo>
                <a:lnTo>
                  <a:pt x="0" y="12604"/>
                </a:lnTo>
                <a:cubicBezTo>
                  <a:pt x="0" y="5643"/>
                  <a:pt x="11377" y="0"/>
                  <a:pt x="25412" y="0"/>
                </a:cubicBez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Tree>
    <p:extLst>
      <p:ext uri="{BB962C8B-B14F-4D97-AF65-F5344CB8AC3E}">
        <p14:creationId xmlns:p14="http://schemas.microsoft.com/office/powerpoint/2010/main" val="1231076151"/>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M98">
    <p:spTree>
      <p:nvGrpSpPr>
        <p:cNvPr id="1" name=""/>
        <p:cNvGrpSpPr/>
        <p:nvPr/>
      </p:nvGrpSpPr>
      <p:grpSpPr>
        <a:xfrm>
          <a:off x="0" y="0"/>
          <a:ext cx="0" cy="0"/>
          <a:chOff x="0" y="0"/>
          <a:chExt cx="0" cy="0"/>
        </a:xfrm>
      </p:grpSpPr>
      <p:sp>
        <p:nvSpPr>
          <p:cNvPr id="8" name="Text Placeholder 3"/>
          <p:cNvSpPr>
            <a:spLocks noGrp="1"/>
          </p:cNvSpPr>
          <p:nvPr>
            <p:ph type="body" sz="half" idx="2" hasCustomPrompt="1"/>
          </p:nvPr>
        </p:nvSpPr>
        <p:spPr>
          <a:xfrm>
            <a:off x="381000" y="883820"/>
            <a:ext cx="8368363" cy="173255"/>
          </a:xfrm>
          <a:prstGeom prst="rect">
            <a:avLst/>
          </a:prstGeom>
        </p:spPr>
        <p:txBody>
          <a:bodyPr wrap="none" lIns="0" tIns="0" rIns="0" bIns="0" anchor="ctr">
            <a:noAutofit/>
          </a:bodyPr>
          <a:lstStyle>
            <a:lvl1pPr marL="0" indent="0" algn="ctr">
              <a:buNone/>
              <a:defRPr sz="1200" b="0" baseline="0">
                <a:solidFill>
                  <a:schemeClr val="bg1">
                    <a:lumMod val="65000"/>
                  </a:schemeClr>
                </a:solidFill>
                <a:latin typeface="+mn-lt"/>
                <a:ea typeface="Roboto" panose="02000000000000000000" pitchFamily="2" charset="0"/>
              </a:defRPr>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dirty="0"/>
              <a:t>CLICK TO EDITE SUBTITLE</a:t>
            </a:r>
          </a:p>
        </p:txBody>
      </p:sp>
      <p:sp>
        <p:nvSpPr>
          <p:cNvPr id="9" name="Title 2"/>
          <p:cNvSpPr>
            <a:spLocks noGrp="1"/>
          </p:cNvSpPr>
          <p:nvPr>
            <p:ph type="title"/>
          </p:nvPr>
        </p:nvSpPr>
        <p:spPr>
          <a:xfrm>
            <a:off x="381000" y="341313"/>
            <a:ext cx="8368363" cy="495383"/>
          </a:xfrm>
          <a:prstGeom prst="rect">
            <a:avLst/>
          </a:prstGeom>
        </p:spPr>
        <p:txBody>
          <a:bodyPr lIns="0" tIns="0" rIns="0" bIns="0" anchor="ctr"/>
          <a:lstStyle>
            <a:lvl1pPr algn="ctr">
              <a:defRPr sz="3600">
                <a:solidFill>
                  <a:schemeClr val="tx1">
                    <a:lumMod val="50000"/>
                    <a:lumOff val="50000"/>
                  </a:schemeClr>
                </a:solidFill>
              </a:defRPr>
            </a:lvl1pPr>
          </a:lstStyle>
          <a:p>
            <a:r>
              <a:rPr lang="en-US" dirty="0"/>
              <a:t>Click to edit Master title style</a:t>
            </a:r>
          </a:p>
        </p:txBody>
      </p:sp>
      <p:sp>
        <p:nvSpPr>
          <p:cNvPr id="16" name="Picture Placeholder 15"/>
          <p:cNvSpPr>
            <a:spLocks noGrp="1"/>
          </p:cNvSpPr>
          <p:nvPr>
            <p:ph type="pic" sz="quarter" idx="16" hasCustomPrompt="1"/>
          </p:nvPr>
        </p:nvSpPr>
        <p:spPr>
          <a:xfrm>
            <a:off x="3020058" y="1402080"/>
            <a:ext cx="2494283" cy="1112175"/>
          </a:xfrm>
          <a:custGeom>
            <a:avLst/>
            <a:gdLst>
              <a:gd name="connsiteX0" fmla="*/ 25366 w 2494283"/>
              <a:gd name="connsiteY0" fmla="*/ 0 h 1112175"/>
              <a:gd name="connsiteX1" fmla="*/ 2468917 w 2494283"/>
              <a:gd name="connsiteY1" fmla="*/ 0 h 1112175"/>
              <a:gd name="connsiteX2" fmla="*/ 2494283 w 2494283"/>
              <a:gd name="connsiteY2" fmla="*/ 8363 h 1112175"/>
              <a:gd name="connsiteX3" fmla="*/ 2494283 w 2494283"/>
              <a:gd name="connsiteY3" fmla="*/ 1103812 h 1112175"/>
              <a:gd name="connsiteX4" fmla="*/ 2468917 w 2494283"/>
              <a:gd name="connsiteY4" fmla="*/ 1112175 h 1112175"/>
              <a:gd name="connsiteX5" fmla="*/ 25366 w 2494283"/>
              <a:gd name="connsiteY5" fmla="*/ 1112175 h 1112175"/>
              <a:gd name="connsiteX6" fmla="*/ 0 w 2494283"/>
              <a:gd name="connsiteY6" fmla="*/ 1103812 h 1112175"/>
              <a:gd name="connsiteX7" fmla="*/ 0 w 2494283"/>
              <a:gd name="connsiteY7" fmla="*/ 8363 h 1112175"/>
              <a:gd name="connsiteX8" fmla="*/ 25366 w 2494283"/>
              <a:gd name="connsiteY8" fmla="*/ 0 h 1112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94283" h="1112175">
                <a:moveTo>
                  <a:pt x="25366" y="0"/>
                </a:moveTo>
                <a:lnTo>
                  <a:pt x="2468917" y="0"/>
                </a:lnTo>
                <a:cubicBezTo>
                  <a:pt x="2482927" y="0"/>
                  <a:pt x="2494283" y="3744"/>
                  <a:pt x="2494283" y="8363"/>
                </a:cubicBezTo>
                <a:lnTo>
                  <a:pt x="2494283" y="1103812"/>
                </a:lnTo>
                <a:cubicBezTo>
                  <a:pt x="2494283" y="1108431"/>
                  <a:pt x="2482927" y="1112175"/>
                  <a:pt x="2468917" y="1112175"/>
                </a:cubicBezTo>
                <a:lnTo>
                  <a:pt x="25366" y="1112175"/>
                </a:lnTo>
                <a:cubicBezTo>
                  <a:pt x="11356" y="1112175"/>
                  <a:pt x="0" y="1108431"/>
                  <a:pt x="0" y="1103812"/>
                </a:cubicBezTo>
                <a:lnTo>
                  <a:pt x="0" y="8363"/>
                </a:lnTo>
                <a:cubicBezTo>
                  <a:pt x="0" y="3744"/>
                  <a:pt x="11356" y="0"/>
                  <a:pt x="25366" y="0"/>
                </a:cubicBez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
        <p:nvSpPr>
          <p:cNvPr id="17" name="Picture Placeholder 16"/>
          <p:cNvSpPr>
            <a:spLocks noGrp="1"/>
          </p:cNvSpPr>
          <p:nvPr>
            <p:ph type="pic" sz="quarter" idx="17" hasCustomPrompt="1"/>
          </p:nvPr>
        </p:nvSpPr>
        <p:spPr>
          <a:xfrm>
            <a:off x="3020058" y="2535728"/>
            <a:ext cx="2494283" cy="1112175"/>
          </a:xfrm>
          <a:custGeom>
            <a:avLst/>
            <a:gdLst>
              <a:gd name="connsiteX0" fmla="*/ 25366 w 2494283"/>
              <a:gd name="connsiteY0" fmla="*/ 0 h 1112175"/>
              <a:gd name="connsiteX1" fmla="*/ 2468917 w 2494283"/>
              <a:gd name="connsiteY1" fmla="*/ 0 h 1112175"/>
              <a:gd name="connsiteX2" fmla="*/ 2494283 w 2494283"/>
              <a:gd name="connsiteY2" fmla="*/ 8363 h 1112175"/>
              <a:gd name="connsiteX3" fmla="*/ 2494283 w 2494283"/>
              <a:gd name="connsiteY3" fmla="*/ 1103812 h 1112175"/>
              <a:gd name="connsiteX4" fmla="*/ 2468917 w 2494283"/>
              <a:gd name="connsiteY4" fmla="*/ 1112175 h 1112175"/>
              <a:gd name="connsiteX5" fmla="*/ 25366 w 2494283"/>
              <a:gd name="connsiteY5" fmla="*/ 1112175 h 1112175"/>
              <a:gd name="connsiteX6" fmla="*/ 0 w 2494283"/>
              <a:gd name="connsiteY6" fmla="*/ 1103812 h 1112175"/>
              <a:gd name="connsiteX7" fmla="*/ 0 w 2494283"/>
              <a:gd name="connsiteY7" fmla="*/ 8363 h 1112175"/>
              <a:gd name="connsiteX8" fmla="*/ 25366 w 2494283"/>
              <a:gd name="connsiteY8" fmla="*/ 0 h 1112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94283" h="1112175">
                <a:moveTo>
                  <a:pt x="25366" y="0"/>
                </a:moveTo>
                <a:lnTo>
                  <a:pt x="2468917" y="0"/>
                </a:lnTo>
                <a:cubicBezTo>
                  <a:pt x="2482927" y="0"/>
                  <a:pt x="2494283" y="3744"/>
                  <a:pt x="2494283" y="8363"/>
                </a:cubicBezTo>
                <a:lnTo>
                  <a:pt x="2494283" y="1103812"/>
                </a:lnTo>
                <a:cubicBezTo>
                  <a:pt x="2494283" y="1108431"/>
                  <a:pt x="2482927" y="1112175"/>
                  <a:pt x="2468917" y="1112175"/>
                </a:cubicBezTo>
                <a:lnTo>
                  <a:pt x="25366" y="1112175"/>
                </a:lnTo>
                <a:cubicBezTo>
                  <a:pt x="11356" y="1112175"/>
                  <a:pt x="0" y="1108431"/>
                  <a:pt x="0" y="1103812"/>
                </a:cubicBezTo>
                <a:lnTo>
                  <a:pt x="0" y="8363"/>
                </a:lnTo>
                <a:cubicBezTo>
                  <a:pt x="0" y="3744"/>
                  <a:pt x="11356" y="0"/>
                  <a:pt x="25366" y="0"/>
                </a:cubicBez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
        <p:nvSpPr>
          <p:cNvPr id="18" name="Picture Placeholder 17"/>
          <p:cNvSpPr>
            <a:spLocks noGrp="1"/>
          </p:cNvSpPr>
          <p:nvPr>
            <p:ph type="pic" sz="quarter" idx="18" hasCustomPrompt="1"/>
          </p:nvPr>
        </p:nvSpPr>
        <p:spPr>
          <a:xfrm>
            <a:off x="3020058" y="3669375"/>
            <a:ext cx="2494283" cy="1112175"/>
          </a:xfrm>
          <a:custGeom>
            <a:avLst/>
            <a:gdLst>
              <a:gd name="connsiteX0" fmla="*/ 25366 w 2494283"/>
              <a:gd name="connsiteY0" fmla="*/ 0 h 1112175"/>
              <a:gd name="connsiteX1" fmla="*/ 2468917 w 2494283"/>
              <a:gd name="connsiteY1" fmla="*/ 0 h 1112175"/>
              <a:gd name="connsiteX2" fmla="*/ 2494283 w 2494283"/>
              <a:gd name="connsiteY2" fmla="*/ 8363 h 1112175"/>
              <a:gd name="connsiteX3" fmla="*/ 2494283 w 2494283"/>
              <a:gd name="connsiteY3" fmla="*/ 1103812 h 1112175"/>
              <a:gd name="connsiteX4" fmla="*/ 2468917 w 2494283"/>
              <a:gd name="connsiteY4" fmla="*/ 1112175 h 1112175"/>
              <a:gd name="connsiteX5" fmla="*/ 25366 w 2494283"/>
              <a:gd name="connsiteY5" fmla="*/ 1112175 h 1112175"/>
              <a:gd name="connsiteX6" fmla="*/ 0 w 2494283"/>
              <a:gd name="connsiteY6" fmla="*/ 1103812 h 1112175"/>
              <a:gd name="connsiteX7" fmla="*/ 0 w 2494283"/>
              <a:gd name="connsiteY7" fmla="*/ 8363 h 1112175"/>
              <a:gd name="connsiteX8" fmla="*/ 25366 w 2494283"/>
              <a:gd name="connsiteY8" fmla="*/ 0 h 1112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94283" h="1112175">
                <a:moveTo>
                  <a:pt x="25366" y="0"/>
                </a:moveTo>
                <a:lnTo>
                  <a:pt x="2468917" y="0"/>
                </a:lnTo>
                <a:cubicBezTo>
                  <a:pt x="2482927" y="0"/>
                  <a:pt x="2494283" y="3744"/>
                  <a:pt x="2494283" y="8363"/>
                </a:cubicBezTo>
                <a:lnTo>
                  <a:pt x="2494283" y="1103812"/>
                </a:lnTo>
                <a:cubicBezTo>
                  <a:pt x="2494283" y="1108431"/>
                  <a:pt x="2482927" y="1112175"/>
                  <a:pt x="2468917" y="1112175"/>
                </a:cubicBezTo>
                <a:lnTo>
                  <a:pt x="25366" y="1112175"/>
                </a:lnTo>
                <a:cubicBezTo>
                  <a:pt x="11356" y="1112175"/>
                  <a:pt x="0" y="1108431"/>
                  <a:pt x="0" y="1103812"/>
                </a:cubicBezTo>
                <a:lnTo>
                  <a:pt x="0" y="8363"/>
                </a:lnTo>
                <a:cubicBezTo>
                  <a:pt x="0" y="3744"/>
                  <a:pt x="11356" y="0"/>
                  <a:pt x="25366" y="0"/>
                </a:cubicBez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Tree>
    <p:extLst>
      <p:ext uri="{BB962C8B-B14F-4D97-AF65-F5344CB8AC3E}">
        <p14:creationId xmlns:p14="http://schemas.microsoft.com/office/powerpoint/2010/main" val="954349373"/>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M101">
    <p:spTree>
      <p:nvGrpSpPr>
        <p:cNvPr id="1" name=""/>
        <p:cNvGrpSpPr/>
        <p:nvPr/>
      </p:nvGrpSpPr>
      <p:grpSpPr>
        <a:xfrm>
          <a:off x="0" y="0"/>
          <a:ext cx="0" cy="0"/>
          <a:chOff x="0" y="0"/>
          <a:chExt cx="0" cy="0"/>
        </a:xfrm>
      </p:grpSpPr>
      <p:sp>
        <p:nvSpPr>
          <p:cNvPr id="11" name="Picture Placeholder 6"/>
          <p:cNvSpPr>
            <a:spLocks noGrp="1"/>
          </p:cNvSpPr>
          <p:nvPr>
            <p:ph type="pic" sz="quarter" idx="14" hasCustomPrompt="1"/>
          </p:nvPr>
        </p:nvSpPr>
        <p:spPr>
          <a:xfrm>
            <a:off x="387819" y="1384663"/>
            <a:ext cx="8368363" cy="1796687"/>
          </a:xfrm>
          <a:prstGeom prst="roundRect">
            <a:avLst>
              <a:gd name="adj" fmla="val 4792"/>
            </a:avLst>
          </a:prstGeom>
          <a:solidFill>
            <a:schemeClr val="tx2">
              <a:lumMod val="10000"/>
              <a:lumOff val="90000"/>
            </a:schemeClr>
          </a:solidFill>
          <a:ln>
            <a:noFill/>
          </a:ln>
        </p:spPr>
        <p:txBody>
          <a:bodyPr wrap="square" bIns="457200" anchor="b">
            <a:noAutofit/>
          </a:bodyPr>
          <a:lstStyle>
            <a:lvl1pPr algn="ctr">
              <a:buNone/>
              <a:defRPr sz="1100">
                <a:solidFill>
                  <a:schemeClr val="tx1">
                    <a:lumMod val="50000"/>
                    <a:lumOff val="50000"/>
                  </a:schemeClr>
                </a:solidFill>
              </a:defRPr>
            </a:lvl1pPr>
          </a:lstStyle>
          <a:p>
            <a:r>
              <a:rPr lang="en-US" dirty="0"/>
              <a:t>Image Holder</a:t>
            </a:r>
          </a:p>
        </p:txBody>
      </p:sp>
      <p:sp>
        <p:nvSpPr>
          <p:cNvPr id="6" name="Text Placeholder 3"/>
          <p:cNvSpPr>
            <a:spLocks noGrp="1"/>
          </p:cNvSpPr>
          <p:nvPr>
            <p:ph type="body" sz="half" idx="2" hasCustomPrompt="1"/>
          </p:nvPr>
        </p:nvSpPr>
        <p:spPr>
          <a:xfrm>
            <a:off x="381000" y="883820"/>
            <a:ext cx="8368363" cy="173255"/>
          </a:xfrm>
          <a:prstGeom prst="rect">
            <a:avLst/>
          </a:prstGeom>
        </p:spPr>
        <p:txBody>
          <a:bodyPr wrap="none" lIns="0" tIns="0" rIns="0" bIns="0" anchor="ctr">
            <a:noAutofit/>
          </a:bodyPr>
          <a:lstStyle>
            <a:lvl1pPr marL="0" indent="0" algn="ctr">
              <a:buNone/>
              <a:defRPr sz="1200" b="0" baseline="0">
                <a:solidFill>
                  <a:schemeClr val="bg1">
                    <a:lumMod val="65000"/>
                  </a:schemeClr>
                </a:solidFill>
                <a:latin typeface="+mn-lt"/>
                <a:ea typeface="Roboto" panose="02000000000000000000" pitchFamily="2" charset="0"/>
              </a:defRPr>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dirty="0"/>
              <a:t>CLICK TO EDITE SUBTITLE</a:t>
            </a:r>
          </a:p>
        </p:txBody>
      </p:sp>
      <p:sp>
        <p:nvSpPr>
          <p:cNvPr id="7" name="Title 2"/>
          <p:cNvSpPr>
            <a:spLocks noGrp="1"/>
          </p:cNvSpPr>
          <p:nvPr>
            <p:ph type="title"/>
          </p:nvPr>
        </p:nvSpPr>
        <p:spPr>
          <a:xfrm>
            <a:off x="381000" y="341313"/>
            <a:ext cx="8368363" cy="495383"/>
          </a:xfrm>
          <a:prstGeom prst="rect">
            <a:avLst/>
          </a:prstGeom>
        </p:spPr>
        <p:txBody>
          <a:bodyPr lIns="0" tIns="0" rIns="0" bIns="0" anchor="ctr"/>
          <a:lstStyle>
            <a:lvl1pPr algn="ctr">
              <a:defRPr sz="3600">
                <a:solidFill>
                  <a:schemeClr val="tx1">
                    <a:lumMod val="50000"/>
                    <a:lumOff val="50000"/>
                  </a:schemeClr>
                </a:solidFill>
              </a:defRPr>
            </a:lvl1pPr>
          </a:lstStyle>
          <a:p>
            <a:r>
              <a:rPr lang="en-US" dirty="0"/>
              <a:t>Click to edit Master title style</a:t>
            </a:r>
          </a:p>
        </p:txBody>
      </p:sp>
      <p:sp>
        <p:nvSpPr>
          <p:cNvPr id="30" name="Picture Placeholder 29"/>
          <p:cNvSpPr>
            <a:spLocks noGrp="1"/>
          </p:cNvSpPr>
          <p:nvPr>
            <p:ph type="pic" sz="quarter" idx="15" hasCustomPrompt="1"/>
          </p:nvPr>
        </p:nvSpPr>
        <p:spPr>
          <a:xfrm>
            <a:off x="381000" y="2190750"/>
            <a:ext cx="1956868" cy="990600"/>
          </a:xfrm>
          <a:custGeom>
            <a:avLst/>
            <a:gdLst>
              <a:gd name="connsiteX0" fmla="*/ 88906 w 1956868"/>
              <a:gd name="connsiteY0" fmla="*/ 0 h 990600"/>
              <a:gd name="connsiteX1" fmla="*/ 1867962 w 1956868"/>
              <a:gd name="connsiteY1" fmla="*/ 0 h 990600"/>
              <a:gd name="connsiteX2" fmla="*/ 1956868 w 1956868"/>
              <a:gd name="connsiteY2" fmla="*/ 88906 h 990600"/>
              <a:gd name="connsiteX3" fmla="*/ 1956868 w 1956868"/>
              <a:gd name="connsiteY3" fmla="*/ 901694 h 990600"/>
              <a:gd name="connsiteX4" fmla="*/ 1867962 w 1956868"/>
              <a:gd name="connsiteY4" fmla="*/ 990600 h 990600"/>
              <a:gd name="connsiteX5" fmla="*/ 88906 w 1956868"/>
              <a:gd name="connsiteY5" fmla="*/ 990600 h 990600"/>
              <a:gd name="connsiteX6" fmla="*/ 0 w 1956868"/>
              <a:gd name="connsiteY6" fmla="*/ 901694 h 990600"/>
              <a:gd name="connsiteX7" fmla="*/ 0 w 1956868"/>
              <a:gd name="connsiteY7" fmla="*/ 88906 h 990600"/>
              <a:gd name="connsiteX8" fmla="*/ 88906 w 1956868"/>
              <a:gd name="connsiteY8" fmla="*/ 0 h 990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56868" h="990600">
                <a:moveTo>
                  <a:pt x="88906" y="0"/>
                </a:moveTo>
                <a:lnTo>
                  <a:pt x="1867962" y="0"/>
                </a:lnTo>
                <a:cubicBezTo>
                  <a:pt x="1917063" y="0"/>
                  <a:pt x="1956868" y="39805"/>
                  <a:pt x="1956868" y="88906"/>
                </a:cubicBezTo>
                <a:lnTo>
                  <a:pt x="1956868" y="901694"/>
                </a:lnTo>
                <a:cubicBezTo>
                  <a:pt x="1956868" y="950795"/>
                  <a:pt x="1917063" y="990600"/>
                  <a:pt x="1867962" y="990600"/>
                </a:cubicBezTo>
                <a:lnTo>
                  <a:pt x="88906" y="990600"/>
                </a:lnTo>
                <a:cubicBezTo>
                  <a:pt x="39805" y="990600"/>
                  <a:pt x="0" y="950795"/>
                  <a:pt x="0" y="901694"/>
                </a:cubicBezTo>
                <a:lnTo>
                  <a:pt x="0" y="88906"/>
                </a:lnTo>
                <a:cubicBezTo>
                  <a:pt x="0" y="39805"/>
                  <a:pt x="39805" y="0"/>
                  <a:pt x="88906" y="0"/>
                </a:cubicBezTo>
                <a:close/>
              </a:path>
            </a:pathLst>
          </a:custGeom>
          <a:solidFill>
            <a:schemeClr val="tx2">
              <a:lumMod val="10000"/>
              <a:lumOff val="90000"/>
            </a:schemeClr>
          </a:solidFill>
          <a:ln w="3175">
            <a:solidFill>
              <a:schemeClr val="bg1"/>
            </a:solidFill>
          </a:ln>
        </p:spPr>
        <p:txBody>
          <a:bodyPr wrap="square" bIns="457200" anchor="b">
            <a:noAutofit/>
          </a:bodyPr>
          <a:lstStyle>
            <a:lvl1pPr algn="ctr">
              <a:buNone/>
              <a:defRPr sz="1100">
                <a:solidFill>
                  <a:schemeClr val="tx1">
                    <a:lumMod val="50000"/>
                    <a:lumOff val="50000"/>
                  </a:schemeClr>
                </a:solidFill>
              </a:defRPr>
            </a:lvl1pPr>
          </a:lstStyle>
          <a:p>
            <a:r>
              <a:rPr lang="en-US" dirty="0"/>
              <a:t>Image Holder</a:t>
            </a:r>
          </a:p>
        </p:txBody>
      </p:sp>
      <p:sp>
        <p:nvSpPr>
          <p:cNvPr id="29" name="Picture Placeholder 28"/>
          <p:cNvSpPr>
            <a:spLocks noGrp="1"/>
          </p:cNvSpPr>
          <p:nvPr>
            <p:ph type="pic" sz="quarter" idx="16" hasCustomPrompt="1"/>
          </p:nvPr>
        </p:nvSpPr>
        <p:spPr>
          <a:xfrm>
            <a:off x="2520438" y="2190750"/>
            <a:ext cx="1956868" cy="990600"/>
          </a:xfrm>
          <a:custGeom>
            <a:avLst/>
            <a:gdLst>
              <a:gd name="connsiteX0" fmla="*/ 88906 w 1956868"/>
              <a:gd name="connsiteY0" fmla="*/ 0 h 990600"/>
              <a:gd name="connsiteX1" fmla="*/ 1867962 w 1956868"/>
              <a:gd name="connsiteY1" fmla="*/ 0 h 990600"/>
              <a:gd name="connsiteX2" fmla="*/ 1956868 w 1956868"/>
              <a:gd name="connsiteY2" fmla="*/ 88906 h 990600"/>
              <a:gd name="connsiteX3" fmla="*/ 1956868 w 1956868"/>
              <a:gd name="connsiteY3" fmla="*/ 901694 h 990600"/>
              <a:gd name="connsiteX4" fmla="*/ 1867962 w 1956868"/>
              <a:gd name="connsiteY4" fmla="*/ 990600 h 990600"/>
              <a:gd name="connsiteX5" fmla="*/ 88906 w 1956868"/>
              <a:gd name="connsiteY5" fmla="*/ 990600 h 990600"/>
              <a:gd name="connsiteX6" fmla="*/ 0 w 1956868"/>
              <a:gd name="connsiteY6" fmla="*/ 901694 h 990600"/>
              <a:gd name="connsiteX7" fmla="*/ 0 w 1956868"/>
              <a:gd name="connsiteY7" fmla="*/ 88906 h 990600"/>
              <a:gd name="connsiteX8" fmla="*/ 88906 w 1956868"/>
              <a:gd name="connsiteY8" fmla="*/ 0 h 990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56868" h="990600">
                <a:moveTo>
                  <a:pt x="88906" y="0"/>
                </a:moveTo>
                <a:lnTo>
                  <a:pt x="1867962" y="0"/>
                </a:lnTo>
                <a:cubicBezTo>
                  <a:pt x="1917063" y="0"/>
                  <a:pt x="1956868" y="39805"/>
                  <a:pt x="1956868" y="88906"/>
                </a:cubicBezTo>
                <a:lnTo>
                  <a:pt x="1956868" y="901694"/>
                </a:lnTo>
                <a:cubicBezTo>
                  <a:pt x="1956868" y="950795"/>
                  <a:pt x="1917063" y="990600"/>
                  <a:pt x="1867962" y="990600"/>
                </a:cubicBezTo>
                <a:lnTo>
                  <a:pt x="88906" y="990600"/>
                </a:lnTo>
                <a:cubicBezTo>
                  <a:pt x="39805" y="990600"/>
                  <a:pt x="0" y="950795"/>
                  <a:pt x="0" y="901694"/>
                </a:cubicBezTo>
                <a:lnTo>
                  <a:pt x="0" y="88906"/>
                </a:lnTo>
                <a:cubicBezTo>
                  <a:pt x="0" y="39805"/>
                  <a:pt x="39805" y="0"/>
                  <a:pt x="88906" y="0"/>
                </a:cubicBezTo>
                <a:close/>
              </a:path>
            </a:pathLst>
          </a:custGeom>
          <a:solidFill>
            <a:schemeClr val="tx2">
              <a:lumMod val="10000"/>
              <a:lumOff val="90000"/>
            </a:schemeClr>
          </a:solidFill>
          <a:ln w="3175">
            <a:solidFill>
              <a:schemeClr val="bg1"/>
            </a:solidFill>
          </a:ln>
        </p:spPr>
        <p:txBody>
          <a:bodyPr wrap="square" bIns="457200" anchor="b">
            <a:noAutofit/>
          </a:bodyPr>
          <a:lstStyle>
            <a:lvl1pPr algn="ctr">
              <a:buNone/>
              <a:defRPr sz="1100">
                <a:solidFill>
                  <a:schemeClr val="tx1">
                    <a:lumMod val="50000"/>
                    <a:lumOff val="50000"/>
                  </a:schemeClr>
                </a:solidFill>
              </a:defRPr>
            </a:lvl1pPr>
          </a:lstStyle>
          <a:p>
            <a:r>
              <a:rPr lang="en-US" dirty="0"/>
              <a:t>Image Holder</a:t>
            </a:r>
          </a:p>
        </p:txBody>
      </p:sp>
      <p:sp>
        <p:nvSpPr>
          <p:cNvPr id="28" name="Picture Placeholder 27"/>
          <p:cNvSpPr>
            <a:spLocks noGrp="1"/>
          </p:cNvSpPr>
          <p:nvPr>
            <p:ph type="pic" sz="quarter" idx="17" hasCustomPrompt="1"/>
          </p:nvPr>
        </p:nvSpPr>
        <p:spPr>
          <a:xfrm>
            <a:off x="4659876" y="2190750"/>
            <a:ext cx="1956868" cy="990600"/>
          </a:xfrm>
          <a:custGeom>
            <a:avLst/>
            <a:gdLst>
              <a:gd name="connsiteX0" fmla="*/ 88906 w 1956868"/>
              <a:gd name="connsiteY0" fmla="*/ 0 h 990600"/>
              <a:gd name="connsiteX1" fmla="*/ 1867962 w 1956868"/>
              <a:gd name="connsiteY1" fmla="*/ 0 h 990600"/>
              <a:gd name="connsiteX2" fmla="*/ 1956868 w 1956868"/>
              <a:gd name="connsiteY2" fmla="*/ 88906 h 990600"/>
              <a:gd name="connsiteX3" fmla="*/ 1956868 w 1956868"/>
              <a:gd name="connsiteY3" fmla="*/ 901694 h 990600"/>
              <a:gd name="connsiteX4" fmla="*/ 1867962 w 1956868"/>
              <a:gd name="connsiteY4" fmla="*/ 990600 h 990600"/>
              <a:gd name="connsiteX5" fmla="*/ 88906 w 1956868"/>
              <a:gd name="connsiteY5" fmla="*/ 990600 h 990600"/>
              <a:gd name="connsiteX6" fmla="*/ 0 w 1956868"/>
              <a:gd name="connsiteY6" fmla="*/ 901694 h 990600"/>
              <a:gd name="connsiteX7" fmla="*/ 0 w 1956868"/>
              <a:gd name="connsiteY7" fmla="*/ 88906 h 990600"/>
              <a:gd name="connsiteX8" fmla="*/ 88906 w 1956868"/>
              <a:gd name="connsiteY8" fmla="*/ 0 h 990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56868" h="990600">
                <a:moveTo>
                  <a:pt x="88906" y="0"/>
                </a:moveTo>
                <a:lnTo>
                  <a:pt x="1867962" y="0"/>
                </a:lnTo>
                <a:cubicBezTo>
                  <a:pt x="1917063" y="0"/>
                  <a:pt x="1956868" y="39805"/>
                  <a:pt x="1956868" y="88906"/>
                </a:cubicBezTo>
                <a:lnTo>
                  <a:pt x="1956868" y="901694"/>
                </a:lnTo>
                <a:cubicBezTo>
                  <a:pt x="1956868" y="950795"/>
                  <a:pt x="1917063" y="990600"/>
                  <a:pt x="1867962" y="990600"/>
                </a:cubicBezTo>
                <a:lnTo>
                  <a:pt x="88906" y="990600"/>
                </a:lnTo>
                <a:cubicBezTo>
                  <a:pt x="39805" y="990600"/>
                  <a:pt x="0" y="950795"/>
                  <a:pt x="0" y="901694"/>
                </a:cubicBezTo>
                <a:lnTo>
                  <a:pt x="0" y="88906"/>
                </a:lnTo>
                <a:cubicBezTo>
                  <a:pt x="0" y="39805"/>
                  <a:pt x="39805" y="0"/>
                  <a:pt x="88906" y="0"/>
                </a:cubicBezTo>
                <a:close/>
              </a:path>
            </a:pathLst>
          </a:custGeom>
          <a:solidFill>
            <a:schemeClr val="tx2">
              <a:lumMod val="10000"/>
              <a:lumOff val="90000"/>
            </a:schemeClr>
          </a:solidFill>
          <a:ln w="3175">
            <a:solidFill>
              <a:schemeClr val="bg1"/>
            </a:solidFill>
          </a:ln>
        </p:spPr>
        <p:txBody>
          <a:bodyPr wrap="square" bIns="457200" anchor="b">
            <a:noAutofit/>
          </a:bodyPr>
          <a:lstStyle>
            <a:lvl1pPr algn="ctr">
              <a:buNone/>
              <a:defRPr sz="1100">
                <a:solidFill>
                  <a:schemeClr val="tx1">
                    <a:lumMod val="50000"/>
                    <a:lumOff val="50000"/>
                  </a:schemeClr>
                </a:solidFill>
              </a:defRPr>
            </a:lvl1pPr>
          </a:lstStyle>
          <a:p>
            <a:r>
              <a:rPr lang="en-US" dirty="0"/>
              <a:t>Image Holder</a:t>
            </a:r>
          </a:p>
        </p:txBody>
      </p:sp>
      <p:sp>
        <p:nvSpPr>
          <p:cNvPr id="27" name="Picture Placeholder 26"/>
          <p:cNvSpPr>
            <a:spLocks noGrp="1"/>
          </p:cNvSpPr>
          <p:nvPr>
            <p:ph type="pic" sz="quarter" idx="18" hasCustomPrompt="1"/>
          </p:nvPr>
        </p:nvSpPr>
        <p:spPr>
          <a:xfrm>
            <a:off x="6799314" y="2190750"/>
            <a:ext cx="1956868" cy="990600"/>
          </a:xfrm>
          <a:custGeom>
            <a:avLst/>
            <a:gdLst>
              <a:gd name="connsiteX0" fmla="*/ 88906 w 1956868"/>
              <a:gd name="connsiteY0" fmla="*/ 0 h 990600"/>
              <a:gd name="connsiteX1" fmla="*/ 1867962 w 1956868"/>
              <a:gd name="connsiteY1" fmla="*/ 0 h 990600"/>
              <a:gd name="connsiteX2" fmla="*/ 1956868 w 1956868"/>
              <a:gd name="connsiteY2" fmla="*/ 88906 h 990600"/>
              <a:gd name="connsiteX3" fmla="*/ 1956868 w 1956868"/>
              <a:gd name="connsiteY3" fmla="*/ 901694 h 990600"/>
              <a:gd name="connsiteX4" fmla="*/ 1867962 w 1956868"/>
              <a:gd name="connsiteY4" fmla="*/ 990600 h 990600"/>
              <a:gd name="connsiteX5" fmla="*/ 88906 w 1956868"/>
              <a:gd name="connsiteY5" fmla="*/ 990600 h 990600"/>
              <a:gd name="connsiteX6" fmla="*/ 0 w 1956868"/>
              <a:gd name="connsiteY6" fmla="*/ 901694 h 990600"/>
              <a:gd name="connsiteX7" fmla="*/ 0 w 1956868"/>
              <a:gd name="connsiteY7" fmla="*/ 88906 h 990600"/>
              <a:gd name="connsiteX8" fmla="*/ 88906 w 1956868"/>
              <a:gd name="connsiteY8" fmla="*/ 0 h 990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56868" h="990600">
                <a:moveTo>
                  <a:pt x="88906" y="0"/>
                </a:moveTo>
                <a:lnTo>
                  <a:pt x="1867962" y="0"/>
                </a:lnTo>
                <a:cubicBezTo>
                  <a:pt x="1917063" y="0"/>
                  <a:pt x="1956868" y="39805"/>
                  <a:pt x="1956868" y="88906"/>
                </a:cubicBezTo>
                <a:lnTo>
                  <a:pt x="1956868" y="901694"/>
                </a:lnTo>
                <a:cubicBezTo>
                  <a:pt x="1956868" y="950795"/>
                  <a:pt x="1917063" y="990600"/>
                  <a:pt x="1867962" y="990600"/>
                </a:cubicBezTo>
                <a:lnTo>
                  <a:pt x="88906" y="990600"/>
                </a:lnTo>
                <a:cubicBezTo>
                  <a:pt x="39805" y="990600"/>
                  <a:pt x="0" y="950795"/>
                  <a:pt x="0" y="901694"/>
                </a:cubicBezTo>
                <a:lnTo>
                  <a:pt x="0" y="88906"/>
                </a:lnTo>
                <a:cubicBezTo>
                  <a:pt x="0" y="39805"/>
                  <a:pt x="39805" y="0"/>
                  <a:pt x="88906" y="0"/>
                </a:cubicBezTo>
                <a:close/>
              </a:path>
            </a:pathLst>
          </a:custGeom>
          <a:solidFill>
            <a:schemeClr val="tx2">
              <a:lumMod val="10000"/>
              <a:lumOff val="90000"/>
            </a:schemeClr>
          </a:solidFill>
          <a:ln w="3175">
            <a:solidFill>
              <a:schemeClr val="bg1"/>
            </a:solidFill>
          </a:ln>
        </p:spPr>
        <p:txBody>
          <a:bodyPr wrap="square" bIns="457200" anchor="b">
            <a:noAutofit/>
          </a:bodyPr>
          <a:lstStyle>
            <a:lvl1pPr algn="ctr">
              <a:buNone/>
              <a:defRPr sz="1100">
                <a:solidFill>
                  <a:schemeClr val="tx1">
                    <a:lumMod val="50000"/>
                    <a:lumOff val="50000"/>
                  </a:schemeClr>
                </a:solidFill>
              </a:defRPr>
            </a:lvl1pPr>
          </a:lstStyle>
          <a:p>
            <a:r>
              <a:rPr lang="en-US" dirty="0"/>
              <a:t>Image Holder</a:t>
            </a:r>
          </a:p>
        </p:txBody>
      </p:sp>
    </p:spTree>
    <p:extLst>
      <p:ext uri="{BB962C8B-B14F-4D97-AF65-F5344CB8AC3E}">
        <p14:creationId xmlns:p14="http://schemas.microsoft.com/office/powerpoint/2010/main" val="1380370310"/>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M103">
    <p:spTree>
      <p:nvGrpSpPr>
        <p:cNvPr id="1" name=""/>
        <p:cNvGrpSpPr/>
        <p:nvPr/>
      </p:nvGrpSpPr>
      <p:grpSpPr>
        <a:xfrm>
          <a:off x="0" y="0"/>
          <a:ext cx="0" cy="0"/>
          <a:chOff x="0" y="0"/>
          <a:chExt cx="0" cy="0"/>
        </a:xfrm>
      </p:grpSpPr>
      <p:sp>
        <p:nvSpPr>
          <p:cNvPr id="8" name="Text Placeholder 3"/>
          <p:cNvSpPr>
            <a:spLocks noGrp="1"/>
          </p:cNvSpPr>
          <p:nvPr>
            <p:ph type="body" sz="half" idx="2" hasCustomPrompt="1"/>
          </p:nvPr>
        </p:nvSpPr>
        <p:spPr>
          <a:xfrm>
            <a:off x="381000" y="883820"/>
            <a:ext cx="8368363" cy="173255"/>
          </a:xfrm>
          <a:prstGeom prst="rect">
            <a:avLst/>
          </a:prstGeom>
        </p:spPr>
        <p:txBody>
          <a:bodyPr wrap="none" lIns="0" tIns="0" rIns="0" bIns="0" anchor="ctr">
            <a:noAutofit/>
          </a:bodyPr>
          <a:lstStyle>
            <a:lvl1pPr marL="0" indent="0" algn="ctr">
              <a:buNone/>
              <a:defRPr sz="1200" b="0" baseline="0">
                <a:solidFill>
                  <a:schemeClr val="bg1">
                    <a:lumMod val="65000"/>
                  </a:schemeClr>
                </a:solidFill>
                <a:latin typeface="+mn-lt"/>
                <a:ea typeface="Roboto" panose="02000000000000000000" pitchFamily="2" charset="0"/>
              </a:defRPr>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dirty="0"/>
              <a:t>CLICK TO EDITE SUBTITLE</a:t>
            </a:r>
          </a:p>
        </p:txBody>
      </p:sp>
      <p:sp>
        <p:nvSpPr>
          <p:cNvPr id="9" name="Title 2"/>
          <p:cNvSpPr>
            <a:spLocks noGrp="1"/>
          </p:cNvSpPr>
          <p:nvPr>
            <p:ph type="title"/>
          </p:nvPr>
        </p:nvSpPr>
        <p:spPr>
          <a:xfrm>
            <a:off x="381000" y="341313"/>
            <a:ext cx="8368363" cy="495383"/>
          </a:xfrm>
          <a:prstGeom prst="rect">
            <a:avLst/>
          </a:prstGeom>
        </p:spPr>
        <p:txBody>
          <a:bodyPr lIns="0" tIns="0" rIns="0" bIns="0" anchor="ctr"/>
          <a:lstStyle>
            <a:lvl1pPr algn="ctr">
              <a:defRPr sz="3600">
                <a:solidFill>
                  <a:schemeClr val="tx1">
                    <a:lumMod val="50000"/>
                    <a:lumOff val="50000"/>
                  </a:schemeClr>
                </a:solidFill>
              </a:defRPr>
            </a:lvl1pPr>
          </a:lstStyle>
          <a:p>
            <a:r>
              <a:rPr lang="en-US" dirty="0"/>
              <a:t>Click to edit Master title style</a:t>
            </a:r>
          </a:p>
        </p:txBody>
      </p:sp>
      <p:sp>
        <p:nvSpPr>
          <p:cNvPr id="52" name="Picture Placeholder 51"/>
          <p:cNvSpPr>
            <a:spLocks noGrp="1"/>
          </p:cNvSpPr>
          <p:nvPr>
            <p:ph type="pic" sz="quarter" idx="27" hasCustomPrompt="1"/>
          </p:nvPr>
        </p:nvSpPr>
        <p:spPr>
          <a:xfrm>
            <a:off x="3327476" y="3666505"/>
            <a:ext cx="1237998" cy="1115045"/>
          </a:xfrm>
          <a:custGeom>
            <a:avLst/>
            <a:gdLst>
              <a:gd name="connsiteX0" fmla="*/ 12590 w 1237998"/>
              <a:gd name="connsiteY0" fmla="*/ 0 h 1115045"/>
              <a:gd name="connsiteX1" fmla="*/ 1225408 w 1237998"/>
              <a:gd name="connsiteY1" fmla="*/ 0 h 1115045"/>
              <a:gd name="connsiteX2" fmla="*/ 1237998 w 1237998"/>
              <a:gd name="connsiteY2" fmla="*/ 8384 h 1115045"/>
              <a:gd name="connsiteX3" fmla="*/ 1237998 w 1237998"/>
              <a:gd name="connsiteY3" fmla="*/ 1106661 h 1115045"/>
              <a:gd name="connsiteX4" fmla="*/ 1225408 w 1237998"/>
              <a:gd name="connsiteY4" fmla="*/ 1115045 h 1115045"/>
              <a:gd name="connsiteX5" fmla="*/ 12590 w 1237998"/>
              <a:gd name="connsiteY5" fmla="*/ 1115045 h 1115045"/>
              <a:gd name="connsiteX6" fmla="*/ 0 w 1237998"/>
              <a:gd name="connsiteY6" fmla="*/ 1106661 h 1115045"/>
              <a:gd name="connsiteX7" fmla="*/ 0 w 1237998"/>
              <a:gd name="connsiteY7" fmla="*/ 8384 h 1115045"/>
              <a:gd name="connsiteX8" fmla="*/ 12590 w 1237998"/>
              <a:gd name="connsiteY8" fmla="*/ 0 h 1115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37998" h="1115045">
                <a:moveTo>
                  <a:pt x="12590" y="0"/>
                </a:moveTo>
                <a:lnTo>
                  <a:pt x="1225408" y="0"/>
                </a:lnTo>
                <a:cubicBezTo>
                  <a:pt x="1232362" y="0"/>
                  <a:pt x="1237998" y="3754"/>
                  <a:pt x="1237998" y="8384"/>
                </a:cubicBezTo>
                <a:lnTo>
                  <a:pt x="1237998" y="1106661"/>
                </a:lnTo>
                <a:cubicBezTo>
                  <a:pt x="1237998" y="1111291"/>
                  <a:pt x="1232362" y="1115045"/>
                  <a:pt x="1225408" y="1115045"/>
                </a:cubicBezTo>
                <a:lnTo>
                  <a:pt x="12590" y="1115045"/>
                </a:lnTo>
                <a:cubicBezTo>
                  <a:pt x="5636" y="1115045"/>
                  <a:pt x="0" y="1111291"/>
                  <a:pt x="0" y="1106661"/>
                </a:cubicBezTo>
                <a:lnTo>
                  <a:pt x="0" y="8384"/>
                </a:lnTo>
                <a:cubicBezTo>
                  <a:pt x="0" y="3754"/>
                  <a:pt x="5636" y="0"/>
                  <a:pt x="12590" y="0"/>
                </a:cubicBez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
        <p:nvSpPr>
          <p:cNvPr id="50" name="Picture Placeholder 49"/>
          <p:cNvSpPr>
            <a:spLocks noGrp="1"/>
          </p:cNvSpPr>
          <p:nvPr>
            <p:ph type="pic" sz="quarter" idx="35" hasCustomPrompt="1"/>
          </p:nvPr>
        </p:nvSpPr>
        <p:spPr>
          <a:xfrm>
            <a:off x="3327476" y="2525168"/>
            <a:ext cx="1237998" cy="1115045"/>
          </a:xfrm>
          <a:custGeom>
            <a:avLst/>
            <a:gdLst>
              <a:gd name="connsiteX0" fmla="*/ 12590 w 1237998"/>
              <a:gd name="connsiteY0" fmla="*/ 0 h 1115045"/>
              <a:gd name="connsiteX1" fmla="*/ 1225408 w 1237998"/>
              <a:gd name="connsiteY1" fmla="*/ 0 h 1115045"/>
              <a:gd name="connsiteX2" fmla="*/ 1237998 w 1237998"/>
              <a:gd name="connsiteY2" fmla="*/ 8384 h 1115045"/>
              <a:gd name="connsiteX3" fmla="*/ 1237998 w 1237998"/>
              <a:gd name="connsiteY3" fmla="*/ 1106661 h 1115045"/>
              <a:gd name="connsiteX4" fmla="*/ 1225408 w 1237998"/>
              <a:gd name="connsiteY4" fmla="*/ 1115045 h 1115045"/>
              <a:gd name="connsiteX5" fmla="*/ 12590 w 1237998"/>
              <a:gd name="connsiteY5" fmla="*/ 1115045 h 1115045"/>
              <a:gd name="connsiteX6" fmla="*/ 0 w 1237998"/>
              <a:gd name="connsiteY6" fmla="*/ 1106661 h 1115045"/>
              <a:gd name="connsiteX7" fmla="*/ 0 w 1237998"/>
              <a:gd name="connsiteY7" fmla="*/ 8384 h 1115045"/>
              <a:gd name="connsiteX8" fmla="*/ 12590 w 1237998"/>
              <a:gd name="connsiteY8" fmla="*/ 0 h 1115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37998" h="1115045">
                <a:moveTo>
                  <a:pt x="12590" y="0"/>
                </a:moveTo>
                <a:lnTo>
                  <a:pt x="1225408" y="0"/>
                </a:lnTo>
                <a:cubicBezTo>
                  <a:pt x="1232362" y="0"/>
                  <a:pt x="1237998" y="3754"/>
                  <a:pt x="1237998" y="8384"/>
                </a:cubicBezTo>
                <a:lnTo>
                  <a:pt x="1237998" y="1106661"/>
                </a:lnTo>
                <a:cubicBezTo>
                  <a:pt x="1237998" y="1111291"/>
                  <a:pt x="1232362" y="1115045"/>
                  <a:pt x="1225408" y="1115045"/>
                </a:cubicBezTo>
                <a:lnTo>
                  <a:pt x="12590" y="1115045"/>
                </a:lnTo>
                <a:cubicBezTo>
                  <a:pt x="5636" y="1115045"/>
                  <a:pt x="0" y="1111291"/>
                  <a:pt x="0" y="1106661"/>
                </a:cubicBezTo>
                <a:lnTo>
                  <a:pt x="0" y="8384"/>
                </a:lnTo>
                <a:cubicBezTo>
                  <a:pt x="0" y="3754"/>
                  <a:pt x="5636" y="0"/>
                  <a:pt x="12590" y="0"/>
                </a:cubicBez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
        <p:nvSpPr>
          <p:cNvPr id="48" name="Picture Placeholder 47"/>
          <p:cNvSpPr>
            <a:spLocks noGrp="1"/>
          </p:cNvSpPr>
          <p:nvPr>
            <p:ph type="pic" sz="quarter" idx="36" hasCustomPrompt="1"/>
          </p:nvPr>
        </p:nvSpPr>
        <p:spPr>
          <a:xfrm>
            <a:off x="3327476" y="1379981"/>
            <a:ext cx="1237998" cy="1115045"/>
          </a:xfrm>
          <a:custGeom>
            <a:avLst/>
            <a:gdLst>
              <a:gd name="connsiteX0" fmla="*/ 12590 w 1237998"/>
              <a:gd name="connsiteY0" fmla="*/ 0 h 1115045"/>
              <a:gd name="connsiteX1" fmla="*/ 1225408 w 1237998"/>
              <a:gd name="connsiteY1" fmla="*/ 0 h 1115045"/>
              <a:gd name="connsiteX2" fmla="*/ 1237998 w 1237998"/>
              <a:gd name="connsiteY2" fmla="*/ 8385 h 1115045"/>
              <a:gd name="connsiteX3" fmla="*/ 1237998 w 1237998"/>
              <a:gd name="connsiteY3" fmla="*/ 1106661 h 1115045"/>
              <a:gd name="connsiteX4" fmla="*/ 1225408 w 1237998"/>
              <a:gd name="connsiteY4" fmla="*/ 1115045 h 1115045"/>
              <a:gd name="connsiteX5" fmla="*/ 12590 w 1237998"/>
              <a:gd name="connsiteY5" fmla="*/ 1115045 h 1115045"/>
              <a:gd name="connsiteX6" fmla="*/ 0 w 1237998"/>
              <a:gd name="connsiteY6" fmla="*/ 1106661 h 1115045"/>
              <a:gd name="connsiteX7" fmla="*/ 0 w 1237998"/>
              <a:gd name="connsiteY7" fmla="*/ 8385 h 1115045"/>
              <a:gd name="connsiteX8" fmla="*/ 12590 w 1237998"/>
              <a:gd name="connsiteY8" fmla="*/ 0 h 1115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37998" h="1115045">
                <a:moveTo>
                  <a:pt x="12590" y="0"/>
                </a:moveTo>
                <a:lnTo>
                  <a:pt x="1225408" y="0"/>
                </a:lnTo>
                <a:cubicBezTo>
                  <a:pt x="1232362" y="0"/>
                  <a:pt x="1237998" y="3754"/>
                  <a:pt x="1237998" y="8385"/>
                </a:cubicBezTo>
                <a:lnTo>
                  <a:pt x="1237998" y="1106661"/>
                </a:lnTo>
                <a:cubicBezTo>
                  <a:pt x="1237998" y="1111291"/>
                  <a:pt x="1232362" y="1115045"/>
                  <a:pt x="1225408" y="1115045"/>
                </a:cubicBezTo>
                <a:lnTo>
                  <a:pt x="12590" y="1115045"/>
                </a:lnTo>
                <a:cubicBezTo>
                  <a:pt x="5636" y="1115045"/>
                  <a:pt x="0" y="1111291"/>
                  <a:pt x="0" y="1106661"/>
                </a:cubicBezTo>
                <a:lnTo>
                  <a:pt x="0" y="8385"/>
                </a:lnTo>
                <a:cubicBezTo>
                  <a:pt x="0" y="3754"/>
                  <a:pt x="5636" y="0"/>
                  <a:pt x="12590" y="0"/>
                </a:cubicBez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
        <p:nvSpPr>
          <p:cNvPr id="53" name="Picture Placeholder 52"/>
          <p:cNvSpPr>
            <a:spLocks noGrp="1"/>
          </p:cNvSpPr>
          <p:nvPr>
            <p:ph type="pic" sz="quarter" idx="37" hasCustomPrompt="1"/>
          </p:nvPr>
        </p:nvSpPr>
        <p:spPr>
          <a:xfrm>
            <a:off x="4581142" y="3666505"/>
            <a:ext cx="1237998" cy="1115045"/>
          </a:xfrm>
          <a:custGeom>
            <a:avLst/>
            <a:gdLst>
              <a:gd name="connsiteX0" fmla="*/ 12590 w 1237998"/>
              <a:gd name="connsiteY0" fmla="*/ 0 h 1115045"/>
              <a:gd name="connsiteX1" fmla="*/ 1225408 w 1237998"/>
              <a:gd name="connsiteY1" fmla="*/ 0 h 1115045"/>
              <a:gd name="connsiteX2" fmla="*/ 1237998 w 1237998"/>
              <a:gd name="connsiteY2" fmla="*/ 8384 h 1115045"/>
              <a:gd name="connsiteX3" fmla="*/ 1237998 w 1237998"/>
              <a:gd name="connsiteY3" fmla="*/ 1106661 h 1115045"/>
              <a:gd name="connsiteX4" fmla="*/ 1225408 w 1237998"/>
              <a:gd name="connsiteY4" fmla="*/ 1115045 h 1115045"/>
              <a:gd name="connsiteX5" fmla="*/ 12590 w 1237998"/>
              <a:gd name="connsiteY5" fmla="*/ 1115045 h 1115045"/>
              <a:gd name="connsiteX6" fmla="*/ 0 w 1237998"/>
              <a:gd name="connsiteY6" fmla="*/ 1106661 h 1115045"/>
              <a:gd name="connsiteX7" fmla="*/ 0 w 1237998"/>
              <a:gd name="connsiteY7" fmla="*/ 8384 h 1115045"/>
              <a:gd name="connsiteX8" fmla="*/ 12590 w 1237998"/>
              <a:gd name="connsiteY8" fmla="*/ 0 h 1115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37998" h="1115045">
                <a:moveTo>
                  <a:pt x="12590" y="0"/>
                </a:moveTo>
                <a:lnTo>
                  <a:pt x="1225408" y="0"/>
                </a:lnTo>
                <a:cubicBezTo>
                  <a:pt x="1232362" y="0"/>
                  <a:pt x="1237998" y="3754"/>
                  <a:pt x="1237998" y="8384"/>
                </a:cubicBezTo>
                <a:lnTo>
                  <a:pt x="1237998" y="1106661"/>
                </a:lnTo>
                <a:cubicBezTo>
                  <a:pt x="1237998" y="1111291"/>
                  <a:pt x="1232362" y="1115045"/>
                  <a:pt x="1225408" y="1115045"/>
                </a:cubicBezTo>
                <a:lnTo>
                  <a:pt x="12590" y="1115045"/>
                </a:lnTo>
                <a:cubicBezTo>
                  <a:pt x="5636" y="1115045"/>
                  <a:pt x="0" y="1111291"/>
                  <a:pt x="0" y="1106661"/>
                </a:cubicBezTo>
                <a:lnTo>
                  <a:pt x="0" y="8384"/>
                </a:lnTo>
                <a:cubicBezTo>
                  <a:pt x="0" y="3754"/>
                  <a:pt x="5636" y="0"/>
                  <a:pt x="12590" y="0"/>
                </a:cubicBez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
        <p:nvSpPr>
          <p:cNvPr id="51" name="Picture Placeholder 50"/>
          <p:cNvSpPr>
            <a:spLocks noGrp="1"/>
          </p:cNvSpPr>
          <p:nvPr>
            <p:ph type="pic" sz="quarter" idx="38" hasCustomPrompt="1"/>
          </p:nvPr>
        </p:nvSpPr>
        <p:spPr>
          <a:xfrm>
            <a:off x="4581142" y="2525168"/>
            <a:ext cx="1237998" cy="1115045"/>
          </a:xfrm>
          <a:custGeom>
            <a:avLst/>
            <a:gdLst>
              <a:gd name="connsiteX0" fmla="*/ 12590 w 1237998"/>
              <a:gd name="connsiteY0" fmla="*/ 0 h 1115045"/>
              <a:gd name="connsiteX1" fmla="*/ 1225408 w 1237998"/>
              <a:gd name="connsiteY1" fmla="*/ 0 h 1115045"/>
              <a:gd name="connsiteX2" fmla="*/ 1237998 w 1237998"/>
              <a:gd name="connsiteY2" fmla="*/ 8384 h 1115045"/>
              <a:gd name="connsiteX3" fmla="*/ 1237998 w 1237998"/>
              <a:gd name="connsiteY3" fmla="*/ 1106661 h 1115045"/>
              <a:gd name="connsiteX4" fmla="*/ 1225408 w 1237998"/>
              <a:gd name="connsiteY4" fmla="*/ 1115045 h 1115045"/>
              <a:gd name="connsiteX5" fmla="*/ 12590 w 1237998"/>
              <a:gd name="connsiteY5" fmla="*/ 1115045 h 1115045"/>
              <a:gd name="connsiteX6" fmla="*/ 0 w 1237998"/>
              <a:gd name="connsiteY6" fmla="*/ 1106661 h 1115045"/>
              <a:gd name="connsiteX7" fmla="*/ 0 w 1237998"/>
              <a:gd name="connsiteY7" fmla="*/ 8384 h 1115045"/>
              <a:gd name="connsiteX8" fmla="*/ 12590 w 1237998"/>
              <a:gd name="connsiteY8" fmla="*/ 0 h 1115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37998" h="1115045">
                <a:moveTo>
                  <a:pt x="12590" y="0"/>
                </a:moveTo>
                <a:lnTo>
                  <a:pt x="1225408" y="0"/>
                </a:lnTo>
                <a:cubicBezTo>
                  <a:pt x="1232362" y="0"/>
                  <a:pt x="1237998" y="3754"/>
                  <a:pt x="1237998" y="8384"/>
                </a:cubicBezTo>
                <a:lnTo>
                  <a:pt x="1237998" y="1106661"/>
                </a:lnTo>
                <a:cubicBezTo>
                  <a:pt x="1237998" y="1111291"/>
                  <a:pt x="1232362" y="1115045"/>
                  <a:pt x="1225408" y="1115045"/>
                </a:cubicBezTo>
                <a:lnTo>
                  <a:pt x="12590" y="1115045"/>
                </a:lnTo>
                <a:cubicBezTo>
                  <a:pt x="5636" y="1115045"/>
                  <a:pt x="0" y="1111291"/>
                  <a:pt x="0" y="1106661"/>
                </a:cubicBezTo>
                <a:lnTo>
                  <a:pt x="0" y="8384"/>
                </a:lnTo>
                <a:cubicBezTo>
                  <a:pt x="0" y="3754"/>
                  <a:pt x="5636" y="0"/>
                  <a:pt x="12590" y="0"/>
                </a:cubicBez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
        <p:nvSpPr>
          <p:cNvPr id="49" name="Picture Placeholder 48"/>
          <p:cNvSpPr>
            <a:spLocks noGrp="1"/>
          </p:cNvSpPr>
          <p:nvPr>
            <p:ph type="pic" sz="quarter" idx="39" hasCustomPrompt="1"/>
          </p:nvPr>
        </p:nvSpPr>
        <p:spPr>
          <a:xfrm>
            <a:off x="4581142" y="1379981"/>
            <a:ext cx="1237998" cy="1115045"/>
          </a:xfrm>
          <a:custGeom>
            <a:avLst/>
            <a:gdLst>
              <a:gd name="connsiteX0" fmla="*/ 12590 w 1237998"/>
              <a:gd name="connsiteY0" fmla="*/ 0 h 1115045"/>
              <a:gd name="connsiteX1" fmla="*/ 1225408 w 1237998"/>
              <a:gd name="connsiteY1" fmla="*/ 0 h 1115045"/>
              <a:gd name="connsiteX2" fmla="*/ 1237998 w 1237998"/>
              <a:gd name="connsiteY2" fmla="*/ 8385 h 1115045"/>
              <a:gd name="connsiteX3" fmla="*/ 1237998 w 1237998"/>
              <a:gd name="connsiteY3" fmla="*/ 1106661 h 1115045"/>
              <a:gd name="connsiteX4" fmla="*/ 1225408 w 1237998"/>
              <a:gd name="connsiteY4" fmla="*/ 1115045 h 1115045"/>
              <a:gd name="connsiteX5" fmla="*/ 12590 w 1237998"/>
              <a:gd name="connsiteY5" fmla="*/ 1115045 h 1115045"/>
              <a:gd name="connsiteX6" fmla="*/ 0 w 1237998"/>
              <a:gd name="connsiteY6" fmla="*/ 1106661 h 1115045"/>
              <a:gd name="connsiteX7" fmla="*/ 0 w 1237998"/>
              <a:gd name="connsiteY7" fmla="*/ 8385 h 1115045"/>
              <a:gd name="connsiteX8" fmla="*/ 12590 w 1237998"/>
              <a:gd name="connsiteY8" fmla="*/ 0 h 1115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37998" h="1115045">
                <a:moveTo>
                  <a:pt x="12590" y="0"/>
                </a:moveTo>
                <a:lnTo>
                  <a:pt x="1225408" y="0"/>
                </a:lnTo>
                <a:cubicBezTo>
                  <a:pt x="1232362" y="0"/>
                  <a:pt x="1237998" y="3754"/>
                  <a:pt x="1237998" y="8385"/>
                </a:cubicBezTo>
                <a:lnTo>
                  <a:pt x="1237998" y="1106661"/>
                </a:lnTo>
                <a:cubicBezTo>
                  <a:pt x="1237998" y="1111291"/>
                  <a:pt x="1232362" y="1115045"/>
                  <a:pt x="1225408" y="1115045"/>
                </a:cubicBezTo>
                <a:lnTo>
                  <a:pt x="12590" y="1115045"/>
                </a:lnTo>
                <a:cubicBezTo>
                  <a:pt x="5636" y="1115045"/>
                  <a:pt x="0" y="1111291"/>
                  <a:pt x="0" y="1106661"/>
                </a:cubicBezTo>
                <a:lnTo>
                  <a:pt x="0" y="8385"/>
                </a:lnTo>
                <a:cubicBezTo>
                  <a:pt x="0" y="3754"/>
                  <a:pt x="5636" y="0"/>
                  <a:pt x="12590" y="0"/>
                </a:cubicBez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Tree>
    <p:extLst>
      <p:ext uri="{BB962C8B-B14F-4D97-AF65-F5344CB8AC3E}">
        <p14:creationId xmlns:p14="http://schemas.microsoft.com/office/powerpoint/2010/main" val="3595149078"/>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M104">
    <p:spTree>
      <p:nvGrpSpPr>
        <p:cNvPr id="1" name=""/>
        <p:cNvGrpSpPr/>
        <p:nvPr/>
      </p:nvGrpSpPr>
      <p:grpSpPr>
        <a:xfrm>
          <a:off x="0" y="0"/>
          <a:ext cx="0" cy="0"/>
          <a:chOff x="0" y="0"/>
          <a:chExt cx="0" cy="0"/>
        </a:xfrm>
      </p:grpSpPr>
      <p:sp>
        <p:nvSpPr>
          <p:cNvPr id="29" name="Picture Placeholder 28"/>
          <p:cNvSpPr>
            <a:spLocks noGrp="1"/>
          </p:cNvSpPr>
          <p:nvPr>
            <p:ph type="pic" sz="quarter" idx="40" hasCustomPrompt="1"/>
          </p:nvPr>
        </p:nvSpPr>
        <p:spPr>
          <a:xfrm>
            <a:off x="380998" y="1505092"/>
            <a:ext cx="1905002" cy="1447658"/>
          </a:xfrm>
          <a:custGeom>
            <a:avLst/>
            <a:gdLst>
              <a:gd name="connsiteX0" fmla="*/ 12590 w 1237998"/>
              <a:gd name="connsiteY0" fmla="*/ 0 h 1079431"/>
              <a:gd name="connsiteX1" fmla="*/ 1225408 w 1237998"/>
              <a:gd name="connsiteY1" fmla="*/ 0 h 1079431"/>
              <a:gd name="connsiteX2" fmla="*/ 1237998 w 1237998"/>
              <a:gd name="connsiteY2" fmla="*/ 8117 h 1079431"/>
              <a:gd name="connsiteX3" fmla="*/ 1237998 w 1237998"/>
              <a:gd name="connsiteY3" fmla="*/ 1071315 h 1079431"/>
              <a:gd name="connsiteX4" fmla="*/ 1225408 w 1237998"/>
              <a:gd name="connsiteY4" fmla="*/ 1079431 h 1079431"/>
              <a:gd name="connsiteX5" fmla="*/ 12590 w 1237998"/>
              <a:gd name="connsiteY5" fmla="*/ 1079431 h 1079431"/>
              <a:gd name="connsiteX6" fmla="*/ 0 w 1237998"/>
              <a:gd name="connsiteY6" fmla="*/ 1071315 h 1079431"/>
              <a:gd name="connsiteX7" fmla="*/ 0 w 1237998"/>
              <a:gd name="connsiteY7" fmla="*/ 8117 h 1079431"/>
              <a:gd name="connsiteX8" fmla="*/ 12590 w 1237998"/>
              <a:gd name="connsiteY8" fmla="*/ 0 h 1079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37998" h="1079431">
                <a:moveTo>
                  <a:pt x="12590" y="0"/>
                </a:moveTo>
                <a:lnTo>
                  <a:pt x="1225408" y="0"/>
                </a:lnTo>
                <a:cubicBezTo>
                  <a:pt x="1232362" y="0"/>
                  <a:pt x="1237998" y="3634"/>
                  <a:pt x="1237998" y="8117"/>
                </a:cubicBezTo>
                <a:lnTo>
                  <a:pt x="1237998" y="1071315"/>
                </a:lnTo>
                <a:cubicBezTo>
                  <a:pt x="1237998" y="1075797"/>
                  <a:pt x="1232362" y="1079431"/>
                  <a:pt x="1225408" y="1079431"/>
                </a:cubicBezTo>
                <a:lnTo>
                  <a:pt x="12590" y="1079431"/>
                </a:lnTo>
                <a:cubicBezTo>
                  <a:pt x="5636" y="1079431"/>
                  <a:pt x="0" y="1075797"/>
                  <a:pt x="0" y="1071315"/>
                </a:cubicBezTo>
                <a:lnTo>
                  <a:pt x="0" y="8117"/>
                </a:lnTo>
                <a:cubicBezTo>
                  <a:pt x="0" y="3634"/>
                  <a:pt x="5636" y="0"/>
                  <a:pt x="12590" y="0"/>
                </a:cubicBez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
        <p:nvSpPr>
          <p:cNvPr id="34" name="Picture Placeholder 33"/>
          <p:cNvSpPr>
            <a:spLocks noGrp="1"/>
          </p:cNvSpPr>
          <p:nvPr>
            <p:ph type="pic" sz="quarter" idx="44" hasCustomPrompt="1"/>
          </p:nvPr>
        </p:nvSpPr>
        <p:spPr>
          <a:xfrm>
            <a:off x="3612680" y="1505092"/>
            <a:ext cx="1905002" cy="1447658"/>
          </a:xfrm>
          <a:custGeom>
            <a:avLst/>
            <a:gdLst>
              <a:gd name="connsiteX0" fmla="*/ 12590 w 1237998"/>
              <a:gd name="connsiteY0" fmla="*/ 0 h 1079431"/>
              <a:gd name="connsiteX1" fmla="*/ 1225408 w 1237998"/>
              <a:gd name="connsiteY1" fmla="*/ 0 h 1079431"/>
              <a:gd name="connsiteX2" fmla="*/ 1237998 w 1237998"/>
              <a:gd name="connsiteY2" fmla="*/ 8117 h 1079431"/>
              <a:gd name="connsiteX3" fmla="*/ 1237998 w 1237998"/>
              <a:gd name="connsiteY3" fmla="*/ 1071315 h 1079431"/>
              <a:gd name="connsiteX4" fmla="*/ 1225408 w 1237998"/>
              <a:gd name="connsiteY4" fmla="*/ 1079431 h 1079431"/>
              <a:gd name="connsiteX5" fmla="*/ 12590 w 1237998"/>
              <a:gd name="connsiteY5" fmla="*/ 1079431 h 1079431"/>
              <a:gd name="connsiteX6" fmla="*/ 0 w 1237998"/>
              <a:gd name="connsiteY6" fmla="*/ 1071315 h 1079431"/>
              <a:gd name="connsiteX7" fmla="*/ 0 w 1237998"/>
              <a:gd name="connsiteY7" fmla="*/ 8117 h 1079431"/>
              <a:gd name="connsiteX8" fmla="*/ 12590 w 1237998"/>
              <a:gd name="connsiteY8" fmla="*/ 0 h 1079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37998" h="1079431">
                <a:moveTo>
                  <a:pt x="12590" y="0"/>
                </a:moveTo>
                <a:lnTo>
                  <a:pt x="1225408" y="0"/>
                </a:lnTo>
                <a:cubicBezTo>
                  <a:pt x="1232362" y="0"/>
                  <a:pt x="1237998" y="3634"/>
                  <a:pt x="1237998" y="8117"/>
                </a:cubicBezTo>
                <a:lnTo>
                  <a:pt x="1237998" y="1071315"/>
                </a:lnTo>
                <a:cubicBezTo>
                  <a:pt x="1237998" y="1075797"/>
                  <a:pt x="1232362" y="1079431"/>
                  <a:pt x="1225408" y="1079431"/>
                </a:cubicBezTo>
                <a:lnTo>
                  <a:pt x="12590" y="1079431"/>
                </a:lnTo>
                <a:cubicBezTo>
                  <a:pt x="5636" y="1079431"/>
                  <a:pt x="0" y="1075797"/>
                  <a:pt x="0" y="1071315"/>
                </a:cubicBezTo>
                <a:lnTo>
                  <a:pt x="0" y="8117"/>
                </a:lnTo>
                <a:cubicBezTo>
                  <a:pt x="0" y="3634"/>
                  <a:pt x="5636" y="0"/>
                  <a:pt x="12590" y="0"/>
                </a:cubicBez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
        <p:nvSpPr>
          <p:cNvPr id="36" name="Picture Placeholder 35"/>
          <p:cNvSpPr>
            <a:spLocks noGrp="1"/>
          </p:cNvSpPr>
          <p:nvPr>
            <p:ph type="pic" sz="quarter" idx="46" hasCustomPrompt="1"/>
          </p:nvPr>
        </p:nvSpPr>
        <p:spPr>
          <a:xfrm>
            <a:off x="6844361" y="1505092"/>
            <a:ext cx="1905002" cy="1447658"/>
          </a:xfrm>
          <a:custGeom>
            <a:avLst/>
            <a:gdLst>
              <a:gd name="connsiteX0" fmla="*/ 12590 w 1237998"/>
              <a:gd name="connsiteY0" fmla="*/ 0 h 1079431"/>
              <a:gd name="connsiteX1" fmla="*/ 1225408 w 1237998"/>
              <a:gd name="connsiteY1" fmla="*/ 0 h 1079431"/>
              <a:gd name="connsiteX2" fmla="*/ 1237998 w 1237998"/>
              <a:gd name="connsiteY2" fmla="*/ 8116 h 1079431"/>
              <a:gd name="connsiteX3" fmla="*/ 1237998 w 1237998"/>
              <a:gd name="connsiteY3" fmla="*/ 1071315 h 1079431"/>
              <a:gd name="connsiteX4" fmla="*/ 1225408 w 1237998"/>
              <a:gd name="connsiteY4" fmla="*/ 1079431 h 1079431"/>
              <a:gd name="connsiteX5" fmla="*/ 12590 w 1237998"/>
              <a:gd name="connsiteY5" fmla="*/ 1079431 h 1079431"/>
              <a:gd name="connsiteX6" fmla="*/ 0 w 1237998"/>
              <a:gd name="connsiteY6" fmla="*/ 1071315 h 1079431"/>
              <a:gd name="connsiteX7" fmla="*/ 0 w 1237998"/>
              <a:gd name="connsiteY7" fmla="*/ 8116 h 1079431"/>
              <a:gd name="connsiteX8" fmla="*/ 12590 w 1237998"/>
              <a:gd name="connsiteY8" fmla="*/ 0 h 1079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37998" h="1079431">
                <a:moveTo>
                  <a:pt x="12590" y="0"/>
                </a:moveTo>
                <a:lnTo>
                  <a:pt x="1225408" y="0"/>
                </a:lnTo>
                <a:cubicBezTo>
                  <a:pt x="1232362" y="0"/>
                  <a:pt x="1237998" y="3634"/>
                  <a:pt x="1237998" y="8116"/>
                </a:cubicBezTo>
                <a:lnTo>
                  <a:pt x="1237998" y="1071315"/>
                </a:lnTo>
                <a:cubicBezTo>
                  <a:pt x="1237998" y="1075797"/>
                  <a:pt x="1232362" y="1079431"/>
                  <a:pt x="1225408" y="1079431"/>
                </a:cubicBezTo>
                <a:lnTo>
                  <a:pt x="12590" y="1079431"/>
                </a:lnTo>
                <a:cubicBezTo>
                  <a:pt x="5636" y="1079431"/>
                  <a:pt x="0" y="1075797"/>
                  <a:pt x="0" y="1071315"/>
                </a:cubicBezTo>
                <a:lnTo>
                  <a:pt x="0" y="8116"/>
                </a:lnTo>
                <a:cubicBezTo>
                  <a:pt x="0" y="3634"/>
                  <a:pt x="5636" y="0"/>
                  <a:pt x="12590" y="0"/>
                </a:cubicBez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
        <p:nvSpPr>
          <p:cNvPr id="10" name="Text Placeholder 3"/>
          <p:cNvSpPr>
            <a:spLocks noGrp="1"/>
          </p:cNvSpPr>
          <p:nvPr>
            <p:ph type="body" sz="half" idx="2" hasCustomPrompt="1"/>
          </p:nvPr>
        </p:nvSpPr>
        <p:spPr>
          <a:xfrm>
            <a:off x="381000" y="883820"/>
            <a:ext cx="8368363" cy="173255"/>
          </a:xfrm>
          <a:prstGeom prst="rect">
            <a:avLst/>
          </a:prstGeom>
        </p:spPr>
        <p:txBody>
          <a:bodyPr wrap="none" lIns="0" tIns="0" rIns="0" bIns="0" anchor="ctr">
            <a:noAutofit/>
          </a:bodyPr>
          <a:lstStyle>
            <a:lvl1pPr marL="0" indent="0" algn="ctr">
              <a:buNone/>
              <a:defRPr sz="1200" b="0" baseline="0">
                <a:solidFill>
                  <a:schemeClr val="bg1">
                    <a:lumMod val="65000"/>
                  </a:schemeClr>
                </a:solidFill>
                <a:latin typeface="+mn-lt"/>
                <a:ea typeface="Roboto" panose="02000000000000000000" pitchFamily="2" charset="0"/>
              </a:defRPr>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dirty="0"/>
              <a:t>CLICK TO EDITE SUBTITLE</a:t>
            </a:r>
          </a:p>
        </p:txBody>
      </p:sp>
      <p:sp>
        <p:nvSpPr>
          <p:cNvPr id="11" name="Title 2"/>
          <p:cNvSpPr>
            <a:spLocks noGrp="1"/>
          </p:cNvSpPr>
          <p:nvPr>
            <p:ph type="title"/>
          </p:nvPr>
        </p:nvSpPr>
        <p:spPr>
          <a:xfrm>
            <a:off x="381000" y="341313"/>
            <a:ext cx="8368363" cy="495383"/>
          </a:xfrm>
          <a:prstGeom prst="rect">
            <a:avLst/>
          </a:prstGeom>
        </p:spPr>
        <p:txBody>
          <a:bodyPr lIns="0" tIns="0" rIns="0" bIns="0" anchor="ctr"/>
          <a:lstStyle>
            <a:lvl1pPr algn="ctr">
              <a:defRPr sz="3600">
                <a:solidFill>
                  <a:schemeClr val="tx1">
                    <a:lumMod val="50000"/>
                    <a:lumOff val="50000"/>
                  </a:schemeClr>
                </a:solidFill>
              </a:defRPr>
            </a:lvl1pPr>
          </a:lstStyle>
          <a:p>
            <a:r>
              <a:rPr lang="en-US" dirty="0"/>
              <a:t>Click to edit Master title style</a:t>
            </a:r>
          </a:p>
        </p:txBody>
      </p:sp>
    </p:spTree>
    <p:extLst>
      <p:ext uri="{BB962C8B-B14F-4D97-AF65-F5344CB8AC3E}">
        <p14:creationId xmlns:p14="http://schemas.microsoft.com/office/powerpoint/2010/main" val="24194216"/>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M105">
    <p:spTree>
      <p:nvGrpSpPr>
        <p:cNvPr id="1" name=""/>
        <p:cNvGrpSpPr/>
        <p:nvPr/>
      </p:nvGrpSpPr>
      <p:grpSpPr>
        <a:xfrm>
          <a:off x="0" y="0"/>
          <a:ext cx="0" cy="0"/>
          <a:chOff x="0" y="0"/>
          <a:chExt cx="0" cy="0"/>
        </a:xfrm>
      </p:grpSpPr>
      <p:sp>
        <p:nvSpPr>
          <p:cNvPr id="29" name="Picture Placeholder 28"/>
          <p:cNvSpPr>
            <a:spLocks noGrp="1"/>
          </p:cNvSpPr>
          <p:nvPr>
            <p:ph type="pic" sz="quarter" idx="40" hasCustomPrompt="1"/>
          </p:nvPr>
        </p:nvSpPr>
        <p:spPr>
          <a:xfrm>
            <a:off x="380999" y="1460216"/>
            <a:ext cx="1683220" cy="1340134"/>
          </a:xfrm>
          <a:custGeom>
            <a:avLst/>
            <a:gdLst>
              <a:gd name="connsiteX0" fmla="*/ 12590 w 1237998"/>
              <a:gd name="connsiteY0" fmla="*/ 0 h 1079431"/>
              <a:gd name="connsiteX1" fmla="*/ 1225408 w 1237998"/>
              <a:gd name="connsiteY1" fmla="*/ 0 h 1079431"/>
              <a:gd name="connsiteX2" fmla="*/ 1237998 w 1237998"/>
              <a:gd name="connsiteY2" fmla="*/ 8117 h 1079431"/>
              <a:gd name="connsiteX3" fmla="*/ 1237998 w 1237998"/>
              <a:gd name="connsiteY3" fmla="*/ 1071315 h 1079431"/>
              <a:gd name="connsiteX4" fmla="*/ 1225408 w 1237998"/>
              <a:gd name="connsiteY4" fmla="*/ 1079431 h 1079431"/>
              <a:gd name="connsiteX5" fmla="*/ 12590 w 1237998"/>
              <a:gd name="connsiteY5" fmla="*/ 1079431 h 1079431"/>
              <a:gd name="connsiteX6" fmla="*/ 0 w 1237998"/>
              <a:gd name="connsiteY6" fmla="*/ 1071315 h 1079431"/>
              <a:gd name="connsiteX7" fmla="*/ 0 w 1237998"/>
              <a:gd name="connsiteY7" fmla="*/ 8117 h 1079431"/>
              <a:gd name="connsiteX8" fmla="*/ 12590 w 1237998"/>
              <a:gd name="connsiteY8" fmla="*/ 0 h 1079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37998" h="1079431">
                <a:moveTo>
                  <a:pt x="12590" y="0"/>
                </a:moveTo>
                <a:lnTo>
                  <a:pt x="1225408" y="0"/>
                </a:lnTo>
                <a:cubicBezTo>
                  <a:pt x="1232362" y="0"/>
                  <a:pt x="1237998" y="3634"/>
                  <a:pt x="1237998" y="8117"/>
                </a:cubicBezTo>
                <a:lnTo>
                  <a:pt x="1237998" y="1071315"/>
                </a:lnTo>
                <a:cubicBezTo>
                  <a:pt x="1237998" y="1075797"/>
                  <a:pt x="1232362" y="1079431"/>
                  <a:pt x="1225408" y="1079431"/>
                </a:cubicBezTo>
                <a:lnTo>
                  <a:pt x="12590" y="1079431"/>
                </a:lnTo>
                <a:cubicBezTo>
                  <a:pt x="5636" y="1079431"/>
                  <a:pt x="0" y="1075797"/>
                  <a:pt x="0" y="1071315"/>
                </a:cubicBezTo>
                <a:lnTo>
                  <a:pt x="0" y="8117"/>
                </a:lnTo>
                <a:cubicBezTo>
                  <a:pt x="0" y="3634"/>
                  <a:pt x="5636" y="0"/>
                  <a:pt x="12590" y="0"/>
                </a:cubicBez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
        <p:nvSpPr>
          <p:cNvPr id="27" name="Picture Placeholder 26"/>
          <p:cNvSpPr>
            <a:spLocks noGrp="1"/>
          </p:cNvSpPr>
          <p:nvPr>
            <p:ph type="pic" sz="quarter" idx="42" hasCustomPrompt="1"/>
          </p:nvPr>
        </p:nvSpPr>
        <p:spPr>
          <a:xfrm>
            <a:off x="380999" y="3441415"/>
            <a:ext cx="1683220" cy="1340133"/>
          </a:xfrm>
          <a:custGeom>
            <a:avLst/>
            <a:gdLst>
              <a:gd name="connsiteX0" fmla="*/ 12590 w 1237998"/>
              <a:gd name="connsiteY0" fmla="*/ 0 h 1079431"/>
              <a:gd name="connsiteX1" fmla="*/ 1225408 w 1237998"/>
              <a:gd name="connsiteY1" fmla="*/ 0 h 1079431"/>
              <a:gd name="connsiteX2" fmla="*/ 1237998 w 1237998"/>
              <a:gd name="connsiteY2" fmla="*/ 8116 h 1079431"/>
              <a:gd name="connsiteX3" fmla="*/ 1237998 w 1237998"/>
              <a:gd name="connsiteY3" fmla="*/ 1071315 h 1079431"/>
              <a:gd name="connsiteX4" fmla="*/ 1225408 w 1237998"/>
              <a:gd name="connsiteY4" fmla="*/ 1079431 h 1079431"/>
              <a:gd name="connsiteX5" fmla="*/ 12590 w 1237998"/>
              <a:gd name="connsiteY5" fmla="*/ 1079431 h 1079431"/>
              <a:gd name="connsiteX6" fmla="*/ 0 w 1237998"/>
              <a:gd name="connsiteY6" fmla="*/ 1071315 h 1079431"/>
              <a:gd name="connsiteX7" fmla="*/ 0 w 1237998"/>
              <a:gd name="connsiteY7" fmla="*/ 8116 h 1079431"/>
              <a:gd name="connsiteX8" fmla="*/ 12590 w 1237998"/>
              <a:gd name="connsiteY8" fmla="*/ 0 h 1079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37998" h="1079431">
                <a:moveTo>
                  <a:pt x="12590" y="0"/>
                </a:moveTo>
                <a:lnTo>
                  <a:pt x="1225408" y="0"/>
                </a:lnTo>
                <a:cubicBezTo>
                  <a:pt x="1232362" y="0"/>
                  <a:pt x="1237998" y="3634"/>
                  <a:pt x="1237998" y="8116"/>
                </a:cubicBezTo>
                <a:lnTo>
                  <a:pt x="1237998" y="1071315"/>
                </a:lnTo>
                <a:cubicBezTo>
                  <a:pt x="1237998" y="1075797"/>
                  <a:pt x="1232362" y="1079431"/>
                  <a:pt x="1225408" y="1079431"/>
                </a:cubicBezTo>
                <a:lnTo>
                  <a:pt x="12590" y="1079431"/>
                </a:lnTo>
                <a:cubicBezTo>
                  <a:pt x="5636" y="1079431"/>
                  <a:pt x="0" y="1075797"/>
                  <a:pt x="0" y="1071315"/>
                </a:cubicBezTo>
                <a:lnTo>
                  <a:pt x="0" y="8116"/>
                </a:lnTo>
                <a:cubicBezTo>
                  <a:pt x="0" y="3634"/>
                  <a:pt x="5636" y="0"/>
                  <a:pt x="12590" y="0"/>
                </a:cubicBez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
        <p:nvSpPr>
          <p:cNvPr id="34" name="Picture Placeholder 33"/>
          <p:cNvSpPr>
            <a:spLocks noGrp="1"/>
          </p:cNvSpPr>
          <p:nvPr>
            <p:ph type="pic" sz="quarter" idx="44" hasCustomPrompt="1"/>
          </p:nvPr>
        </p:nvSpPr>
        <p:spPr>
          <a:xfrm>
            <a:off x="4565180" y="1460216"/>
            <a:ext cx="1683220" cy="1340134"/>
          </a:xfrm>
          <a:custGeom>
            <a:avLst/>
            <a:gdLst>
              <a:gd name="connsiteX0" fmla="*/ 12590 w 1237998"/>
              <a:gd name="connsiteY0" fmla="*/ 0 h 1079431"/>
              <a:gd name="connsiteX1" fmla="*/ 1225408 w 1237998"/>
              <a:gd name="connsiteY1" fmla="*/ 0 h 1079431"/>
              <a:gd name="connsiteX2" fmla="*/ 1237998 w 1237998"/>
              <a:gd name="connsiteY2" fmla="*/ 8117 h 1079431"/>
              <a:gd name="connsiteX3" fmla="*/ 1237998 w 1237998"/>
              <a:gd name="connsiteY3" fmla="*/ 1071315 h 1079431"/>
              <a:gd name="connsiteX4" fmla="*/ 1225408 w 1237998"/>
              <a:gd name="connsiteY4" fmla="*/ 1079431 h 1079431"/>
              <a:gd name="connsiteX5" fmla="*/ 12590 w 1237998"/>
              <a:gd name="connsiteY5" fmla="*/ 1079431 h 1079431"/>
              <a:gd name="connsiteX6" fmla="*/ 0 w 1237998"/>
              <a:gd name="connsiteY6" fmla="*/ 1071315 h 1079431"/>
              <a:gd name="connsiteX7" fmla="*/ 0 w 1237998"/>
              <a:gd name="connsiteY7" fmla="*/ 8117 h 1079431"/>
              <a:gd name="connsiteX8" fmla="*/ 12590 w 1237998"/>
              <a:gd name="connsiteY8" fmla="*/ 0 h 1079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37998" h="1079431">
                <a:moveTo>
                  <a:pt x="12590" y="0"/>
                </a:moveTo>
                <a:lnTo>
                  <a:pt x="1225408" y="0"/>
                </a:lnTo>
                <a:cubicBezTo>
                  <a:pt x="1232362" y="0"/>
                  <a:pt x="1237998" y="3634"/>
                  <a:pt x="1237998" y="8117"/>
                </a:cubicBezTo>
                <a:lnTo>
                  <a:pt x="1237998" y="1071315"/>
                </a:lnTo>
                <a:cubicBezTo>
                  <a:pt x="1237998" y="1075797"/>
                  <a:pt x="1232362" y="1079431"/>
                  <a:pt x="1225408" y="1079431"/>
                </a:cubicBezTo>
                <a:lnTo>
                  <a:pt x="12590" y="1079431"/>
                </a:lnTo>
                <a:cubicBezTo>
                  <a:pt x="5636" y="1079431"/>
                  <a:pt x="0" y="1075797"/>
                  <a:pt x="0" y="1071315"/>
                </a:cubicBezTo>
                <a:lnTo>
                  <a:pt x="0" y="8117"/>
                </a:lnTo>
                <a:cubicBezTo>
                  <a:pt x="0" y="3634"/>
                  <a:pt x="5636" y="0"/>
                  <a:pt x="12590" y="0"/>
                </a:cubicBez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
        <p:nvSpPr>
          <p:cNvPr id="36" name="Picture Placeholder 35"/>
          <p:cNvSpPr>
            <a:spLocks noGrp="1"/>
          </p:cNvSpPr>
          <p:nvPr>
            <p:ph type="pic" sz="quarter" idx="46" hasCustomPrompt="1"/>
          </p:nvPr>
        </p:nvSpPr>
        <p:spPr>
          <a:xfrm>
            <a:off x="4565180" y="3441415"/>
            <a:ext cx="1683220" cy="1340134"/>
          </a:xfrm>
          <a:custGeom>
            <a:avLst/>
            <a:gdLst>
              <a:gd name="connsiteX0" fmla="*/ 12590 w 1237998"/>
              <a:gd name="connsiteY0" fmla="*/ 0 h 1079431"/>
              <a:gd name="connsiteX1" fmla="*/ 1225408 w 1237998"/>
              <a:gd name="connsiteY1" fmla="*/ 0 h 1079431"/>
              <a:gd name="connsiteX2" fmla="*/ 1237998 w 1237998"/>
              <a:gd name="connsiteY2" fmla="*/ 8116 h 1079431"/>
              <a:gd name="connsiteX3" fmla="*/ 1237998 w 1237998"/>
              <a:gd name="connsiteY3" fmla="*/ 1071315 h 1079431"/>
              <a:gd name="connsiteX4" fmla="*/ 1225408 w 1237998"/>
              <a:gd name="connsiteY4" fmla="*/ 1079431 h 1079431"/>
              <a:gd name="connsiteX5" fmla="*/ 12590 w 1237998"/>
              <a:gd name="connsiteY5" fmla="*/ 1079431 h 1079431"/>
              <a:gd name="connsiteX6" fmla="*/ 0 w 1237998"/>
              <a:gd name="connsiteY6" fmla="*/ 1071315 h 1079431"/>
              <a:gd name="connsiteX7" fmla="*/ 0 w 1237998"/>
              <a:gd name="connsiteY7" fmla="*/ 8116 h 1079431"/>
              <a:gd name="connsiteX8" fmla="*/ 12590 w 1237998"/>
              <a:gd name="connsiteY8" fmla="*/ 0 h 1079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37998" h="1079431">
                <a:moveTo>
                  <a:pt x="12590" y="0"/>
                </a:moveTo>
                <a:lnTo>
                  <a:pt x="1225408" y="0"/>
                </a:lnTo>
                <a:cubicBezTo>
                  <a:pt x="1232362" y="0"/>
                  <a:pt x="1237998" y="3634"/>
                  <a:pt x="1237998" y="8116"/>
                </a:cubicBezTo>
                <a:lnTo>
                  <a:pt x="1237998" y="1071315"/>
                </a:lnTo>
                <a:cubicBezTo>
                  <a:pt x="1237998" y="1075797"/>
                  <a:pt x="1232362" y="1079431"/>
                  <a:pt x="1225408" y="1079431"/>
                </a:cubicBezTo>
                <a:lnTo>
                  <a:pt x="12590" y="1079431"/>
                </a:lnTo>
                <a:cubicBezTo>
                  <a:pt x="5636" y="1079431"/>
                  <a:pt x="0" y="1075797"/>
                  <a:pt x="0" y="1071315"/>
                </a:cubicBezTo>
                <a:lnTo>
                  <a:pt x="0" y="8116"/>
                </a:lnTo>
                <a:cubicBezTo>
                  <a:pt x="0" y="3634"/>
                  <a:pt x="5636" y="0"/>
                  <a:pt x="12590" y="0"/>
                </a:cubicBez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
        <p:nvSpPr>
          <p:cNvPr id="10" name="Text Placeholder 3"/>
          <p:cNvSpPr>
            <a:spLocks noGrp="1"/>
          </p:cNvSpPr>
          <p:nvPr>
            <p:ph type="body" sz="half" idx="2" hasCustomPrompt="1"/>
          </p:nvPr>
        </p:nvSpPr>
        <p:spPr>
          <a:xfrm>
            <a:off x="381000" y="883820"/>
            <a:ext cx="8368363" cy="173255"/>
          </a:xfrm>
          <a:prstGeom prst="rect">
            <a:avLst/>
          </a:prstGeom>
        </p:spPr>
        <p:txBody>
          <a:bodyPr wrap="none" lIns="0" tIns="0" rIns="0" bIns="0" anchor="ctr">
            <a:noAutofit/>
          </a:bodyPr>
          <a:lstStyle>
            <a:lvl1pPr marL="0" indent="0" algn="ctr">
              <a:buNone/>
              <a:defRPr sz="1200" b="0" baseline="0">
                <a:solidFill>
                  <a:schemeClr val="bg1">
                    <a:lumMod val="65000"/>
                  </a:schemeClr>
                </a:solidFill>
                <a:latin typeface="+mn-lt"/>
                <a:ea typeface="Roboto" panose="02000000000000000000" pitchFamily="2" charset="0"/>
              </a:defRPr>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dirty="0"/>
              <a:t>CLICK TO EDITE SUBTITLE</a:t>
            </a:r>
          </a:p>
        </p:txBody>
      </p:sp>
      <p:sp>
        <p:nvSpPr>
          <p:cNvPr id="11" name="Title 2"/>
          <p:cNvSpPr>
            <a:spLocks noGrp="1"/>
          </p:cNvSpPr>
          <p:nvPr>
            <p:ph type="title"/>
          </p:nvPr>
        </p:nvSpPr>
        <p:spPr>
          <a:xfrm>
            <a:off x="381000" y="341313"/>
            <a:ext cx="8368363" cy="495383"/>
          </a:xfrm>
          <a:prstGeom prst="rect">
            <a:avLst/>
          </a:prstGeom>
        </p:spPr>
        <p:txBody>
          <a:bodyPr lIns="0" tIns="0" rIns="0" bIns="0" anchor="ctr"/>
          <a:lstStyle>
            <a:lvl1pPr algn="ctr">
              <a:defRPr sz="3600">
                <a:solidFill>
                  <a:schemeClr val="tx1">
                    <a:lumMod val="50000"/>
                    <a:lumOff val="50000"/>
                  </a:schemeClr>
                </a:solidFill>
              </a:defRPr>
            </a:lvl1pPr>
          </a:lstStyle>
          <a:p>
            <a:r>
              <a:rPr lang="en-US" dirty="0"/>
              <a:t>Click to edit Master title style</a:t>
            </a:r>
          </a:p>
        </p:txBody>
      </p:sp>
    </p:spTree>
    <p:extLst>
      <p:ext uri="{BB962C8B-B14F-4D97-AF65-F5344CB8AC3E}">
        <p14:creationId xmlns:p14="http://schemas.microsoft.com/office/powerpoint/2010/main" val="1962990945"/>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M106">
    <p:spTree>
      <p:nvGrpSpPr>
        <p:cNvPr id="1" name=""/>
        <p:cNvGrpSpPr/>
        <p:nvPr/>
      </p:nvGrpSpPr>
      <p:grpSpPr>
        <a:xfrm>
          <a:off x="0" y="0"/>
          <a:ext cx="0" cy="0"/>
          <a:chOff x="0" y="0"/>
          <a:chExt cx="0" cy="0"/>
        </a:xfrm>
      </p:grpSpPr>
      <p:sp>
        <p:nvSpPr>
          <p:cNvPr id="10" name="Text Placeholder 3"/>
          <p:cNvSpPr>
            <a:spLocks noGrp="1"/>
          </p:cNvSpPr>
          <p:nvPr>
            <p:ph type="body" sz="half" idx="2" hasCustomPrompt="1"/>
          </p:nvPr>
        </p:nvSpPr>
        <p:spPr>
          <a:xfrm>
            <a:off x="381000" y="883820"/>
            <a:ext cx="8368363" cy="173255"/>
          </a:xfrm>
          <a:prstGeom prst="rect">
            <a:avLst/>
          </a:prstGeom>
        </p:spPr>
        <p:txBody>
          <a:bodyPr wrap="none" lIns="0" tIns="0" rIns="0" bIns="0" anchor="ctr">
            <a:noAutofit/>
          </a:bodyPr>
          <a:lstStyle>
            <a:lvl1pPr marL="0" indent="0" algn="ctr">
              <a:buNone/>
              <a:defRPr sz="1200" b="0" baseline="0">
                <a:solidFill>
                  <a:schemeClr val="bg1">
                    <a:lumMod val="65000"/>
                  </a:schemeClr>
                </a:solidFill>
                <a:latin typeface="+mn-lt"/>
                <a:ea typeface="Roboto" panose="02000000000000000000" pitchFamily="2" charset="0"/>
              </a:defRPr>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dirty="0"/>
              <a:t>CLICK TO EDITE SUBTITLE</a:t>
            </a:r>
          </a:p>
        </p:txBody>
      </p:sp>
      <p:sp>
        <p:nvSpPr>
          <p:cNvPr id="11" name="Title 2"/>
          <p:cNvSpPr>
            <a:spLocks noGrp="1"/>
          </p:cNvSpPr>
          <p:nvPr>
            <p:ph type="title"/>
          </p:nvPr>
        </p:nvSpPr>
        <p:spPr>
          <a:xfrm>
            <a:off x="381000" y="341313"/>
            <a:ext cx="8368363" cy="495383"/>
          </a:xfrm>
          <a:prstGeom prst="rect">
            <a:avLst/>
          </a:prstGeom>
        </p:spPr>
        <p:txBody>
          <a:bodyPr lIns="0" tIns="0" rIns="0" bIns="0" anchor="ctr"/>
          <a:lstStyle>
            <a:lvl1pPr algn="ctr">
              <a:defRPr sz="3600">
                <a:solidFill>
                  <a:schemeClr val="tx1">
                    <a:lumMod val="50000"/>
                    <a:lumOff val="50000"/>
                  </a:schemeClr>
                </a:solidFill>
              </a:defRPr>
            </a:lvl1pPr>
          </a:lstStyle>
          <a:p>
            <a:r>
              <a:rPr lang="en-US" dirty="0"/>
              <a:t>Click to edit Master title style</a:t>
            </a:r>
          </a:p>
        </p:txBody>
      </p:sp>
      <p:sp>
        <p:nvSpPr>
          <p:cNvPr id="7" name="Picture Placeholder 6"/>
          <p:cNvSpPr>
            <a:spLocks noGrp="1"/>
          </p:cNvSpPr>
          <p:nvPr>
            <p:ph type="pic" sz="quarter" idx="40" hasCustomPrompt="1"/>
          </p:nvPr>
        </p:nvSpPr>
        <p:spPr>
          <a:xfrm>
            <a:off x="380999" y="1460216"/>
            <a:ext cx="1584958" cy="1873534"/>
          </a:xfrm>
          <a:custGeom>
            <a:avLst/>
            <a:gdLst>
              <a:gd name="connsiteX0" fmla="*/ 12590 w 1237998"/>
              <a:gd name="connsiteY0" fmla="*/ 0 h 1079431"/>
              <a:gd name="connsiteX1" fmla="*/ 1225408 w 1237998"/>
              <a:gd name="connsiteY1" fmla="*/ 0 h 1079431"/>
              <a:gd name="connsiteX2" fmla="*/ 1237998 w 1237998"/>
              <a:gd name="connsiteY2" fmla="*/ 8117 h 1079431"/>
              <a:gd name="connsiteX3" fmla="*/ 1237998 w 1237998"/>
              <a:gd name="connsiteY3" fmla="*/ 1071315 h 1079431"/>
              <a:gd name="connsiteX4" fmla="*/ 1225408 w 1237998"/>
              <a:gd name="connsiteY4" fmla="*/ 1079431 h 1079431"/>
              <a:gd name="connsiteX5" fmla="*/ 12590 w 1237998"/>
              <a:gd name="connsiteY5" fmla="*/ 1079431 h 1079431"/>
              <a:gd name="connsiteX6" fmla="*/ 0 w 1237998"/>
              <a:gd name="connsiteY6" fmla="*/ 1071315 h 1079431"/>
              <a:gd name="connsiteX7" fmla="*/ 0 w 1237998"/>
              <a:gd name="connsiteY7" fmla="*/ 8117 h 1079431"/>
              <a:gd name="connsiteX8" fmla="*/ 12590 w 1237998"/>
              <a:gd name="connsiteY8" fmla="*/ 0 h 1079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37998" h="1079431">
                <a:moveTo>
                  <a:pt x="12590" y="0"/>
                </a:moveTo>
                <a:lnTo>
                  <a:pt x="1225408" y="0"/>
                </a:lnTo>
                <a:cubicBezTo>
                  <a:pt x="1232362" y="0"/>
                  <a:pt x="1237998" y="3634"/>
                  <a:pt x="1237998" y="8117"/>
                </a:cubicBezTo>
                <a:lnTo>
                  <a:pt x="1237998" y="1071315"/>
                </a:lnTo>
                <a:cubicBezTo>
                  <a:pt x="1237998" y="1075797"/>
                  <a:pt x="1232362" y="1079431"/>
                  <a:pt x="1225408" y="1079431"/>
                </a:cubicBezTo>
                <a:lnTo>
                  <a:pt x="12590" y="1079431"/>
                </a:lnTo>
                <a:cubicBezTo>
                  <a:pt x="5636" y="1079431"/>
                  <a:pt x="0" y="1075797"/>
                  <a:pt x="0" y="1071315"/>
                </a:cubicBezTo>
                <a:lnTo>
                  <a:pt x="0" y="8117"/>
                </a:lnTo>
                <a:cubicBezTo>
                  <a:pt x="0" y="3634"/>
                  <a:pt x="5636" y="0"/>
                  <a:pt x="12590" y="0"/>
                </a:cubicBez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
        <p:nvSpPr>
          <p:cNvPr id="8" name="Picture Placeholder 7"/>
          <p:cNvSpPr>
            <a:spLocks noGrp="1"/>
          </p:cNvSpPr>
          <p:nvPr>
            <p:ph type="pic" sz="quarter" idx="41" hasCustomPrompt="1"/>
          </p:nvPr>
        </p:nvSpPr>
        <p:spPr>
          <a:xfrm>
            <a:off x="2076851" y="1460216"/>
            <a:ext cx="1584958" cy="1873534"/>
          </a:xfrm>
          <a:custGeom>
            <a:avLst/>
            <a:gdLst>
              <a:gd name="connsiteX0" fmla="*/ 12590 w 1237998"/>
              <a:gd name="connsiteY0" fmla="*/ 0 h 1079431"/>
              <a:gd name="connsiteX1" fmla="*/ 1225408 w 1237998"/>
              <a:gd name="connsiteY1" fmla="*/ 0 h 1079431"/>
              <a:gd name="connsiteX2" fmla="*/ 1237998 w 1237998"/>
              <a:gd name="connsiteY2" fmla="*/ 8117 h 1079431"/>
              <a:gd name="connsiteX3" fmla="*/ 1237998 w 1237998"/>
              <a:gd name="connsiteY3" fmla="*/ 1071315 h 1079431"/>
              <a:gd name="connsiteX4" fmla="*/ 1225408 w 1237998"/>
              <a:gd name="connsiteY4" fmla="*/ 1079431 h 1079431"/>
              <a:gd name="connsiteX5" fmla="*/ 12590 w 1237998"/>
              <a:gd name="connsiteY5" fmla="*/ 1079431 h 1079431"/>
              <a:gd name="connsiteX6" fmla="*/ 0 w 1237998"/>
              <a:gd name="connsiteY6" fmla="*/ 1071315 h 1079431"/>
              <a:gd name="connsiteX7" fmla="*/ 0 w 1237998"/>
              <a:gd name="connsiteY7" fmla="*/ 8117 h 1079431"/>
              <a:gd name="connsiteX8" fmla="*/ 12590 w 1237998"/>
              <a:gd name="connsiteY8" fmla="*/ 0 h 1079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37998" h="1079431">
                <a:moveTo>
                  <a:pt x="12590" y="0"/>
                </a:moveTo>
                <a:lnTo>
                  <a:pt x="1225408" y="0"/>
                </a:lnTo>
                <a:cubicBezTo>
                  <a:pt x="1232362" y="0"/>
                  <a:pt x="1237998" y="3634"/>
                  <a:pt x="1237998" y="8117"/>
                </a:cubicBezTo>
                <a:lnTo>
                  <a:pt x="1237998" y="1071315"/>
                </a:lnTo>
                <a:cubicBezTo>
                  <a:pt x="1237998" y="1075797"/>
                  <a:pt x="1232362" y="1079431"/>
                  <a:pt x="1225408" y="1079431"/>
                </a:cubicBezTo>
                <a:lnTo>
                  <a:pt x="12590" y="1079431"/>
                </a:lnTo>
                <a:cubicBezTo>
                  <a:pt x="5636" y="1079431"/>
                  <a:pt x="0" y="1075797"/>
                  <a:pt x="0" y="1071315"/>
                </a:cubicBezTo>
                <a:lnTo>
                  <a:pt x="0" y="8117"/>
                </a:lnTo>
                <a:cubicBezTo>
                  <a:pt x="0" y="3634"/>
                  <a:pt x="5636" y="0"/>
                  <a:pt x="12590" y="0"/>
                </a:cubicBez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
        <p:nvSpPr>
          <p:cNvPr id="9" name="Picture Placeholder 8"/>
          <p:cNvSpPr>
            <a:spLocks noGrp="1"/>
          </p:cNvSpPr>
          <p:nvPr>
            <p:ph type="pic" sz="quarter" idx="42" hasCustomPrompt="1"/>
          </p:nvPr>
        </p:nvSpPr>
        <p:spPr>
          <a:xfrm>
            <a:off x="3772702" y="1460216"/>
            <a:ext cx="1584958" cy="1873534"/>
          </a:xfrm>
          <a:custGeom>
            <a:avLst/>
            <a:gdLst>
              <a:gd name="connsiteX0" fmla="*/ 12590 w 1237998"/>
              <a:gd name="connsiteY0" fmla="*/ 0 h 1079431"/>
              <a:gd name="connsiteX1" fmla="*/ 1225408 w 1237998"/>
              <a:gd name="connsiteY1" fmla="*/ 0 h 1079431"/>
              <a:gd name="connsiteX2" fmla="*/ 1237998 w 1237998"/>
              <a:gd name="connsiteY2" fmla="*/ 8117 h 1079431"/>
              <a:gd name="connsiteX3" fmla="*/ 1237998 w 1237998"/>
              <a:gd name="connsiteY3" fmla="*/ 1071315 h 1079431"/>
              <a:gd name="connsiteX4" fmla="*/ 1225408 w 1237998"/>
              <a:gd name="connsiteY4" fmla="*/ 1079431 h 1079431"/>
              <a:gd name="connsiteX5" fmla="*/ 12590 w 1237998"/>
              <a:gd name="connsiteY5" fmla="*/ 1079431 h 1079431"/>
              <a:gd name="connsiteX6" fmla="*/ 0 w 1237998"/>
              <a:gd name="connsiteY6" fmla="*/ 1071315 h 1079431"/>
              <a:gd name="connsiteX7" fmla="*/ 0 w 1237998"/>
              <a:gd name="connsiteY7" fmla="*/ 8117 h 1079431"/>
              <a:gd name="connsiteX8" fmla="*/ 12590 w 1237998"/>
              <a:gd name="connsiteY8" fmla="*/ 0 h 1079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37998" h="1079431">
                <a:moveTo>
                  <a:pt x="12590" y="0"/>
                </a:moveTo>
                <a:lnTo>
                  <a:pt x="1225408" y="0"/>
                </a:lnTo>
                <a:cubicBezTo>
                  <a:pt x="1232362" y="0"/>
                  <a:pt x="1237998" y="3634"/>
                  <a:pt x="1237998" y="8117"/>
                </a:cubicBezTo>
                <a:lnTo>
                  <a:pt x="1237998" y="1071315"/>
                </a:lnTo>
                <a:cubicBezTo>
                  <a:pt x="1237998" y="1075797"/>
                  <a:pt x="1232362" y="1079431"/>
                  <a:pt x="1225408" y="1079431"/>
                </a:cubicBezTo>
                <a:lnTo>
                  <a:pt x="12590" y="1079431"/>
                </a:lnTo>
                <a:cubicBezTo>
                  <a:pt x="5636" y="1079431"/>
                  <a:pt x="0" y="1075797"/>
                  <a:pt x="0" y="1071315"/>
                </a:cubicBezTo>
                <a:lnTo>
                  <a:pt x="0" y="8117"/>
                </a:lnTo>
                <a:cubicBezTo>
                  <a:pt x="0" y="3634"/>
                  <a:pt x="5636" y="0"/>
                  <a:pt x="12590" y="0"/>
                </a:cubicBez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
        <p:nvSpPr>
          <p:cNvPr id="12" name="Picture Placeholder 11"/>
          <p:cNvSpPr>
            <a:spLocks noGrp="1"/>
          </p:cNvSpPr>
          <p:nvPr>
            <p:ph type="pic" sz="quarter" idx="43" hasCustomPrompt="1"/>
          </p:nvPr>
        </p:nvSpPr>
        <p:spPr>
          <a:xfrm>
            <a:off x="5468553" y="1460216"/>
            <a:ext cx="1584958" cy="1873534"/>
          </a:xfrm>
          <a:custGeom>
            <a:avLst/>
            <a:gdLst>
              <a:gd name="connsiteX0" fmla="*/ 12590 w 1237998"/>
              <a:gd name="connsiteY0" fmla="*/ 0 h 1079431"/>
              <a:gd name="connsiteX1" fmla="*/ 1225408 w 1237998"/>
              <a:gd name="connsiteY1" fmla="*/ 0 h 1079431"/>
              <a:gd name="connsiteX2" fmla="*/ 1237998 w 1237998"/>
              <a:gd name="connsiteY2" fmla="*/ 8117 h 1079431"/>
              <a:gd name="connsiteX3" fmla="*/ 1237998 w 1237998"/>
              <a:gd name="connsiteY3" fmla="*/ 1071315 h 1079431"/>
              <a:gd name="connsiteX4" fmla="*/ 1225408 w 1237998"/>
              <a:gd name="connsiteY4" fmla="*/ 1079431 h 1079431"/>
              <a:gd name="connsiteX5" fmla="*/ 12590 w 1237998"/>
              <a:gd name="connsiteY5" fmla="*/ 1079431 h 1079431"/>
              <a:gd name="connsiteX6" fmla="*/ 0 w 1237998"/>
              <a:gd name="connsiteY6" fmla="*/ 1071315 h 1079431"/>
              <a:gd name="connsiteX7" fmla="*/ 0 w 1237998"/>
              <a:gd name="connsiteY7" fmla="*/ 8117 h 1079431"/>
              <a:gd name="connsiteX8" fmla="*/ 12590 w 1237998"/>
              <a:gd name="connsiteY8" fmla="*/ 0 h 1079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37998" h="1079431">
                <a:moveTo>
                  <a:pt x="12590" y="0"/>
                </a:moveTo>
                <a:lnTo>
                  <a:pt x="1225408" y="0"/>
                </a:lnTo>
                <a:cubicBezTo>
                  <a:pt x="1232362" y="0"/>
                  <a:pt x="1237998" y="3634"/>
                  <a:pt x="1237998" y="8117"/>
                </a:cubicBezTo>
                <a:lnTo>
                  <a:pt x="1237998" y="1071315"/>
                </a:lnTo>
                <a:cubicBezTo>
                  <a:pt x="1237998" y="1075797"/>
                  <a:pt x="1232362" y="1079431"/>
                  <a:pt x="1225408" y="1079431"/>
                </a:cubicBezTo>
                <a:lnTo>
                  <a:pt x="12590" y="1079431"/>
                </a:lnTo>
                <a:cubicBezTo>
                  <a:pt x="5636" y="1079431"/>
                  <a:pt x="0" y="1075797"/>
                  <a:pt x="0" y="1071315"/>
                </a:cubicBezTo>
                <a:lnTo>
                  <a:pt x="0" y="8117"/>
                </a:lnTo>
                <a:cubicBezTo>
                  <a:pt x="0" y="3634"/>
                  <a:pt x="5636" y="0"/>
                  <a:pt x="12590" y="0"/>
                </a:cubicBez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
        <p:nvSpPr>
          <p:cNvPr id="13" name="Picture Placeholder 12"/>
          <p:cNvSpPr>
            <a:spLocks noGrp="1"/>
          </p:cNvSpPr>
          <p:nvPr>
            <p:ph type="pic" sz="quarter" idx="44" hasCustomPrompt="1"/>
          </p:nvPr>
        </p:nvSpPr>
        <p:spPr>
          <a:xfrm>
            <a:off x="7164405" y="1460216"/>
            <a:ext cx="1584958" cy="1873534"/>
          </a:xfrm>
          <a:custGeom>
            <a:avLst/>
            <a:gdLst>
              <a:gd name="connsiteX0" fmla="*/ 12590 w 1237998"/>
              <a:gd name="connsiteY0" fmla="*/ 0 h 1079431"/>
              <a:gd name="connsiteX1" fmla="*/ 1225408 w 1237998"/>
              <a:gd name="connsiteY1" fmla="*/ 0 h 1079431"/>
              <a:gd name="connsiteX2" fmla="*/ 1237998 w 1237998"/>
              <a:gd name="connsiteY2" fmla="*/ 8117 h 1079431"/>
              <a:gd name="connsiteX3" fmla="*/ 1237998 w 1237998"/>
              <a:gd name="connsiteY3" fmla="*/ 1071315 h 1079431"/>
              <a:gd name="connsiteX4" fmla="*/ 1225408 w 1237998"/>
              <a:gd name="connsiteY4" fmla="*/ 1079431 h 1079431"/>
              <a:gd name="connsiteX5" fmla="*/ 12590 w 1237998"/>
              <a:gd name="connsiteY5" fmla="*/ 1079431 h 1079431"/>
              <a:gd name="connsiteX6" fmla="*/ 0 w 1237998"/>
              <a:gd name="connsiteY6" fmla="*/ 1071315 h 1079431"/>
              <a:gd name="connsiteX7" fmla="*/ 0 w 1237998"/>
              <a:gd name="connsiteY7" fmla="*/ 8117 h 1079431"/>
              <a:gd name="connsiteX8" fmla="*/ 12590 w 1237998"/>
              <a:gd name="connsiteY8" fmla="*/ 0 h 1079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37998" h="1079431">
                <a:moveTo>
                  <a:pt x="12590" y="0"/>
                </a:moveTo>
                <a:lnTo>
                  <a:pt x="1225408" y="0"/>
                </a:lnTo>
                <a:cubicBezTo>
                  <a:pt x="1232362" y="0"/>
                  <a:pt x="1237998" y="3634"/>
                  <a:pt x="1237998" y="8117"/>
                </a:cubicBezTo>
                <a:lnTo>
                  <a:pt x="1237998" y="1071315"/>
                </a:lnTo>
                <a:cubicBezTo>
                  <a:pt x="1237998" y="1075797"/>
                  <a:pt x="1232362" y="1079431"/>
                  <a:pt x="1225408" y="1079431"/>
                </a:cubicBezTo>
                <a:lnTo>
                  <a:pt x="12590" y="1079431"/>
                </a:lnTo>
                <a:cubicBezTo>
                  <a:pt x="5636" y="1079431"/>
                  <a:pt x="0" y="1075797"/>
                  <a:pt x="0" y="1071315"/>
                </a:cubicBezTo>
                <a:lnTo>
                  <a:pt x="0" y="8117"/>
                </a:lnTo>
                <a:cubicBezTo>
                  <a:pt x="0" y="3634"/>
                  <a:pt x="5636" y="0"/>
                  <a:pt x="12590" y="0"/>
                </a:cubicBez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Tree>
    <p:extLst>
      <p:ext uri="{BB962C8B-B14F-4D97-AF65-F5344CB8AC3E}">
        <p14:creationId xmlns:p14="http://schemas.microsoft.com/office/powerpoint/2010/main" val="4181726759"/>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M107">
    <p:spTree>
      <p:nvGrpSpPr>
        <p:cNvPr id="1" name=""/>
        <p:cNvGrpSpPr/>
        <p:nvPr/>
      </p:nvGrpSpPr>
      <p:grpSpPr>
        <a:xfrm>
          <a:off x="0" y="0"/>
          <a:ext cx="0" cy="0"/>
          <a:chOff x="0" y="0"/>
          <a:chExt cx="0" cy="0"/>
        </a:xfrm>
      </p:grpSpPr>
      <p:sp>
        <p:nvSpPr>
          <p:cNvPr id="29" name="Picture Placeholder 28"/>
          <p:cNvSpPr>
            <a:spLocks noGrp="1"/>
          </p:cNvSpPr>
          <p:nvPr>
            <p:ph type="pic" sz="quarter" idx="40" hasCustomPrompt="1"/>
          </p:nvPr>
        </p:nvSpPr>
        <p:spPr>
          <a:xfrm>
            <a:off x="381000" y="1460216"/>
            <a:ext cx="1237998" cy="1079431"/>
          </a:xfrm>
          <a:custGeom>
            <a:avLst/>
            <a:gdLst>
              <a:gd name="connsiteX0" fmla="*/ 12590 w 1237998"/>
              <a:gd name="connsiteY0" fmla="*/ 0 h 1079431"/>
              <a:gd name="connsiteX1" fmla="*/ 1225408 w 1237998"/>
              <a:gd name="connsiteY1" fmla="*/ 0 h 1079431"/>
              <a:gd name="connsiteX2" fmla="*/ 1237998 w 1237998"/>
              <a:gd name="connsiteY2" fmla="*/ 8117 h 1079431"/>
              <a:gd name="connsiteX3" fmla="*/ 1237998 w 1237998"/>
              <a:gd name="connsiteY3" fmla="*/ 1071315 h 1079431"/>
              <a:gd name="connsiteX4" fmla="*/ 1225408 w 1237998"/>
              <a:gd name="connsiteY4" fmla="*/ 1079431 h 1079431"/>
              <a:gd name="connsiteX5" fmla="*/ 12590 w 1237998"/>
              <a:gd name="connsiteY5" fmla="*/ 1079431 h 1079431"/>
              <a:gd name="connsiteX6" fmla="*/ 0 w 1237998"/>
              <a:gd name="connsiteY6" fmla="*/ 1071315 h 1079431"/>
              <a:gd name="connsiteX7" fmla="*/ 0 w 1237998"/>
              <a:gd name="connsiteY7" fmla="*/ 8117 h 1079431"/>
              <a:gd name="connsiteX8" fmla="*/ 12590 w 1237998"/>
              <a:gd name="connsiteY8" fmla="*/ 0 h 1079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37998" h="1079431">
                <a:moveTo>
                  <a:pt x="12590" y="0"/>
                </a:moveTo>
                <a:lnTo>
                  <a:pt x="1225408" y="0"/>
                </a:lnTo>
                <a:cubicBezTo>
                  <a:pt x="1232362" y="0"/>
                  <a:pt x="1237998" y="3634"/>
                  <a:pt x="1237998" y="8117"/>
                </a:cubicBezTo>
                <a:lnTo>
                  <a:pt x="1237998" y="1071315"/>
                </a:lnTo>
                <a:cubicBezTo>
                  <a:pt x="1237998" y="1075797"/>
                  <a:pt x="1232362" y="1079431"/>
                  <a:pt x="1225408" y="1079431"/>
                </a:cubicBezTo>
                <a:lnTo>
                  <a:pt x="12590" y="1079431"/>
                </a:lnTo>
                <a:cubicBezTo>
                  <a:pt x="5636" y="1079431"/>
                  <a:pt x="0" y="1075797"/>
                  <a:pt x="0" y="1071315"/>
                </a:cubicBezTo>
                <a:lnTo>
                  <a:pt x="0" y="8117"/>
                </a:lnTo>
                <a:cubicBezTo>
                  <a:pt x="0" y="3634"/>
                  <a:pt x="5636" y="0"/>
                  <a:pt x="12590" y="0"/>
                </a:cubicBez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
        <p:nvSpPr>
          <p:cNvPr id="28" name="Picture Placeholder 27"/>
          <p:cNvSpPr>
            <a:spLocks noGrp="1"/>
          </p:cNvSpPr>
          <p:nvPr>
            <p:ph type="pic" sz="quarter" idx="41" hasCustomPrompt="1"/>
          </p:nvPr>
        </p:nvSpPr>
        <p:spPr>
          <a:xfrm>
            <a:off x="381000" y="2581166"/>
            <a:ext cx="1237998" cy="1079431"/>
          </a:xfrm>
          <a:custGeom>
            <a:avLst/>
            <a:gdLst>
              <a:gd name="connsiteX0" fmla="*/ 12590 w 1237998"/>
              <a:gd name="connsiteY0" fmla="*/ 0 h 1079431"/>
              <a:gd name="connsiteX1" fmla="*/ 1225408 w 1237998"/>
              <a:gd name="connsiteY1" fmla="*/ 0 h 1079431"/>
              <a:gd name="connsiteX2" fmla="*/ 1237998 w 1237998"/>
              <a:gd name="connsiteY2" fmla="*/ 8116 h 1079431"/>
              <a:gd name="connsiteX3" fmla="*/ 1237998 w 1237998"/>
              <a:gd name="connsiteY3" fmla="*/ 1071315 h 1079431"/>
              <a:gd name="connsiteX4" fmla="*/ 1225408 w 1237998"/>
              <a:gd name="connsiteY4" fmla="*/ 1079431 h 1079431"/>
              <a:gd name="connsiteX5" fmla="*/ 12590 w 1237998"/>
              <a:gd name="connsiteY5" fmla="*/ 1079431 h 1079431"/>
              <a:gd name="connsiteX6" fmla="*/ 0 w 1237998"/>
              <a:gd name="connsiteY6" fmla="*/ 1071315 h 1079431"/>
              <a:gd name="connsiteX7" fmla="*/ 0 w 1237998"/>
              <a:gd name="connsiteY7" fmla="*/ 8116 h 1079431"/>
              <a:gd name="connsiteX8" fmla="*/ 12590 w 1237998"/>
              <a:gd name="connsiteY8" fmla="*/ 0 h 1079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37998" h="1079431">
                <a:moveTo>
                  <a:pt x="12590" y="0"/>
                </a:moveTo>
                <a:lnTo>
                  <a:pt x="1225408" y="0"/>
                </a:lnTo>
                <a:cubicBezTo>
                  <a:pt x="1232362" y="0"/>
                  <a:pt x="1237998" y="3634"/>
                  <a:pt x="1237998" y="8116"/>
                </a:cubicBezTo>
                <a:lnTo>
                  <a:pt x="1237998" y="1071315"/>
                </a:lnTo>
                <a:cubicBezTo>
                  <a:pt x="1237998" y="1075797"/>
                  <a:pt x="1232362" y="1079431"/>
                  <a:pt x="1225408" y="1079431"/>
                </a:cubicBezTo>
                <a:lnTo>
                  <a:pt x="12590" y="1079431"/>
                </a:lnTo>
                <a:cubicBezTo>
                  <a:pt x="5636" y="1079431"/>
                  <a:pt x="0" y="1075797"/>
                  <a:pt x="0" y="1071315"/>
                </a:cubicBezTo>
                <a:lnTo>
                  <a:pt x="0" y="8116"/>
                </a:lnTo>
                <a:cubicBezTo>
                  <a:pt x="0" y="3634"/>
                  <a:pt x="5636" y="0"/>
                  <a:pt x="12590" y="0"/>
                </a:cubicBez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
        <p:nvSpPr>
          <p:cNvPr id="27" name="Picture Placeholder 26"/>
          <p:cNvSpPr>
            <a:spLocks noGrp="1"/>
          </p:cNvSpPr>
          <p:nvPr>
            <p:ph type="pic" sz="quarter" idx="42" hasCustomPrompt="1"/>
          </p:nvPr>
        </p:nvSpPr>
        <p:spPr>
          <a:xfrm>
            <a:off x="381000" y="3702117"/>
            <a:ext cx="1237998" cy="1079431"/>
          </a:xfrm>
          <a:custGeom>
            <a:avLst/>
            <a:gdLst>
              <a:gd name="connsiteX0" fmla="*/ 12590 w 1237998"/>
              <a:gd name="connsiteY0" fmla="*/ 0 h 1079431"/>
              <a:gd name="connsiteX1" fmla="*/ 1225408 w 1237998"/>
              <a:gd name="connsiteY1" fmla="*/ 0 h 1079431"/>
              <a:gd name="connsiteX2" fmla="*/ 1237998 w 1237998"/>
              <a:gd name="connsiteY2" fmla="*/ 8116 h 1079431"/>
              <a:gd name="connsiteX3" fmla="*/ 1237998 w 1237998"/>
              <a:gd name="connsiteY3" fmla="*/ 1071315 h 1079431"/>
              <a:gd name="connsiteX4" fmla="*/ 1225408 w 1237998"/>
              <a:gd name="connsiteY4" fmla="*/ 1079431 h 1079431"/>
              <a:gd name="connsiteX5" fmla="*/ 12590 w 1237998"/>
              <a:gd name="connsiteY5" fmla="*/ 1079431 h 1079431"/>
              <a:gd name="connsiteX6" fmla="*/ 0 w 1237998"/>
              <a:gd name="connsiteY6" fmla="*/ 1071315 h 1079431"/>
              <a:gd name="connsiteX7" fmla="*/ 0 w 1237998"/>
              <a:gd name="connsiteY7" fmla="*/ 8116 h 1079431"/>
              <a:gd name="connsiteX8" fmla="*/ 12590 w 1237998"/>
              <a:gd name="connsiteY8" fmla="*/ 0 h 1079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37998" h="1079431">
                <a:moveTo>
                  <a:pt x="12590" y="0"/>
                </a:moveTo>
                <a:lnTo>
                  <a:pt x="1225408" y="0"/>
                </a:lnTo>
                <a:cubicBezTo>
                  <a:pt x="1232362" y="0"/>
                  <a:pt x="1237998" y="3634"/>
                  <a:pt x="1237998" y="8116"/>
                </a:cubicBezTo>
                <a:lnTo>
                  <a:pt x="1237998" y="1071315"/>
                </a:lnTo>
                <a:cubicBezTo>
                  <a:pt x="1237998" y="1075797"/>
                  <a:pt x="1232362" y="1079431"/>
                  <a:pt x="1225408" y="1079431"/>
                </a:cubicBezTo>
                <a:lnTo>
                  <a:pt x="12590" y="1079431"/>
                </a:lnTo>
                <a:cubicBezTo>
                  <a:pt x="5636" y="1079431"/>
                  <a:pt x="0" y="1075797"/>
                  <a:pt x="0" y="1071315"/>
                </a:cubicBezTo>
                <a:lnTo>
                  <a:pt x="0" y="8116"/>
                </a:lnTo>
                <a:cubicBezTo>
                  <a:pt x="0" y="3634"/>
                  <a:pt x="5636" y="0"/>
                  <a:pt x="12590" y="0"/>
                </a:cubicBez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
        <p:nvSpPr>
          <p:cNvPr id="34" name="Picture Placeholder 33"/>
          <p:cNvSpPr>
            <a:spLocks noGrp="1"/>
          </p:cNvSpPr>
          <p:nvPr>
            <p:ph type="pic" sz="quarter" idx="44" hasCustomPrompt="1"/>
          </p:nvPr>
        </p:nvSpPr>
        <p:spPr>
          <a:xfrm>
            <a:off x="4565181" y="1460216"/>
            <a:ext cx="1237998" cy="1079431"/>
          </a:xfrm>
          <a:custGeom>
            <a:avLst/>
            <a:gdLst>
              <a:gd name="connsiteX0" fmla="*/ 12590 w 1237998"/>
              <a:gd name="connsiteY0" fmla="*/ 0 h 1079431"/>
              <a:gd name="connsiteX1" fmla="*/ 1225408 w 1237998"/>
              <a:gd name="connsiteY1" fmla="*/ 0 h 1079431"/>
              <a:gd name="connsiteX2" fmla="*/ 1237998 w 1237998"/>
              <a:gd name="connsiteY2" fmla="*/ 8117 h 1079431"/>
              <a:gd name="connsiteX3" fmla="*/ 1237998 w 1237998"/>
              <a:gd name="connsiteY3" fmla="*/ 1071315 h 1079431"/>
              <a:gd name="connsiteX4" fmla="*/ 1225408 w 1237998"/>
              <a:gd name="connsiteY4" fmla="*/ 1079431 h 1079431"/>
              <a:gd name="connsiteX5" fmla="*/ 12590 w 1237998"/>
              <a:gd name="connsiteY5" fmla="*/ 1079431 h 1079431"/>
              <a:gd name="connsiteX6" fmla="*/ 0 w 1237998"/>
              <a:gd name="connsiteY6" fmla="*/ 1071315 h 1079431"/>
              <a:gd name="connsiteX7" fmla="*/ 0 w 1237998"/>
              <a:gd name="connsiteY7" fmla="*/ 8117 h 1079431"/>
              <a:gd name="connsiteX8" fmla="*/ 12590 w 1237998"/>
              <a:gd name="connsiteY8" fmla="*/ 0 h 1079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37998" h="1079431">
                <a:moveTo>
                  <a:pt x="12590" y="0"/>
                </a:moveTo>
                <a:lnTo>
                  <a:pt x="1225408" y="0"/>
                </a:lnTo>
                <a:cubicBezTo>
                  <a:pt x="1232362" y="0"/>
                  <a:pt x="1237998" y="3634"/>
                  <a:pt x="1237998" y="8117"/>
                </a:cubicBezTo>
                <a:lnTo>
                  <a:pt x="1237998" y="1071315"/>
                </a:lnTo>
                <a:cubicBezTo>
                  <a:pt x="1237998" y="1075797"/>
                  <a:pt x="1232362" y="1079431"/>
                  <a:pt x="1225408" y="1079431"/>
                </a:cubicBezTo>
                <a:lnTo>
                  <a:pt x="12590" y="1079431"/>
                </a:lnTo>
                <a:cubicBezTo>
                  <a:pt x="5636" y="1079431"/>
                  <a:pt x="0" y="1075797"/>
                  <a:pt x="0" y="1071315"/>
                </a:cubicBezTo>
                <a:lnTo>
                  <a:pt x="0" y="8117"/>
                </a:lnTo>
                <a:cubicBezTo>
                  <a:pt x="0" y="3634"/>
                  <a:pt x="5636" y="0"/>
                  <a:pt x="12590" y="0"/>
                </a:cubicBez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
        <p:nvSpPr>
          <p:cNvPr id="35" name="Picture Placeholder 34"/>
          <p:cNvSpPr>
            <a:spLocks noGrp="1"/>
          </p:cNvSpPr>
          <p:nvPr>
            <p:ph type="pic" sz="quarter" idx="45" hasCustomPrompt="1"/>
          </p:nvPr>
        </p:nvSpPr>
        <p:spPr>
          <a:xfrm>
            <a:off x="4565181" y="2581166"/>
            <a:ext cx="1237998" cy="1079431"/>
          </a:xfrm>
          <a:custGeom>
            <a:avLst/>
            <a:gdLst>
              <a:gd name="connsiteX0" fmla="*/ 12590 w 1237998"/>
              <a:gd name="connsiteY0" fmla="*/ 0 h 1079431"/>
              <a:gd name="connsiteX1" fmla="*/ 1225408 w 1237998"/>
              <a:gd name="connsiteY1" fmla="*/ 0 h 1079431"/>
              <a:gd name="connsiteX2" fmla="*/ 1237998 w 1237998"/>
              <a:gd name="connsiteY2" fmla="*/ 8116 h 1079431"/>
              <a:gd name="connsiteX3" fmla="*/ 1237998 w 1237998"/>
              <a:gd name="connsiteY3" fmla="*/ 1071315 h 1079431"/>
              <a:gd name="connsiteX4" fmla="*/ 1225408 w 1237998"/>
              <a:gd name="connsiteY4" fmla="*/ 1079431 h 1079431"/>
              <a:gd name="connsiteX5" fmla="*/ 12590 w 1237998"/>
              <a:gd name="connsiteY5" fmla="*/ 1079431 h 1079431"/>
              <a:gd name="connsiteX6" fmla="*/ 0 w 1237998"/>
              <a:gd name="connsiteY6" fmla="*/ 1071315 h 1079431"/>
              <a:gd name="connsiteX7" fmla="*/ 0 w 1237998"/>
              <a:gd name="connsiteY7" fmla="*/ 8116 h 1079431"/>
              <a:gd name="connsiteX8" fmla="*/ 12590 w 1237998"/>
              <a:gd name="connsiteY8" fmla="*/ 0 h 1079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37998" h="1079431">
                <a:moveTo>
                  <a:pt x="12590" y="0"/>
                </a:moveTo>
                <a:lnTo>
                  <a:pt x="1225408" y="0"/>
                </a:lnTo>
                <a:cubicBezTo>
                  <a:pt x="1232362" y="0"/>
                  <a:pt x="1237998" y="3634"/>
                  <a:pt x="1237998" y="8116"/>
                </a:cubicBezTo>
                <a:lnTo>
                  <a:pt x="1237998" y="1071315"/>
                </a:lnTo>
                <a:cubicBezTo>
                  <a:pt x="1237998" y="1075797"/>
                  <a:pt x="1232362" y="1079431"/>
                  <a:pt x="1225408" y="1079431"/>
                </a:cubicBezTo>
                <a:lnTo>
                  <a:pt x="12590" y="1079431"/>
                </a:lnTo>
                <a:cubicBezTo>
                  <a:pt x="5636" y="1079431"/>
                  <a:pt x="0" y="1075797"/>
                  <a:pt x="0" y="1071315"/>
                </a:cubicBezTo>
                <a:lnTo>
                  <a:pt x="0" y="8116"/>
                </a:lnTo>
                <a:cubicBezTo>
                  <a:pt x="0" y="3634"/>
                  <a:pt x="5636" y="0"/>
                  <a:pt x="12590" y="0"/>
                </a:cubicBez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
        <p:nvSpPr>
          <p:cNvPr id="36" name="Picture Placeholder 35"/>
          <p:cNvSpPr>
            <a:spLocks noGrp="1"/>
          </p:cNvSpPr>
          <p:nvPr>
            <p:ph type="pic" sz="quarter" idx="46" hasCustomPrompt="1"/>
          </p:nvPr>
        </p:nvSpPr>
        <p:spPr>
          <a:xfrm>
            <a:off x="4565181" y="3702117"/>
            <a:ext cx="1237998" cy="1079431"/>
          </a:xfrm>
          <a:custGeom>
            <a:avLst/>
            <a:gdLst>
              <a:gd name="connsiteX0" fmla="*/ 12590 w 1237998"/>
              <a:gd name="connsiteY0" fmla="*/ 0 h 1079431"/>
              <a:gd name="connsiteX1" fmla="*/ 1225408 w 1237998"/>
              <a:gd name="connsiteY1" fmla="*/ 0 h 1079431"/>
              <a:gd name="connsiteX2" fmla="*/ 1237998 w 1237998"/>
              <a:gd name="connsiteY2" fmla="*/ 8116 h 1079431"/>
              <a:gd name="connsiteX3" fmla="*/ 1237998 w 1237998"/>
              <a:gd name="connsiteY3" fmla="*/ 1071315 h 1079431"/>
              <a:gd name="connsiteX4" fmla="*/ 1225408 w 1237998"/>
              <a:gd name="connsiteY4" fmla="*/ 1079431 h 1079431"/>
              <a:gd name="connsiteX5" fmla="*/ 12590 w 1237998"/>
              <a:gd name="connsiteY5" fmla="*/ 1079431 h 1079431"/>
              <a:gd name="connsiteX6" fmla="*/ 0 w 1237998"/>
              <a:gd name="connsiteY6" fmla="*/ 1071315 h 1079431"/>
              <a:gd name="connsiteX7" fmla="*/ 0 w 1237998"/>
              <a:gd name="connsiteY7" fmla="*/ 8116 h 1079431"/>
              <a:gd name="connsiteX8" fmla="*/ 12590 w 1237998"/>
              <a:gd name="connsiteY8" fmla="*/ 0 h 1079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37998" h="1079431">
                <a:moveTo>
                  <a:pt x="12590" y="0"/>
                </a:moveTo>
                <a:lnTo>
                  <a:pt x="1225408" y="0"/>
                </a:lnTo>
                <a:cubicBezTo>
                  <a:pt x="1232362" y="0"/>
                  <a:pt x="1237998" y="3634"/>
                  <a:pt x="1237998" y="8116"/>
                </a:cubicBezTo>
                <a:lnTo>
                  <a:pt x="1237998" y="1071315"/>
                </a:lnTo>
                <a:cubicBezTo>
                  <a:pt x="1237998" y="1075797"/>
                  <a:pt x="1232362" y="1079431"/>
                  <a:pt x="1225408" y="1079431"/>
                </a:cubicBezTo>
                <a:lnTo>
                  <a:pt x="12590" y="1079431"/>
                </a:lnTo>
                <a:cubicBezTo>
                  <a:pt x="5636" y="1079431"/>
                  <a:pt x="0" y="1075797"/>
                  <a:pt x="0" y="1071315"/>
                </a:cubicBezTo>
                <a:lnTo>
                  <a:pt x="0" y="8116"/>
                </a:lnTo>
                <a:cubicBezTo>
                  <a:pt x="0" y="3634"/>
                  <a:pt x="5636" y="0"/>
                  <a:pt x="12590" y="0"/>
                </a:cubicBez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
        <p:nvSpPr>
          <p:cNvPr id="10" name="Text Placeholder 3"/>
          <p:cNvSpPr>
            <a:spLocks noGrp="1"/>
          </p:cNvSpPr>
          <p:nvPr>
            <p:ph type="body" sz="half" idx="2" hasCustomPrompt="1"/>
          </p:nvPr>
        </p:nvSpPr>
        <p:spPr>
          <a:xfrm>
            <a:off x="381000" y="883820"/>
            <a:ext cx="8368363" cy="173255"/>
          </a:xfrm>
          <a:prstGeom prst="rect">
            <a:avLst/>
          </a:prstGeom>
        </p:spPr>
        <p:txBody>
          <a:bodyPr wrap="none" lIns="0" tIns="0" rIns="0" bIns="0" anchor="ctr">
            <a:noAutofit/>
          </a:bodyPr>
          <a:lstStyle>
            <a:lvl1pPr marL="0" indent="0" algn="ctr">
              <a:buNone/>
              <a:defRPr sz="1200" b="0" baseline="0">
                <a:solidFill>
                  <a:schemeClr val="bg1">
                    <a:lumMod val="65000"/>
                  </a:schemeClr>
                </a:solidFill>
                <a:latin typeface="+mn-lt"/>
                <a:ea typeface="Roboto" panose="02000000000000000000" pitchFamily="2" charset="0"/>
              </a:defRPr>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dirty="0"/>
              <a:t>CLICK TO EDITE SUBTITLE</a:t>
            </a:r>
          </a:p>
        </p:txBody>
      </p:sp>
      <p:sp>
        <p:nvSpPr>
          <p:cNvPr id="11" name="Title 2"/>
          <p:cNvSpPr>
            <a:spLocks noGrp="1"/>
          </p:cNvSpPr>
          <p:nvPr>
            <p:ph type="title"/>
          </p:nvPr>
        </p:nvSpPr>
        <p:spPr>
          <a:xfrm>
            <a:off x="381000" y="341313"/>
            <a:ext cx="8368363" cy="495383"/>
          </a:xfrm>
          <a:prstGeom prst="rect">
            <a:avLst/>
          </a:prstGeom>
        </p:spPr>
        <p:txBody>
          <a:bodyPr lIns="0" tIns="0" rIns="0" bIns="0" anchor="ctr"/>
          <a:lstStyle>
            <a:lvl1pPr algn="ctr">
              <a:defRPr sz="3600">
                <a:solidFill>
                  <a:schemeClr val="tx1">
                    <a:lumMod val="50000"/>
                    <a:lumOff val="50000"/>
                  </a:schemeClr>
                </a:solidFill>
              </a:defRPr>
            </a:lvl1pPr>
          </a:lstStyle>
          <a:p>
            <a:r>
              <a:rPr lang="en-US" dirty="0"/>
              <a:t>Click to edit Master title style</a:t>
            </a:r>
          </a:p>
        </p:txBody>
      </p:sp>
    </p:spTree>
    <p:extLst>
      <p:ext uri="{BB962C8B-B14F-4D97-AF65-F5344CB8AC3E}">
        <p14:creationId xmlns:p14="http://schemas.microsoft.com/office/powerpoint/2010/main" val="4199944792"/>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M108">
    <p:spTree>
      <p:nvGrpSpPr>
        <p:cNvPr id="1" name=""/>
        <p:cNvGrpSpPr/>
        <p:nvPr/>
      </p:nvGrpSpPr>
      <p:grpSpPr>
        <a:xfrm>
          <a:off x="0" y="0"/>
          <a:ext cx="0" cy="0"/>
          <a:chOff x="0" y="0"/>
          <a:chExt cx="0" cy="0"/>
        </a:xfrm>
      </p:grpSpPr>
      <p:sp>
        <p:nvSpPr>
          <p:cNvPr id="30" name="Picture Placeholder 29"/>
          <p:cNvSpPr>
            <a:spLocks noGrp="1"/>
          </p:cNvSpPr>
          <p:nvPr userDrawn="1">
            <p:ph type="pic" sz="quarter" idx="39" hasCustomPrompt="1"/>
          </p:nvPr>
        </p:nvSpPr>
        <p:spPr>
          <a:xfrm>
            <a:off x="381000" y="339266"/>
            <a:ext cx="1237998" cy="1079431"/>
          </a:xfrm>
          <a:custGeom>
            <a:avLst/>
            <a:gdLst>
              <a:gd name="connsiteX0" fmla="*/ 12590 w 1237998"/>
              <a:gd name="connsiteY0" fmla="*/ 0 h 1079431"/>
              <a:gd name="connsiteX1" fmla="*/ 1225408 w 1237998"/>
              <a:gd name="connsiteY1" fmla="*/ 0 h 1079431"/>
              <a:gd name="connsiteX2" fmla="*/ 1237998 w 1237998"/>
              <a:gd name="connsiteY2" fmla="*/ 8117 h 1079431"/>
              <a:gd name="connsiteX3" fmla="*/ 1237998 w 1237998"/>
              <a:gd name="connsiteY3" fmla="*/ 1071315 h 1079431"/>
              <a:gd name="connsiteX4" fmla="*/ 1225408 w 1237998"/>
              <a:gd name="connsiteY4" fmla="*/ 1079431 h 1079431"/>
              <a:gd name="connsiteX5" fmla="*/ 12590 w 1237998"/>
              <a:gd name="connsiteY5" fmla="*/ 1079431 h 1079431"/>
              <a:gd name="connsiteX6" fmla="*/ 0 w 1237998"/>
              <a:gd name="connsiteY6" fmla="*/ 1071315 h 1079431"/>
              <a:gd name="connsiteX7" fmla="*/ 0 w 1237998"/>
              <a:gd name="connsiteY7" fmla="*/ 8117 h 1079431"/>
              <a:gd name="connsiteX8" fmla="*/ 12590 w 1237998"/>
              <a:gd name="connsiteY8" fmla="*/ 0 h 1079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37998" h="1079431">
                <a:moveTo>
                  <a:pt x="12590" y="0"/>
                </a:moveTo>
                <a:lnTo>
                  <a:pt x="1225408" y="0"/>
                </a:lnTo>
                <a:cubicBezTo>
                  <a:pt x="1232362" y="0"/>
                  <a:pt x="1237998" y="3634"/>
                  <a:pt x="1237998" y="8117"/>
                </a:cubicBezTo>
                <a:lnTo>
                  <a:pt x="1237998" y="1071315"/>
                </a:lnTo>
                <a:cubicBezTo>
                  <a:pt x="1237998" y="1075797"/>
                  <a:pt x="1232362" y="1079431"/>
                  <a:pt x="1225408" y="1079431"/>
                </a:cubicBezTo>
                <a:lnTo>
                  <a:pt x="12590" y="1079431"/>
                </a:lnTo>
                <a:cubicBezTo>
                  <a:pt x="5636" y="1079431"/>
                  <a:pt x="0" y="1075797"/>
                  <a:pt x="0" y="1071315"/>
                </a:cubicBezTo>
                <a:lnTo>
                  <a:pt x="0" y="8117"/>
                </a:lnTo>
                <a:cubicBezTo>
                  <a:pt x="0" y="3634"/>
                  <a:pt x="5636" y="0"/>
                  <a:pt x="12590" y="0"/>
                </a:cubicBez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
        <p:nvSpPr>
          <p:cNvPr id="29" name="Picture Placeholder 28"/>
          <p:cNvSpPr>
            <a:spLocks noGrp="1"/>
          </p:cNvSpPr>
          <p:nvPr>
            <p:ph type="pic" sz="quarter" idx="40" hasCustomPrompt="1"/>
          </p:nvPr>
        </p:nvSpPr>
        <p:spPr>
          <a:xfrm>
            <a:off x="381000" y="1460216"/>
            <a:ext cx="1237998" cy="1079431"/>
          </a:xfrm>
          <a:custGeom>
            <a:avLst/>
            <a:gdLst>
              <a:gd name="connsiteX0" fmla="*/ 12590 w 1237998"/>
              <a:gd name="connsiteY0" fmla="*/ 0 h 1079431"/>
              <a:gd name="connsiteX1" fmla="*/ 1225408 w 1237998"/>
              <a:gd name="connsiteY1" fmla="*/ 0 h 1079431"/>
              <a:gd name="connsiteX2" fmla="*/ 1237998 w 1237998"/>
              <a:gd name="connsiteY2" fmla="*/ 8117 h 1079431"/>
              <a:gd name="connsiteX3" fmla="*/ 1237998 w 1237998"/>
              <a:gd name="connsiteY3" fmla="*/ 1071315 h 1079431"/>
              <a:gd name="connsiteX4" fmla="*/ 1225408 w 1237998"/>
              <a:gd name="connsiteY4" fmla="*/ 1079431 h 1079431"/>
              <a:gd name="connsiteX5" fmla="*/ 12590 w 1237998"/>
              <a:gd name="connsiteY5" fmla="*/ 1079431 h 1079431"/>
              <a:gd name="connsiteX6" fmla="*/ 0 w 1237998"/>
              <a:gd name="connsiteY6" fmla="*/ 1071315 h 1079431"/>
              <a:gd name="connsiteX7" fmla="*/ 0 w 1237998"/>
              <a:gd name="connsiteY7" fmla="*/ 8117 h 1079431"/>
              <a:gd name="connsiteX8" fmla="*/ 12590 w 1237998"/>
              <a:gd name="connsiteY8" fmla="*/ 0 h 1079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37998" h="1079431">
                <a:moveTo>
                  <a:pt x="12590" y="0"/>
                </a:moveTo>
                <a:lnTo>
                  <a:pt x="1225408" y="0"/>
                </a:lnTo>
                <a:cubicBezTo>
                  <a:pt x="1232362" y="0"/>
                  <a:pt x="1237998" y="3634"/>
                  <a:pt x="1237998" y="8117"/>
                </a:cubicBezTo>
                <a:lnTo>
                  <a:pt x="1237998" y="1071315"/>
                </a:lnTo>
                <a:cubicBezTo>
                  <a:pt x="1237998" y="1075797"/>
                  <a:pt x="1232362" y="1079431"/>
                  <a:pt x="1225408" y="1079431"/>
                </a:cubicBezTo>
                <a:lnTo>
                  <a:pt x="12590" y="1079431"/>
                </a:lnTo>
                <a:cubicBezTo>
                  <a:pt x="5636" y="1079431"/>
                  <a:pt x="0" y="1075797"/>
                  <a:pt x="0" y="1071315"/>
                </a:cubicBezTo>
                <a:lnTo>
                  <a:pt x="0" y="8117"/>
                </a:lnTo>
                <a:cubicBezTo>
                  <a:pt x="0" y="3634"/>
                  <a:pt x="5636" y="0"/>
                  <a:pt x="12590" y="0"/>
                </a:cubicBez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
        <p:nvSpPr>
          <p:cNvPr id="28" name="Picture Placeholder 27"/>
          <p:cNvSpPr>
            <a:spLocks noGrp="1"/>
          </p:cNvSpPr>
          <p:nvPr>
            <p:ph type="pic" sz="quarter" idx="41" hasCustomPrompt="1"/>
          </p:nvPr>
        </p:nvSpPr>
        <p:spPr>
          <a:xfrm>
            <a:off x="381000" y="2581166"/>
            <a:ext cx="1237998" cy="1079431"/>
          </a:xfrm>
          <a:custGeom>
            <a:avLst/>
            <a:gdLst>
              <a:gd name="connsiteX0" fmla="*/ 12590 w 1237998"/>
              <a:gd name="connsiteY0" fmla="*/ 0 h 1079431"/>
              <a:gd name="connsiteX1" fmla="*/ 1225408 w 1237998"/>
              <a:gd name="connsiteY1" fmla="*/ 0 h 1079431"/>
              <a:gd name="connsiteX2" fmla="*/ 1237998 w 1237998"/>
              <a:gd name="connsiteY2" fmla="*/ 8116 h 1079431"/>
              <a:gd name="connsiteX3" fmla="*/ 1237998 w 1237998"/>
              <a:gd name="connsiteY3" fmla="*/ 1071315 h 1079431"/>
              <a:gd name="connsiteX4" fmla="*/ 1225408 w 1237998"/>
              <a:gd name="connsiteY4" fmla="*/ 1079431 h 1079431"/>
              <a:gd name="connsiteX5" fmla="*/ 12590 w 1237998"/>
              <a:gd name="connsiteY5" fmla="*/ 1079431 h 1079431"/>
              <a:gd name="connsiteX6" fmla="*/ 0 w 1237998"/>
              <a:gd name="connsiteY6" fmla="*/ 1071315 h 1079431"/>
              <a:gd name="connsiteX7" fmla="*/ 0 w 1237998"/>
              <a:gd name="connsiteY7" fmla="*/ 8116 h 1079431"/>
              <a:gd name="connsiteX8" fmla="*/ 12590 w 1237998"/>
              <a:gd name="connsiteY8" fmla="*/ 0 h 1079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37998" h="1079431">
                <a:moveTo>
                  <a:pt x="12590" y="0"/>
                </a:moveTo>
                <a:lnTo>
                  <a:pt x="1225408" y="0"/>
                </a:lnTo>
                <a:cubicBezTo>
                  <a:pt x="1232362" y="0"/>
                  <a:pt x="1237998" y="3634"/>
                  <a:pt x="1237998" y="8116"/>
                </a:cubicBezTo>
                <a:lnTo>
                  <a:pt x="1237998" y="1071315"/>
                </a:lnTo>
                <a:cubicBezTo>
                  <a:pt x="1237998" y="1075797"/>
                  <a:pt x="1232362" y="1079431"/>
                  <a:pt x="1225408" y="1079431"/>
                </a:cubicBezTo>
                <a:lnTo>
                  <a:pt x="12590" y="1079431"/>
                </a:lnTo>
                <a:cubicBezTo>
                  <a:pt x="5636" y="1079431"/>
                  <a:pt x="0" y="1075797"/>
                  <a:pt x="0" y="1071315"/>
                </a:cubicBezTo>
                <a:lnTo>
                  <a:pt x="0" y="8116"/>
                </a:lnTo>
                <a:cubicBezTo>
                  <a:pt x="0" y="3634"/>
                  <a:pt x="5636" y="0"/>
                  <a:pt x="12590" y="0"/>
                </a:cubicBez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
        <p:nvSpPr>
          <p:cNvPr id="27" name="Picture Placeholder 26"/>
          <p:cNvSpPr>
            <a:spLocks noGrp="1"/>
          </p:cNvSpPr>
          <p:nvPr>
            <p:ph type="pic" sz="quarter" idx="42" hasCustomPrompt="1"/>
          </p:nvPr>
        </p:nvSpPr>
        <p:spPr>
          <a:xfrm>
            <a:off x="381000" y="3702117"/>
            <a:ext cx="1237998" cy="1079431"/>
          </a:xfrm>
          <a:custGeom>
            <a:avLst/>
            <a:gdLst>
              <a:gd name="connsiteX0" fmla="*/ 12590 w 1237998"/>
              <a:gd name="connsiteY0" fmla="*/ 0 h 1079431"/>
              <a:gd name="connsiteX1" fmla="*/ 1225408 w 1237998"/>
              <a:gd name="connsiteY1" fmla="*/ 0 h 1079431"/>
              <a:gd name="connsiteX2" fmla="*/ 1237998 w 1237998"/>
              <a:gd name="connsiteY2" fmla="*/ 8116 h 1079431"/>
              <a:gd name="connsiteX3" fmla="*/ 1237998 w 1237998"/>
              <a:gd name="connsiteY3" fmla="*/ 1071315 h 1079431"/>
              <a:gd name="connsiteX4" fmla="*/ 1225408 w 1237998"/>
              <a:gd name="connsiteY4" fmla="*/ 1079431 h 1079431"/>
              <a:gd name="connsiteX5" fmla="*/ 12590 w 1237998"/>
              <a:gd name="connsiteY5" fmla="*/ 1079431 h 1079431"/>
              <a:gd name="connsiteX6" fmla="*/ 0 w 1237998"/>
              <a:gd name="connsiteY6" fmla="*/ 1071315 h 1079431"/>
              <a:gd name="connsiteX7" fmla="*/ 0 w 1237998"/>
              <a:gd name="connsiteY7" fmla="*/ 8116 h 1079431"/>
              <a:gd name="connsiteX8" fmla="*/ 12590 w 1237998"/>
              <a:gd name="connsiteY8" fmla="*/ 0 h 1079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37998" h="1079431">
                <a:moveTo>
                  <a:pt x="12590" y="0"/>
                </a:moveTo>
                <a:lnTo>
                  <a:pt x="1225408" y="0"/>
                </a:lnTo>
                <a:cubicBezTo>
                  <a:pt x="1232362" y="0"/>
                  <a:pt x="1237998" y="3634"/>
                  <a:pt x="1237998" y="8116"/>
                </a:cubicBezTo>
                <a:lnTo>
                  <a:pt x="1237998" y="1071315"/>
                </a:lnTo>
                <a:cubicBezTo>
                  <a:pt x="1237998" y="1075797"/>
                  <a:pt x="1232362" y="1079431"/>
                  <a:pt x="1225408" y="1079431"/>
                </a:cubicBezTo>
                <a:lnTo>
                  <a:pt x="12590" y="1079431"/>
                </a:lnTo>
                <a:cubicBezTo>
                  <a:pt x="5636" y="1079431"/>
                  <a:pt x="0" y="1075797"/>
                  <a:pt x="0" y="1071315"/>
                </a:cubicBezTo>
                <a:lnTo>
                  <a:pt x="0" y="8116"/>
                </a:lnTo>
                <a:cubicBezTo>
                  <a:pt x="0" y="3634"/>
                  <a:pt x="5636" y="0"/>
                  <a:pt x="12590" y="0"/>
                </a:cubicBez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
        <p:nvSpPr>
          <p:cNvPr id="33" name="Picture Placeholder 32"/>
          <p:cNvSpPr>
            <a:spLocks noGrp="1"/>
          </p:cNvSpPr>
          <p:nvPr>
            <p:ph type="pic" sz="quarter" idx="43" hasCustomPrompt="1"/>
          </p:nvPr>
        </p:nvSpPr>
        <p:spPr>
          <a:xfrm>
            <a:off x="4565181" y="339266"/>
            <a:ext cx="1237998" cy="1079431"/>
          </a:xfrm>
          <a:custGeom>
            <a:avLst/>
            <a:gdLst>
              <a:gd name="connsiteX0" fmla="*/ 12590 w 1237998"/>
              <a:gd name="connsiteY0" fmla="*/ 0 h 1079431"/>
              <a:gd name="connsiteX1" fmla="*/ 1225408 w 1237998"/>
              <a:gd name="connsiteY1" fmla="*/ 0 h 1079431"/>
              <a:gd name="connsiteX2" fmla="*/ 1237998 w 1237998"/>
              <a:gd name="connsiteY2" fmla="*/ 8117 h 1079431"/>
              <a:gd name="connsiteX3" fmla="*/ 1237998 w 1237998"/>
              <a:gd name="connsiteY3" fmla="*/ 1071315 h 1079431"/>
              <a:gd name="connsiteX4" fmla="*/ 1225408 w 1237998"/>
              <a:gd name="connsiteY4" fmla="*/ 1079431 h 1079431"/>
              <a:gd name="connsiteX5" fmla="*/ 12590 w 1237998"/>
              <a:gd name="connsiteY5" fmla="*/ 1079431 h 1079431"/>
              <a:gd name="connsiteX6" fmla="*/ 0 w 1237998"/>
              <a:gd name="connsiteY6" fmla="*/ 1071315 h 1079431"/>
              <a:gd name="connsiteX7" fmla="*/ 0 w 1237998"/>
              <a:gd name="connsiteY7" fmla="*/ 8117 h 1079431"/>
              <a:gd name="connsiteX8" fmla="*/ 12590 w 1237998"/>
              <a:gd name="connsiteY8" fmla="*/ 0 h 1079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37998" h="1079431">
                <a:moveTo>
                  <a:pt x="12590" y="0"/>
                </a:moveTo>
                <a:lnTo>
                  <a:pt x="1225408" y="0"/>
                </a:lnTo>
                <a:cubicBezTo>
                  <a:pt x="1232362" y="0"/>
                  <a:pt x="1237998" y="3634"/>
                  <a:pt x="1237998" y="8117"/>
                </a:cubicBezTo>
                <a:lnTo>
                  <a:pt x="1237998" y="1071315"/>
                </a:lnTo>
                <a:cubicBezTo>
                  <a:pt x="1237998" y="1075797"/>
                  <a:pt x="1232362" y="1079431"/>
                  <a:pt x="1225408" y="1079431"/>
                </a:cubicBezTo>
                <a:lnTo>
                  <a:pt x="12590" y="1079431"/>
                </a:lnTo>
                <a:cubicBezTo>
                  <a:pt x="5636" y="1079431"/>
                  <a:pt x="0" y="1075797"/>
                  <a:pt x="0" y="1071315"/>
                </a:cubicBezTo>
                <a:lnTo>
                  <a:pt x="0" y="8117"/>
                </a:lnTo>
                <a:cubicBezTo>
                  <a:pt x="0" y="3634"/>
                  <a:pt x="5636" y="0"/>
                  <a:pt x="12590" y="0"/>
                </a:cubicBez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
        <p:nvSpPr>
          <p:cNvPr id="34" name="Picture Placeholder 33"/>
          <p:cNvSpPr>
            <a:spLocks noGrp="1"/>
          </p:cNvSpPr>
          <p:nvPr>
            <p:ph type="pic" sz="quarter" idx="44" hasCustomPrompt="1"/>
          </p:nvPr>
        </p:nvSpPr>
        <p:spPr>
          <a:xfrm>
            <a:off x="4565181" y="1460216"/>
            <a:ext cx="1237998" cy="1079431"/>
          </a:xfrm>
          <a:custGeom>
            <a:avLst/>
            <a:gdLst>
              <a:gd name="connsiteX0" fmla="*/ 12590 w 1237998"/>
              <a:gd name="connsiteY0" fmla="*/ 0 h 1079431"/>
              <a:gd name="connsiteX1" fmla="*/ 1225408 w 1237998"/>
              <a:gd name="connsiteY1" fmla="*/ 0 h 1079431"/>
              <a:gd name="connsiteX2" fmla="*/ 1237998 w 1237998"/>
              <a:gd name="connsiteY2" fmla="*/ 8117 h 1079431"/>
              <a:gd name="connsiteX3" fmla="*/ 1237998 w 1237998"/>
              <a:gd name="connsiteY3" fmla="*/ 1071315 h 1079431"/>
              <a:gd name="connsiteX4" fmla="*/ 1225408 w 1237998"/>
              <a:gd name="connsiteY4" fmla="*/ 1079431 h 1079431"/>
              <a:gd name="connsiteX5" fmla="*/ 12590 w 1237998"/>
              <a:gd name="connsiteY5" fmla="*/ 1079431 h 1079431"/>
              <a:gd name="connsiteX6" fmla="*/ 0 w 1237998"/>
              <a:gd name="connsiteY6" fmla="*/ 1071315 h 1079431"/>
              <a:gd name="connsiteX7" fmla="*/ 0 w 1237998"/>
              <a:gd name="connsiteY7" fmla="*/ 8117 h 1079431"/>
              <a:gd name="connsiteX8" fmla="*/ 12590 w 1237998"/>
              <a:gd name="connsiteY8" fmla="*/ 0 h 1079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37998" h="1079431">
                <a:moveTo>
                  <a:pt x="12590" y="0"/>
                </a:moveTo>
                <a:lnTo>
                  <a:pt x="1225408" y="0"/>
                </a:lnTo>
                <a:cubicBezTo>
                  <a:pt x="1232362" y="0"/>
                  <a:pt x="1237998" y="3634"/>
                  <a:pt x="1237998" y="8117"/>
                </a:cubicBezTo>
                <a:lnTo>
                  <a:pt x="1237998" y="1071315"/>
                </a:lnTo>
                <a:cubicBezTo>
                  <a:pt x="1237998" y="1075797"/>
                  <a:pt x="1232362" y="1079431"/>
                  <a:pt x="1225408" y="1079431"/>
                </a:cubicBezTo>
                <a:lnTo>
                  <a:pt x="12590" y="1079431"/>
                </a:lnTo>
                <a:cubicBezTo>
                  <a:pt x="5636" y="1079431"/>
                  <a:pt x="0" y="1075797"/>
                  <a:pt x="0" y="1071315"/>
                </a:cubicBezTo>
                <a:lnTo>
                  <a:pt x="0" y="8117"/>
                </a:lnTo>
                <a:cubicBezTo>
                  <a:pt x="0" y="3634"/>
                  <a:pt x="5636" y="0"/>
                  <a:pt x="12590" y="0"/>
                </a:cubicBez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
        <p:nvSpPr>
          <p:cNvPr id="35" name="Picture Placeholder 34"/>
          <p:cNvSpPr>
            <a:spLocks noGrp="1"/>
          </p:cNvSpPr>
          <p:nvPr>
            <p:ph type="pic" sz="quarter" idx="45" hasCustomPrompt="1"/>
          </p:nvPr>
        </p:nvSpPr>
        <p:spPr>
          <a:xfrm>
            <a:off x="4565181" y="2581166"/>
            <a:ext cx="1237998" cy="1079431"/>
          </a:xfrm>
          <a:custGeom>
            <a:avLst/>
            <a:gdLst>
              <a:gd name="connsiteX0" fmla="*/ 12590 w 1237998"/>
              <a:gd name="connsiteY0" fmla="*/ 0 h 1079431"/>
              <a:gd name="connsiteX1" fmla="*/ 1225408 w 1237998"/>
              <a:gd name="connsiteY1" fmla="*/ 0 h 1079431"/>
              <a:gd name="connsiteX2" fmla="*/ 1237998 w 1237998"/>
              <a:gd name="connsiteY2" fmla="*/ 8116 h 1079431"/>
              <a:gd name="connsiteX3" fmla="*/ 1237998 w 1237998"/>
              <a:gd name="connsiteY3" fmla="*/ 1071315 h 1079431"/>
              <a:gd name="connsiteX4" fmla="*/ 1225408 w 1237998"/>
              <a:gd name="connsiteY4" fmla="*/ 1079431 h 1079431"/>
              <a:gd name="connsiteX5" fmla="*/ 12590 w 1237998"/>
              <a:gd name="connsiteY5" fmla="*/ 1079431 h 1079431"/>
              <a:gd name="connsiteX6" fmla="*/ 0 w 1237998"/>
              <a:gd name="connsiteY6" fmla="*/ 1071315 h 1079431"/>
              <a:gd name="connsiteX7" fmla="*/ 0 w 1237998"/>
              <a:gd name="connsiteY7" fmla="*/ 8116 h 1079431"/>
              <a:gd name="connsiteX8" fmla="*/ 12590 w 1237998"/>
              <a:gd name="connsiteY8" fmla="*/ 0 h 1079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37998" h="1079431">
                <a:moveTo>
                  <a:pt x="12590" y="0"/>
                </a:moveTo>
                <a:lnTo>
                  <a:pt x="1225408" y="0"/>
                </a:lnTo>
                <a:cubicBezTo>
                  <a:pt x="1232362" y="0"/>
                  <a:pt x="1237998" y="3634"/>
                  <a:pt x="1237998" y="8116"/>
                </a:cubicBezTo>
                <a:lnTo>
                  <a:pt x="1237998" y="1071315"/>
                </a:lnTo>
                <a:cubicBezTo>
                  <a:pt x="1237998" y="1075797"/>
                  <a:pt x="1232362" y="1079431"/>
                  <a:pt x="1225408" y="1079431"/>
                </a:cubicBezTo>
                <a:lnTo>
                  <a:pt x="12590" y="1079431"/>
                </a:lnTo>
                <a:cubicBezTo>
                  <a:pt x="5636" y="1079431"/>
                  <a:pt x="0" y="1075797"/>
                  <a:pt x="0" y="1071315"/>
                </a:cubicBezTo>
                <a:lnTo>
                  <a:pt x="0" y="8116"/>
                </a:lnTo>
                <a:cubicBezTo>
                  <a:pt x="0" y="3634"/>
                  <a:pt x="5636" y="0"/>
                  <a:pt x="12590" y="0"/>
                </a:cubicBez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
        <p:nvSpPr>
          <p:cNvPr id="36" name="Picture Placeholder 35"/>
          <p:cNvSpPr>
            <a:spLocks noGrp="1"/>
          </p:cNvSpPr>
          <p:nvPr>
            <p:ph type="pic" sz="quarter" idx="46" hasCustomPrompt="1"/>
          </p:nvPr>
        </p:nvSpPr>
        <p:spPr>
          <a:xfrm>
            <a:off x="4565181" y="3702117"/>
            <a:ext cx="1237998" cy="1079431"/>
          </a:xfrm>
          <a:custGeom>
            <a:avLst/>
            <a:gdLst>
              <a:gd name="connsiteX0" fmla="*/ 12590 w 1237998"/>
              <a:gd name="connsiteY0" fmla="*/ 0 h 1079431"/>
              <a:gd name="connsiteX1" fmla="*/ 1225408 w 1237998"/>
              <a:gd name="connsiteY1" fmla="*/ 0 h 1079431"/>
              <a:gd name="connsiteX2" fmla="*/ 1237998 w 1237998"/>
              <a:gd name="connsiteY2" fmla="*/ 8116 h 1079431"/>
              <a:gd name="connsiteX3" fmla="*/ 1237998 w 1237998"/>
              <a:gd name="connsiteY3" fmla="*/ 1071315 h 1079431"/>
              <a:gd name="connsiteX4" fmla="*/ 1225408 w 1237998"/>
              <a:gd name="connsiteY4" fmla="*/ 1079431 h 1079431"/>
              <a:gd name="connsiteX5" fmla="*/ 12590 w 1237998"/>
              <a:gd name="connsiteY5" fmla="*/ 1079431 h 1079431"/>
              <a:gd name="connsiteX6" fmla="*/ 0 w 1237998"/>
              <a:gd name="connsiteY6" fmla="*/ 1071315 h 1079431"/>
              <a:gd name="connsiteX7" fmla="*/ 0 w 1237998"/>
              <a:gd name="connsiteY7" fmla="*/ 8116 h 1079431"/>
              <a:gd name="connsiteX8" fmla="*/ 12590 w 1237998"/>
              <a:gd name="connsiteY8" fmla="*/ 0 h 1079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37998" h="1079431">
                <a:moveTo>
                  <a:pt x="12590" y="0"/>
                </a:moveTo>
                <a:lnTo>
                  <a:pt x="1225408" y="0"/>
                </a:lnTo>
                <a:cubicBezTo>
                  <a:pt x="1232362" y="0"/>
                  <a:pt x="1237998" y="3634"/>
                  <a:pt x="1237998" y="8116"/>
                </a:cubicBezTo>
                <a:lnTo>
                  <a:pt x="1237998" y="1071315"/>
                </a:lnTo>
                <a:cubicBezTo>
                  <a:pt x="1237998" y="1075797"/>
                  <a:pt x="1232362" y="1079431"/>
                  <a:pt x="1225408" y="1079431"/>
                </a:cubicBezTo>
                <a:lnTo>
                  <a:pt x="12590" y="1079431"/>
                </a:lnTo>
                <a:cubicBezTo>
                  <a:pt x="5636" y="1079431"/>
                  <a:pt x="0" y="1075797"/>
                  <a:pt x="0" y="1071315"/>
                </a:cubicBezTo>
                <a:lnTo>
                  <a:pt x="0" y="8116"/>
                </a:lnTo>
                <a:cubicBezTo>
                  <a:pt x="0" y="3634"/>
                  <a:pt x="5636" y="0"/>
                  <a:pt x="12590" y="0"/>
                </a:cubicBez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Tree>
    <p:extLst>
      <p:ext uri="{BB962C8B-B14F-4D97-AF65-F5344CB8AC3E}">
        <p14:creationId xmlns:p14="http://schemas.microsoft.com/office/powerpoint/2010/main" val="3536363146"/>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M113">
    <p:spTree>
      <p:nvGrpSpPr>
        <p:cNvPr id="1" name=""/>
        <p:cNvGrpSpPr/>
        <p:nvPr/>
      </p:nvGrpSpPr>
      <p:grpSpPr>
        <a:xfrm>
          <a:off x="0" y="0"/>
          <a:ext cx="0" cy="0"/>
          <a:chOff x="0" y="0"/>
          <a:chExt cx="0" cy="0"/>
        </a:xfrm>
      </p:grpSpPr>
      <p:sp>
        <p:nvSpPr>
          <p:cNvPr id="9" name="Text Placeholder 3"/>
          <p:cNvSpPr>
            <a:spLocks noGrp="1"/>
          </p:cNvSpPr>
          <p:nvPr>
            <p:ph type="body" sz="half" idx="2" hasCustomPrompt="1"/>
          </p:nvPr>
        </p:nvSpPr>
        <p:spPr>
          <a:xfrm>
            <a:off x="381001" y="883822"/>
            <a:ext cx="8368363" cy="173255"/>
          </a:xfrm>
          <a:prstGeom prst="rect">
            <a:avLst/>
          </a:prstGeom>
        </p:spPr>
        <p:txBody>
          <a:bodyPr wrap="none" lIns="0" tIns="0" rIns="0" bIns="0" anchor="ctr">
            <a:noAutofit/>
          </a:bodyPr>
          <a:lstStyle>
            <a:lvl1pPr marL="0" indent="0" algn="ctr" rtl="0">
              <a:buNone/>
              <a:defRPr sz="1200" b="0" baseline="0">
                <a:solidFill>
                  <a:schemeClr val="bg1">
                    <a:lumMod val="65000"/>
                  </a:schemeClr>
                </a:solidFill>
                <a:latin typeface="+mn-lt"/>
                <a:ea typeface="Roboto" panose="02000000000000000000" pitchFamily="2" charset="0"/>
              </a:defRPr>
            </a:lvl1pPr>
            <a:lvl2pPr marL="457178" indent="0">
              <a:buNone/>
              <a:defRPr sz="1200"/>
            </a:lvl2pPr>
            <a:lvl3pPr marL="914354" indent="0">
              <a:buNone/>
              <a:defRPr sz="1000"/>
            </a:lvl3pPr>
            <a:lvl4pPr marL="1371532" indent="0">
              <a:buNone/>
              <a:defRPr sz="900"/>
            </a:lvl4pPr>
            <a:lvl5pPr marL="1828709" indent="0">
              <a:buNone/>
              <a:defRPr sz="900"/>
            </a:lvl5pPr>
            <a:lvl6pPr marL="2285886" indent="0">
              <a:buNone/>
              <a:defRPr sz="900"/>
            </a:lvl6pPr>
            <a:lvl7pPr marL="2743062" indent="0">
              <a:buNone/>
              <a:defRPr sz="900"/>
            </a:lvl7pPr>
            <a:lvl8pPr marL="3200240" indent="0">
              <a:buNone/>
              <a:defRPr sz="900"/>
            </a:lvl8pPr>
            <a:lvl9pPr marL="3657418" indent="0">
              <a:buNone/>
              <a:defRPr sz="900"/>
            </a:lvl9pPr>
          </a:lstStyle>
          <a:p>
            <a:pPr lvl="0"/>
            <a:r>
              <a:rPr lang="en-US" dirty="0"/>
              <a:t>CLICK TO EDITE SUBTITLE</a:t>
            </a:r>
          </a:p>
        </p:txBody>
      </p:sp>
      <p:sp>
        <p:nvSpPr>
          <p:cNvPr id="10" name="Title 2"/>
          <p:cNvSpPr>
            <a:spLocks noGrp="1"/>
          </p:cNvSpPr>
          <p:nvPr>
            <p:ph type="title"/>
          </p:nvPr>
        </p:nvSpPr>
        <p:spPr>
          <a:xfrm>
            <a:off x="381001" y="341315"/>
            <a:ext cx="8368363" cy="495383"/>
          </a:xfrm>
          <a:prstGeom prst="rect">
            <a:avLst/>
          </a:prstGeom>
        </p:spPr>
        <p:txBody>
          <a:bodyPr lIns="0" tIns="0" rIns="0" bIns="0" anchor="ctr"/>
          <a:lstStyle>
            <a:lvl1pPr algn="ctr" rtl="0">
              <a:defRPr sz="3600">
                <a:solidFill>
                  <a:schemeClr val="bg1">
                    <a:lumMod val="50000"/>
                  </a:schemeClr>
                </a:solidFill>
              </a:defRPr>
            </a:lvl1pPr>
          </a:lstStyle>
          <a:p>
            <a:r>
              <a:rPr lang="en-US" dirty="0"/>
              <a:t>Click to edit Master title style</a:t>
            </a:r>
          </a:p>
        </p:txBody>
      </p:sp>
      <p:sp>
        <p:nvSpPr>
          <p:cNvPr id="6" name="Picture Placeholder 5"/>
          <p:cNvSpPr>
            <a:spLocks noGrp="1"/>
          </p:cNvSpPr>
          <p:nvPr>
            <p:ph type="pic" sz="quarter" idx="14" hasCustomPrompt="1"/>
          </p:nvPr>
        </p:nvSpPr>
        <p:spPr>
          <a:xfrm>
            <a:off x="387819" y="1398494"/>
            <a:ext cx="1874224" cy="2293382"/>
          </a:xfrm>
          <a:custGeom>
            <a:avLst/>
            <a:gdLst>
              <a:gd name="connsiteX0" fmla="*/ 0 w 1874224"/>
              <a:gd name="connsiteY0" fmla="*/ 0 h 2293382"/>
              <a:gd name="connsiteX1" fmla="*/ 581884 w 1874224"/>
              <a:gd name="connsiteY1" fmla="*/ 0 h 2293382"/>
              <a:gd name="connsiteX2" fmla="*/ 759499 w 1874224"/>
              <a:gd name="connsiteY2" fmla="*/ 0 h 2293382"/>
              <a:gd name="connsiteX3" fmla="*/ 934558 w 1874224"/>
              <a:gd name="connsiteY3" fmla="*/ 0 h 2293382"/>
              <a:gd name="connsiteX4" fmla="*/ 960272 w 1874224"/>
              <a:gd name="connsiteY4" fmla="*/ 0 h 2293382"/>
              <a:gd name="connsiteX5" fmla="*/ 1006593 w 1874224"/>
              <a:gd name="connsiteY5" fmla="*/ 0 h 2293382"/>
              <a:gd name="connsiteX6" fmla="*/ 1591031 w 1874224"/>
              <a:gd name="connsiteY6" fmla="*/ 0 h 2293382"/>
              <a:gd name="connsiteX7" fmla="*/ 1874224 w 1874224"/>
              <a:gd name="connsiteY7" fmla="*/ 0 h 2293382"/>
              <a:gd name="connsiteX8" fmla="*/ 1874224 w 1874224"/>
              <a:gd name="connsiteY8" fmla="*/ 2293382 h 2293382"/>
              <a:gd name="connsiteX9" fmla="*/ 1591031 w 1874224"/>
              <a:gd name="connsiteY9" fmla="*/ 2293382 h 2293382"/>
              <a:gd name="connsiteX10" fmla="*/ 1006593 w 1874224"/>
              <a:gd name="connsiteY10" fmla="*/ 2293382 h 2293382"/>
              <a:gd name="connsiteX11" fmla="*/ 960272 w 1874224"/>
              <a:gd name="connsiteY11" fmla="*/ 2293382 h 2293382"/>
              <a:gd name="connsiteX12" fmla="*/ 581884 w 1874224"/>
              <a:gd name="connsiteY12" fmla="*/ 2293382 h 2293382"/>
              <a:gd name="connsiteX13" fmla="*/ 0 w 1874224"/>
              <a:gd name="connsiteY13" fmla="*/ 2293382 h 2293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874224" h="2293382">
                <a:moveTo>
                  <a:pt x="0" y="0"/>
                </a:moveTo>
                <a:lnTo>
                  <a:pt x="581884" y="0"/>
                </a:lnTo>
                <a:lnTo>
                  <a:pt x="759499" y="0"/>
                </a:lnTo>
                <a:lnTo>
                  <a:pt x="934558" y="0"/>
                </a:lnTo>
                <a:lnTo>
                  <a:pt x="960272" y="0"/>
                </a:lnTo>
                <a:lnTo>
                  <a:pt x="1006593" y="0"/>
                </a:lnTo>
                <a:lnTo>
                  <a:pt x="1591031" y="0"/>
                </a:lnTo>
                <a:lnTo>
                  <a:pt x="1874224" y="0"/>
                </a:lnTo>
                <a:lnTo>
                  <a:pt x="1874224" y="2293382"/>
                </a:lnTo>
                <a:lnTo>
                  <a:pt x="1591031" y="2293382"/>
                </a:lnTo>
                <a:lnTo>
                  <a:pt x="1006593" y="2293382"/>
                </a:lnTo>
                <a:lnTo>
                  <a:pt x="960272" y="2293382"/>
                </a:lnTo>
                <a:lnTo>
                  <a:pt x="581884" y="2293382"/>
                </a:lnTo>
                <a:lnTo>
                  <a:pt x="0" y="2293382"/>
                </a:ln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Tree>
    <p:extLst>
      <p:ext uri="{BB962C8B-B14F-4D97-AF65-F5344CB8AC3E}">
        <p14:creationId xmlns:p14="http://schemas.microsoft.com/office/powerpoint/2010/main" val="1076750439"/>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M114">
    <p:spTree>
      <p:nvGrpSpPr>
        <p:cNvPr id="1" name=""/>
        <p:cNvGrpSpPr/>
        <p:nvPr/>
      </p:nvGrpSpPr>
      <p:grpSpPr>
        <a:xfrm>
          <a:off x="0" y="0"/>
          <a:ext cx="0" cy="0"/>
          <a:chOff x="0" y="0"/>
          <a:chExt cx="0" cy="0"/>
        </a:xfrm>
      </p:grpSpPr>
      <p:sp>
        <p:nvSpPr>
          <p:cNvPr id="9" name="Text Placeholder 3"/>
          <p:cNvSpPr>
            <a:spLocks noGrp="1"/>
          </p:cNvSpPr>
          <p:nvPr>
            <p:ph type="body" sz="half" idx="2" hasCustomPrompt="1"/>
          </p:nvPr>
        </p:nvSpPr>
        <p:spPr>
          <a:xfrm>
            <a:off x="381001" y="883822"/>
            <a:ext cx="8368363" cy="173255"/>
          </a:xfrm>
          <a:prstGeom prst="rect">
            <a:avLst/>
          </a:prstGeom>
        </p:spPr>
        <p:txBody>
          <a:bodyPr wrap="none" lIns="0" tIns="0" rIns="0" bIns="0" anchor="ctr">
            <a:noAutofit/>
          </a:bodyPr>
          <a:lstStyle>
            <a:lvl1pPr marL="0" indent="0" algn="ctr" rtl="0">
              <a:buNone/>
              <a:defRPr sz="1200" b="0" baseline="0">
                <a:solidFill>
                  <a:schemeClr val="bg1">
                    <a:lumMod val="65000"/>
                  </a:schemeClr>
                </a:solidFill>
                <a:latin typeface="+mn-lt"/>
                <a:ea typeface="Roboto" panose="02000000000000000000" pitchFamily="2" charset="0"/>
              </a:defRPr>
            </a:lvl1pPr>
            <a:lvl2pPr marL="457178" indent="0">
              <a:buNone/>
              <a:defRPr sz="1200"/>
            </a:lvl2pPr>
            <a:lvl3pPr marL="914354" indent="0">
              <a:buNone/>
              <a:defRPr sz="1000"/>
            </a:lvl3pPr>
            <a:lvl4pPr marL="1371532" indent="0">
              <a:buNone/>
              <a:defRPr sz="900"/>
            </a:lvl4pPr>
            <a:lvl5pPr marL="1828709" indent="0">
              <a:buNone/>
              <a:defRPr sz="900"/>
            </a:lvl5pPr>
            <a:lvl6pPr marL="2285886" indent="0">
              <a:buNone/>
              <a:defRPr sz="900"/>
            </a:lvl6pPr>
            <a:lvl7pPr marL="2743062" indent="0">
              <a:buNone/>
              <a:defRPr sz="900"/>
            </a:lvl7pPr>
            <a:lvl8pPr marL="3200240" indent="0">
              <a:buNone/>
              <a:defRPr sz="900"/>
            </a:lvl8pPr>
            <a:lvl9pPr marL="3657418" indent="0">
              <a:buNone/>
              <a:defRPr sz="900"/>
            </a:lvl9pPr>
          </a:lstStyle>
          <a:p>
            <a:pPr lvl="0"/>
            <a:r>
              <a:rPr lang="en-US" dirty="0"/>
              <a:t>CLICK TO EDITE SUBTITLE</a:t>
            </a:r>
          </a:p>
        </p:txBody>
      </p:sp>
      <p:sp>
        <p:nvSpPr>
          <p:cNvPr id="10" name="Title 2"/>
          <p:cNvSpPr>
            <a:spLocks noGrp="1"/>
          </p:cNvSpPr>
          <p:nvPr>
            <p:ph type="title"/>
          </p:nvPr>
        </p:nvSpPr>
        <p:spPr>
          <a:xfrm>
            <a:off x="381001" y="341315"/>
            <a:ext cx="8368363" cy="495383"/>
          </a:xfrm>
          <a:prstGeom prst="rect">
            <a:avLst/>
          </a:prstGeom>
        </p:spPr>
        <p:txBody>
          <a:bodyPr lIns="0" tIns="0" rIns="0" bIns="0" anchor="ctr"/>
          <a:lstStyle>
            <a:lvl1pPr algn="ctr" rtl="0">
              <a:defRPr sz="3600">
                <a:solidFill>
                  <a:schemeClr val="bg1">
                    <a:lumMod val="50000"/>
                  </a:schemeClr>
                </a:solidFill>
              </a:defRPr>
            </a:lvl1pPr>
          </a:lstStyle>
          <a:p>
            <a:r>
              <a:rPr lang="en-US" dirty="0"/>
              <a:t>Click to edit Master title style</a:t>
            </a:r>
          </a:p>
        </p:txBody>
      </p:sp>
      <p:sp>
        <p:nvSpPr>
          <p:cNvPr id="6" name="Picture Placeholder 5"/>
          <p:cNvSpPr>
            <a:spLocks noGrp="1"/>
          </p:cNvSpPr>
          <p:nvPr>
            <p:ph type="pic" sz="quarter" idx="14" hasCustomPrompt="1"/>
          </p:nvPr>
        </p:nvSpPr>
        <p:spPr>
          <a:xfrm>
            <a:off x="6553200" y="1398494"/>
            <a:ext cx="2196164" cy="2468656"/>
          </a:xfrm>
          <a:custGeom>
            <a:avLst/>
            <a:gdLst>
              <a:gd name="connsiteX0" fmla="*/ 0 w 1874224"/>
              <a:gd name="connsiteY0" fmla="*/ 0 h 2293382"/>
              <a:gd name="connsiteX1" fmla="*/ 581884 w 1874224"/>
              <a:gd name="connsiteY1" fmla="*/ 0 h 2293382"/>
              <a:gd name="connsiteX2" fmla="*/ 759499 w 1874224"/>
              <a:gd name="connsiteY2" fmla="*/ 0 h 2293382"/>
              <a:gd name="connsiteX3" fmla="*/ 934558 w 1874224"/>
              <a:gd name="connsiteY3" fmla="*/ 0 h 2293382"/>
              <a:gd name="connsiteX4" fmla="*/ 960272 w 1874224"/>
              <a:gd name="connsiteY4" fmla="*/ 0 h 2293382"/>
              <a:gd name="connsiteX5" fmla="*/ 1006593 w 1874224"/>
              <a:gd name="connsiteY5" fmla="*/ 0 h 2293382"/>
              <a:gd name="connsiteX6" fmla="*/ 1591031 w 1874224"/>
              <a:gd name="connsiteY6" fmla="*/ 0 h 2293382"/>
              <a:gd name="connsiteX7" fmla="*/ 1874224 w 1874224"/>
              <a:gd name="connsiteY7" fmla="*/ 0 h 2293382"/>
              <a:gd name="connsiteX8" fmla="*/ 1874224 w 1874224"/>
              <a:gd name="connsiteY8" fmla="*/ 2293382 h 2293382"/>
              <a:gd name="connsiteX9" fmla="*/ 1591031 w 1874224"/>
              <a:gd name="connsiteY9" fmla="*/ 2293382 h 2293382"/>
              <a:gd name="connsiteX10" fmla="*/ 1006593 w 1874224"/>
              <a:gd name="connsiteY10" fmla="*/ 2293382 h 2293382"/>
              <a:gd name="connsiteX11" fmla="*/ 960272 w 1874224"/>
              <a:gd name="connsiteY11" fmla="*/ 2293382 h 2293382"/>
              <a:gd name="connsiteX12" fmla="*/ 581884 w 1874224"/>
              <a:gd name="connsiteY12" fmla="*/ 2293382 h 2293382"/>
              <a:gd name="connsiteX13" fmla="*/ 0 w 1874224"/>
              <a:gd name="connsiteY13" fmla="*/ 2293382 h 2293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874224" h="2293382">
                <a:moveTo>
                  <a:pt x="0" y="0"/>
                </a:moveTo>
                <a:lnTo>
                  <a:pt x="581884" y="0"/>
                </a:lnTo>
                <a:lnTo>
                  <a:pt x="759499" y="0"/>
                </a:lnTo>
                <a:lnTo>
                  <a:pt x="934558" y="0"/>
                </a:lnTo>
                <a:lnTo>
                  <a:pt x="960272" y="0"/>
                </a:lnTo>
                <a:lnTo>
                  <a:pt x="1006593" y="0"/>
                </a:lnTo>
                <a:lnTo>
                  <a:pt x="1591031" y="0"/>
                </a:lnTo>
                <a:lnTo>
                  <a:pt x="1874224" y="0"/>
                </a:lnTo>
                <a:lnTo>
                  <a:pt x="1874224" y="2293382"/>
                </a:lnTo>
                <a:lnTo>
                  <a:pt x="1591031" y="2293382"/>
                </a:lnTo>
                <a:lnTo>
                  <a:pt x="1006593" y="2293382"/>
                </a:lnTo>
                <a:lnTo>
                  <a:pt x="960272" y="2293382"/>
                </a:lnTo>
                <a:lnTo>
                  <a:pt x="581884" y="2293382"/>
                </a:lnTo>
                <a:lnTo>
                  <a:pt x="0" y="2293382"/>
                </a:ln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Tree>
    <p:extLst>
      <p:ext uri="{BB962C8B-B14F-4D97-AF65-F5344CB8AC3E}">
        <p14:creationId xmlns:p14="http://schemas.microsoft.com/office/powerpoint/2010/main" val="857161933"/>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M131">
    <p:spTree>
      <p:nvGrpSpPr>
        <p:cNvPr id="1" name=""/>
        <p:cNvGrpSpPr/>
        <p:nvPr/>
      </p:nvGrpSpPr>
      <p:grpSpPr>
        <a:xfrm>
          <a:off x="0" y="0"/>
          <a:ext cx="0" cy="0"/>
          <a:chOff x="0" y="0"/>
          <a:chExt cx="0" cy="0"/>
        </a:xfrm>
      </p:grpSpPr>
      <p:sp>
        <p:nvSpPr>
          <p:cNvPr id="54" name="Picture Placeholder 53"/>
          <p:cNvSpPr>
            <a:spLocks noGrp="1"/>
          </p:cNvSpPr>
          <p:nvPr>
            <p:ph type="pic" sz="quarter" idx="16" hasCustomPrompt="1"/>
          </p:nvPr>
        </p:nvSpPr>
        <p:spPr>
          <a:xfrm>
            <a:off x="195710" y="1527725"/>
            <a:ext cx="1757738" cy="1757726"/>
          </a:xfrm>
          <a:custGeom>
            <a:avLst/>
            <a:gdLst>
              <a:gd name="connsiteX0" fmla="*/ 878869 w 1757738"/>
              <a:gd name="connsiteY0" fmla="*/ 0 h 1757726"/>
              <a:gd name="connsiteX1" fmla="*/ 1757738 w 1757738"/>
              <a:gd name="connsiteY1" fmla="*/ 878863 h 1757726"/>
              <a:gd name="connsiteX2" fmla="*/ 878869 w 1757738"/>
              <a:gd name="connsiteY2" fmla="*/ 1757726 h 1757726"/>
              <a:gd name="connsiteX3" fmla="*/ 0 w 1757738"/>
              <a:gd name="connsiteY3" fmla="*/ 878863 h 1757726"/>
              <a:gd name="connsiteX4" fmla="*/ 878869 w 1757738"/>
              <a:gd name="connsiteY4" fmla="*/ 0 h 17577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57738" h="1757726">
                <a:moveTo>
                  <a:pt x="878869" y="0"/>
                </a:moveTo>
                <a:cubicBezTo>
                  <a:pt x="1364255" y="0"/>
                  <a:pt x="1757738" y="393480"/>
                  <a:pt x="1757738" y="878863"/>
                </a:cubicBezTo>
                <a:cubicBezTo>
                  <a:pt x="1757738" y="1364246"/>
                  <a:pt x="1364255" y="1757726"/>
                  <a:pt x="878869" y="1757726"/>
                </a:cubicBezTo>
                <a:cubicBezTo>
                  <a:pt x="393483" y="1757726"/>
                  <a:pt x="0" y="1364246"/>
                  <a:pt x="0" y="878863"/>
                </a:cubicBezTo>
                <a:cubicBezTo>
                  <a:pt x="0" y="393480"/>
                  <a:pt x="393483" y="0"/>
                  <a:pt x="878869" y="0"/>
                </a:cubicBez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
        <p:nvSpPr>
          <p:cNvPr id="55" name="Picture Placeholder 54"/>
          <p:cNvSpPr>
            <a:spLocks noGrp="1"/>
          </p:cNvSpPr>
          <p:nvPr>
            <p:ph type="pic" sz="quarter" idx="17" hasCustomPrompt="1"/>
          </p:nvPr>
        </p:nvSpPr>
        <p:spPr>
          <a:xfrm>
            <a:off x="2495306" y="1770746"/>
            <a:ext cx="1277414" cy="1271684"/>
          </a:xfrm>
          <a:custGeom>
            <a:avLst/>
            <a:gdLst>
              <a:gd name="connsiteX0" fmla="*/ 638707 w 1277414"/>
              <a:gd name="connsiteY0" fmla="*/ 0 h 1271684"/>
              <a:gd name="connsiteX1" fmla="*/ 1277414 w 1277414"/>
              <a:gd name="connsiteY1" fmla="*/ 635842 h 1271684"/>
              <a:gd name="connsiteX2" fmla="*/ 638707 w 1277414"/>
              <a:gd name="connsiteY2" fmla="*/ 1271684 h 1271684"/>
              <a:gd name="connsiteX3" fmla="*/ 0 w 1277414"/>
              <a:gd name="connsiteY3" fmla="*/ 635842 h 1271684"/>
              <a:gd name="connsiteX4" fmla="*/ 638707 w 1277414"/>
              <a:gd name="connsiteY4" fmla="*/ 0 h 12716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77414" h="1271684">
                <a:moveTo>
                  <a:pt x="638707" y="0"/>
                </a:moveTo>
                <a:cubicBezTo>
                  <a:pt x="991455" y="0"/>
                  <a:pt x="1277414" y="284676"/>
                  <a:pt x="1277414" y="635842"/>
                </a:cubicBezTo>
                <a:cubicBezTo>
                  <a:pt x="1277414" y="987008"/>
                  <a:pt x="991455" y="1271684"/>
                  <a:pt x="638707" y="1271684"/>
                </a:cubicBezTo>
                <a:cubicBezTo>
                  <a:pt x="285959" y="1271684"/>
                  <a:pt x="0" y="987008"/>
                  <a:pt x="0" y="635842"/>
                </a:cubicBezTo>
                <a:cubicBezTo>
                  <a:pt x="0" y="284676"/>
                  <a:pt x="285959" y="0"/>
                  <a:pt x="638707" y="0"/>
                </a:cubicBez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
        <p:nvSpPr>
          <p:cNvPr id="56" name="Picture Placeholder 55"/>
          <p:cNvSpPr>
            <a:spLocks noGrp="1"/>
          </p:cNvSpPr>
          <p:nvPr>
            <p:ph type="pic" sz="quarter" idx="18" hasCustomPrompt="1"/>
          </p:nvPr>
        </p:nvSpPr>
        <p:spPr>
          <a:xfrm>
            <a:off x="1646061" y="3405757"/>
            <a:ext cx="1275116" cy="1271127"/>
          </a:xfrm>
          <a:custGeom>
            <a:avLst/>
            <a:gdLst>
              <a:gd name="connsiteX0" fmla="*/ 614478 w 1275116"/>
              <a:gd name="connsiteY0" fmla="*/ 332 h 1271127"/>
              <a:gd name="connsiteX1" fmla="*/ 1150461 w 1275116"/>
              <a:gd name="connsiteY1" fmla="*/ 261967 h 1271127"/>
              <a:gd name="connsiteX2" fmla="*/ 1013176 w 1275116"/>
              <a:gd name="connsiteY2" fmla="*/ 1150784 h 1271127"/>
              <a:gd name="connsiteX3" fmla="*/ 120822 w 1275116"/>
              <a:gd name="connsiteY3" fmla="*/ 1009159 h 1271127"/>
              <a:gd name="connsiteX4" fmla="*/ 263010 w 1275116"/>
              <a:gd name="connsiteY4" fmla="*/ 120342 h 1271127"/>
              <a:gd name="connsiteX5" fmla="*/ 614478 w 1275116"/>
              <a:gd name="connsiteY5" fmla="*/ 332 h 1271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75116" h="1271127">
                <a:moveTo>
                  <a:pt x="614478" y="332"/>
                </a:moveTo>
                <a:cubicBezTo>
                  <a:pt x="818357" y="-6250"/>
                  <a:pt x="1021756" y="84936"/>
                  <a:pt x="1150461" y="261967"/>
                </a:cubicBezTo>
                <a:cubicBezTo>
                  <a:pt x="1361292" y="545216"/>
                  <a:pt x="1297553" y="940789"/>
                  <a:pt x="1013176" y="1150784"/>
                </a:cubicBezTo>
                <a:cubicBezTo>
                  <a:pt x="728799" y="1355895"/>
                  <a:pt x="326750" y="1292408"/>
                  <a:pt x="120822" y="1009159"/>
                </a:cubicBezTo>
                <a:cubicBezTo>
                  <a:pt x="-85106" y="725910"/>
                  <a:pt x="-21366" y="325454"/>
                  <a:pt x="263010" y="120342"/>
                </a:cubicBezTo>
                <a:cubicBezTo>
                  <a:pt x="369651" y="43426"/>
                  <a:pt x="492151" y="4280"/>
                  <a:pt x="614478" y="332"/>
                </a:cubicBez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
        <p:nvSpPr>
          <p:cNvPr id="53" name="Picture Placeholder 52"/>
          <p:cNvSpPr>
            <a:spLocks noGrp="1"/>
          </p:cNvSpPr>
          <p:nvPr>
            <p:ph type="pic" sz="quarter" idx="19" hasCustomPrompt="1"/>
          </p:nvPr>
        </p:nvSpPr>
        <p:spPr>
          <a:xfrm>
            <a:off x="1646061" y="136293"/>
            <a:ext cx="1275116" cy="1271127"/>
          </a:xfrm>
          <a:custGeom>
            <a:avLst/>
            <a:gdLst>
              <a:gd name="connsiteX0" fmla="*/ 660157 w 1275116"/>
              <a:gd name="connsiteY0" fmla="*/ 332 h 1271127"/>
              <a:gd name="connsiteX1" fmla="*/ 1013176 w 1275116"/>
              <a:gd name="connsiteY1" fmla="*/ 120343 h 1271127"/>
              <a:gd name="connsiteX2" fmla="*/ 1150461 w 1275116"/>
              <a:gd name="connsiteY2" fmla="*/ 1009159 h 1271127"/>
              <a:gd name="connsiteX3" fmla="*/ 263010 w 1275116"/>
              <a:gd name="connsiteY3" fmla="*/ 1150784 h 1271127"/>
              <a:gd name="connsiteX4" fmla="*/ 120822 w 1275116"/>
              <a:gd name="connsiteY4" fmla="*/ 261967 h 1271127"/>
              <a:gd name="connsiteX5" fmla="*/ 660157 w 1275116"/>
              <a:gd name="connsiteY5" fmla="*/ 332 h 1271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75116" h="1271127">
                <a:moveTo>
                  <a:pt x="660157" y="332"/>
                </a:moveTo>
                <a:cubicBezTo>
                  <a:pt x="783346" y="4281"/>
                  <a:pt x="906535" y="43426"/>
                  <a:pt x="1013176" y="120343"/>
                </a:cubicBezTo>
                <a:cubicBezTo>
                  <a:pt x="1297553" y="330338"/>
                  <a:pt x="1361292" y="725910"/>
                  <a:pt x="1150461" y="1009159"/>
                </a:cubicBezTo>
                <a:cubicBezTo>
                  <a:pt x="944533" y="1292408"/>
                  <a:pt x="547387" y="1355895"/>
                  <a:pt x="263010" y="1150784"/>
                </a:cubicBezTo>
                <a:cubicBezTo>
                  <a:pt x="-21366" y="945672"/>
                  <a:pt x="-85106" y="545216"/>
                  <a:pt x="120822" y="261967"/>
                </a:cubicBezTo>
                <a:cubicBezTo>
                  <a:pt x="249527" y="84936"/>
                  <a:pt x="454842" y="-6250"/>
                  <a:pt x="660157" y="332"/>
                </a:cubicBez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Tree>
    <p:extLst>
      <p:ext uri="{BB962C8B-B14F-4D97-AF65-F5344CB8AC3E}">
        <p14:creationId xmlns:p14="http://schemas.microsoft.com/office/powerpoint/2010/main" val="642149795"/>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M132">
    <p:spTree>
      <p:nvGrpSpPr>
        <p:cNvPr id="1" name=""/>
        <p:cNvGrpSpPr/>
        <p:nvPr/>
      </p:nvGrpSpPr>
      <p:grpSpPr>
        <a:xfrm>
          <a:off x="0" y="0"/>
          <a:ext cx="0" cy="0"/>
          <a:chOff x="0" y="0"/>
          <a:chExt cx="0" cy="0"/>
        </a:xfrm>
      </p:grpSpPr>
      <p:sp>
        <p:nvSpPr>
          <p:cNvPr id="49" name="Picture Placeholder 48"/>
          <p:cNvSpPr>
            <a:spLocks noGrp="1"/>
          </p:cNvSpPr>
          <p:nvPr>
            <p:ph type="pic" sz="quarter" idx="19" hasCustomPrompt="1"/>
          </p:nvPr>
        </p:nvSpPr>
        <p:spPr>
          <a:xfrm>
            <a:off x="3272960" y="477160"/>
            <a:ext cx="2598080" cy="2586594"/>
          </a:xfrm>
          <a:custGeom>
            <a:avLst/>
            <a:gdLst>
              <a:gd name="connsiteX0" fmla="*/ 1299040 w 2598080"/>
              <a:gd name="connsiteY0" fmla="*/ 0 h 2586594"/>
              <a:gd name="connsiteX1" fmla="*/ 2598080 w 2598080"/>
              <a:gd name="connsiteY1" fmla="*/ 1293297 h 2586594"/>
              <a:gd name="connsiteX2" fmla="*/ 1299040 w 2598080"/>
              <a:gd name="connsiteY2" fmla="*/ 2586594 h 2586594"/>
              <a:gd name="connsiteX3" fmla="*/ 0 w 2598080"/>
              <a:gd name="connsiteY3" fmla="*/ 1293297 h 2586594"/>
              <a:gd name="connsiteX4" fmla="*/ 1299040 w 2598080"/>
              <a:gd name="connsiteY4" fmla="*/ 0 h 25865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98080" h="2586594">
                <a:moveTo>
                  <a:pt x="1299040" y="0"/>
                </a:moveTo>
                <a:cubicBezTo>
                  <a:pt x="2016480" y="0"/>
                  <a:pt x="2598080" y="579029"/>
                  <a:pt x="2598080" y="1293297"/>
                </a:cubicBezTo>
                <a:cubicBezTo>
                  <a:pt x="2598080" y="2007565"/>
                  <a:pt x="2016480" y="2586594"/>
                  <a:pt x="1299040" y="2586594"/>
                </a:cubicBezTo>
                <a:cubicBezTo>
                  <a:pt x="581600" y="2586594"/>
                  <a:pt x="0" y="2007565"/>
                  <a:pt x="0" y="1293297"/>
                </a:cubicBezTo>
                <a:cubicBezTo>
                  <a:pt x="0" y="579029"/>
                  <a:pt x="581600" y="0"/>
                  <a:pt x="1299040" y="0"/>
                </a:cubicBez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
        <p:nvSpPr>
          <p:cNvPr id="47" name="Picture Placeholder 46"/>
          <p:cNvSpPr>
            <a:spLocks noGrp="1"/>
          </p:cNvSpPr>
          <p:nvPr>
            <p:ph type="pic" sz="quarter" idx="20" hasCustomPrompt="1"/>
          </p:nvPr>
        </p:nvSpPr>
        <p:spPr>
          <a:xfrm>
            <a:off x="889362" y="390681"/>
            <a:ext cx="1040676" cy="1040676"/>
          </a:xfrm>
          <a:custGeom>
            <a:avLst/>
            <a:gdLst>
              <a:gd name="connsiteX0" fmla="*/ 520338 w 1040676"/>
              <a:gd name="connsiteY0" fmla="*/ 0 h 1040676"/>
              <a:gd name="connsiteX1" fmla="*/ 1040676 w 1040676"/>
              <a:gd name="connsiteY1" fmla="*/ 520338 h 1040676"/>
              <a:gd name="connsiteX2" fmla="*/ 520338 w 1040676"/>
              <a:gd name="connsiteY2" fmla="*/ 1040676 h 1040676"/>
              <a:gd name="connsiteX3" fmla="*/ 0 w 1040676"/>
              <a:gd name="connsiteY3" fmla="*/ 520338 h 1040676"/>
              <a:gd name="connsiteX4" fmla="*/ 520338 w 1040676"/>
              <a:gd name="connsiteY4" fmla="*/ 0 h 10406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0676" h="1040676">
                <a:moveTo>
                  <a:pt x="520338" y="0"/>
                </a:moveTo>
                <a:cubicBezTo>
                  <a:pt x="807713" y="0"/>
                  <a:pt x="1040676" y="232963"/>
                  <a:pt x="1040676" y="520338"/>
                </a:cubicBezTo>
                <a:cubicBezTo>
                  <a:pt x="1040676" y="807713"/>
                  <a:pt x="807713" y="1040676"/>
                  <a:pt x="520338" y="1040676"/>
                </a:cubicBezTo>
                <a:cubicBezTo>
                  <a:pt x="232963" y="1040676"/>
                  <a:pt x="0" y="807713"/>
                  <a:pt x="0" y="520338"/>
                </a:cubicBezTo>
                <a:cubicBezTo>
                  <a:pt x="0" y="232963"/>
                  <a:pt x="232963" y="0"/>
                  <a:pt x="520338" y="0"/>
                </a:cubicBez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
        <p:nvSpPr>
          <p:cNvPr id="48" name="Picture Placeholder 47"/>
          <p:cNvSpPr>
            <a:spLocks noGrp="1"/>
          </p:cNvSpPr>
          <p:nvPr>
            <p:ph type="pic" sz="quarter" idx="21" hasCustomPrompt="1"/>
          </p:nvPr>
        </p:nvSpPr>
        <p:spPr>
          <a:xfrm>
            <a:off x="889362" y="2675872"/>
            <a:ext cx="1040676" cy="1040676"/>
          </a:xfrm>
          <a:custGeom>
            <a:avLst/>
            <a:gdLst>
              <a:gd name="connsiteX0" fmla="*/ 520338 w 1040676"/>
              <a:gd name="connsiteY0" fmla="*/ 0 h 1040676"/>
              <a:gd name="connsiteX1" fmla="*/ 1040676 w 1040676"/>
              <a:gd name="connsiteY1" fmla="*/ 520338 h 1040676"/>
              <a:gd name="connsiteX2" fmla="*/ 520338 w 1040676"/>
              <a:gd name="connsiteY2" fmla="*/ 1040676 h 1040676"/>
              <a:gd name="connsiteX3" fmla="*/ 0 w 1040676"/>
              <a:gd name="connsiteY3" fmla="*/ 520338 h 1040676"/>
              <a:gd name="connsiteX4" fmla="*/ 520338 w 1040676"/>
              <a:gd name="connsiteY4" fmla="*/ 0 h 10406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0676" h="1040676">
                <a:moveTo>
                  <a:pt x="520338" y="0"/>
                </a:moveTo>
                <a:cubicBezTo>
                  <a:pt x="807713" y="0"/>
                  <a:pt x="1040676" y="232963"/>
                  <a:pt x="1040676" y="520338"/>
                </a:cubicBezTo>
                <a:cubicBezTo>
                  <a:pt x="1040676" y="807713"/>
                  <a:pt x="807713" y="1040676"/>
                  <a:pt x="520338" y="1040676"/>
                </a:cubicBezTo>
                <a:cubicBezTo>
                  <a:pt x="232963" y="1040676"/>
                  <a:pt x="0" y="807713"/>
                  <a:pt x="0" y="520338"/>
                </a:cubicBezTo>
                <a:cubicBezTo>
                  <a:pt x="0" y="232963"/>
                  <a:pt x="232963" y="0"/>
                  <a:pt x="520338" y="0"/>
                </a:cubicBez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
        <p:nvSpPr>
          <p:cNvPr id="45" name="Picture Placeholder 44"/>
          <p:cNvSpPr>
            <a:spLocks noGrp="1"/>
          </p:cNvSpPr>
          <p:nvPr>
            <p:ph type="pic" sz="quarter" idx="22" hasCustomPrompt="1"/>
          </p:nvPr>
        </p:nvSpPr>
        <p:spPr>
          <a:xfrm>
            <a:off x="7213962" y="390681"/>
            <a:ext cx="1040676" cy="1040676"/>
          </a:xfrm>
          <a:custGeom>
            <a:avLst/>
            <a:gdLst>
              <a:gd name="connsiteX0" fmla="*/ 520338 w 1040676"/>
              <a:gd name="connsiteY0" fmla="*/ 0 h 1040676"/>
              <a:gd name="connsiteX1" fmla="*/ 1040676 w 1040676"/>
              <a:gd name="connsiteY1" fmla="*/ 520338 h 1040676"/>
              <a:gd name="connsiteX2" fmla="*/ 520338 w 1040676"/>
              <a:gd name="connsiteY2" fmla="*/ 1040676 h 1040676"/>
              <a:gd name="connsiteX3" fmla="*/ 0 w 1040676"/>
              <a:gd name="connsiteY3" fmla="*/ 520338 h 1040676"/>
              <a:gd name="connsiteX4" fmla="*/ 520338 w 1040676"/>
              <a:gd name="connsiteY4" fmla="*/ 0 h 10406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0676" h="1040676">
                <a:moveTo>
                  <a:pt x="520338" y="0"/>
                </a:moveTo>
                <a:cubicBezTo>
                  <a:pt x="807713" y="0"/>
                  <a:pt x="1040676" y="232963"/>
                  <a:pt x="1040676" y="520338"/>
                </a:cubicBezTo>
                <a:cubicBezTo>
                  <a:pt x="1040676" y="807713"/>
                  <a:pt x="807713" y="1040676"/>
                  <a:pt x="520338" y="1040676"/>
                </a:cubicBezTo>
                <a:cubicBezTo>
                  <a:pt x="232963" y="1040676"/>
                  <a:pt x="0" y="807713"/>
                  <a:pt x="0" y="520338"/>
                </a:cubicBezTo>
                <a:cubicBezTo>
                  <a:pt x="0" y="232963"/>
                  <a:pt x="232963" y="0"/>
                  <a:pt x="520338" y="0"/>
                </a:cubicBez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
        <p:nvSpPr>
          <p:cNvPr id="46" name="Picture Placeholder 45"/>
          <p:cNvSpPr>
            <a:spLocks noGrp="1"/>
          </p:cNvSpPr>
          <p:nvPr>
            <p:ph type="pic" sz="quarter" idx="23" hasCustomPrompt="1"/>
          </p:nvPr>
        </p:nvSpPr>
        <p:spPr>
          <a:xfrm>
            <a:off x="7213962" y="2675872"/>
            <a:ext cx="1040676" cy="1040676"/>
          </a:xfrm>
          <a:custGeom>
            <a:avLst/>
            <a:gdLst>
              <a:gd name="connsiteX0" fmla="*/ 520338 w 1040676"/>
              <a:gd name="connsiteY0" fmla="*/ 0 h 1040676"/>
              <a:gd name="connsiteX1" fmla="*/ 1040676 w 1040676"/>
              <a:gd name="connsiteY1" fmla="*/ 520338 h 1040676"/>
              <a:gd name="connsiteX2" fmla="*/ 520338 w 1040676"/>
              <a:gd name="connsiteY2" fmla="*/ 1040676 h 1040676"/>
              <a:gd name="connsiteX3" fmla="*/ 0 w 1040676"/>
              <a:gd name="connsiteY3" fmla="*/ 520338 h 1040676"/>
              <a:gd name="connsiteX4" fmla="*/ 520338 w 1040676"/>
              <a:gd name="connsiteY4" fmla="*/ 0 h 10406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0676" h="1040676">
                <a:moveTo>
                  <a:pt x="520338" y="0"/>
                </a:moveTo>
                <a:cubicBezTo>
                  <a:pt x="807713" y="0"/>
                  <a:pt x="1040676" y="232963"/>
                  <a:pt x="1040676" y="520338"/>
                </a:cubicBezTo>
                <a:cubicBezTo>
                  <a:pt x="1040676" y="807713"/>
                  <a:pt x="807713" y="1040676"/>
                  <a:pt x="520338" y="1040676"/>
                </a:cubicBezTo>
                <a:cubicBezTo>
                  <a:pt x="232963" y="1040676"/>
                  <a:pt x="0" y="807713"/>
                  <a:pt x="0" y="520338"/>
                </a:cubicBezTo>
                <a:cubicBezTo>
                  <a:pt x="0" y="232963"/>
                  <a:pt x="232963" y="0"/>
                  <a:pt x="520338" y="0"/>
                </a:cubicBezTo>
                <a:close/>
              </a:path>
            </a:pathLst>
          </a:custGeom>
          <a:solidFill>
            <a:schemeClr val="tx2">
              <a:lumMod val="10000"/>
              <a:lumOff val="90000"/>
            </a:schemeClr>
          </a:solidFill>
          <a:ln>
            <a:noFill/>
          </a:ln>
        </p:spPr>
        <p:txBody>
          <a:bodyPr wrap="square" bIns="457200" anchor="b">
            <a:noAutofit/>
          </a:bodyPr>
          <a:lstStyle>
            <a:lvl1pPr algn="ctr" rtl="0">
              <a:buNone/>
              <a:defRPr sz="1100">
                <a:solidFill>
                  <a:schemeClr val="tx1">
                    <a:lumMod val="50000"/>
                    <a:lumOff val="50000"/>
                  </a:schemeClr>
                </a:solidFill>
              </a:defRPr>
            </a:lvl1pPr>
          </a:lstStyle>
          <a:p>
            <a:r>
              <a:rPr lang="en-US" dirty="0"/>
              <a:t>Image Holder</a:t>
            </a:r>
          </a:p>
        </p:txBody>
      </p:sp>
    </p:spTree>
    <p:extLst>
      <p:ext uri="{BB962C8B-B14F-4D97-AF65-F5344CB8AC3E}">
        <p14:creationId xmlns:p14="http://schemas.microsoft.com/office/powerpoint/2010/main" val="2955997869"/>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M133">
    <p:spTree>
      <p:nvGrpSpPr>
        <p:cNvPr id="1" name=""/>
        <p:cNvGrpSpPr/>
        <p:nvPr/>
      </p:nvGrpSpPr>
      <p:grpSpPr>
        <a:xfrm>
          <a:off x="0" y="0"/>
          <a:ext cx="0" cy="0"/>
          <a:chOff x="0" y="0"/>
          <a:chExt cx="0" cy="0"/>
        </a:xfrm>
      </p:grpSpPr>
      <p:sp>
        <p:nvSpPr>
          <p:cNvPr id="23" name="Picture Placeholder 22"/>
          <p:cNvSpPr>
            <a:spLocks noGrp="1"/>
          </p:cNvSpPr>
          <p:nvPr>
            <p:ph type="pic" sz="quarter" idx="23" hasCustomPrompt="1"/>
          </p:nvPr>
        </p:nvSpPr>
        <p:spPr>
          <a:xfrm>
            <a:off x="3986428" y="1870088"/>
            <a:ext cx="1158808" cy="1158862"/>
          </a:xfrm>
          <a:prstGeom prst="rect">
            <a:avLst/>
          </a:prstGeom>
          <a:solidFill>
            <a:schemeClr val="tx2">
              <a:lumMod val="10000"/>
              <a:lumOff val="90000"/>
            </a:schemeClr>
          </a:solidFill>
          <a:ln>
            <a:noFill/>
          </a:ln>
        </p:spPr>
        <p:txBody>
          <a:bodyPr wrap="square" bIns="457200" anchor="b">
            <a:noAutofit/>
          </a:bodyPr>
          <a:lstStyle>
            <a:lvl1pPr algn="ctr" rtl="0">
              <a:buNone/>
              <a:defRPr sz="700">
                <a:solidFill>
                  <a:schemeClr val="tx1">
                    <a:lumMod val="50000"/>
                    <a:lumOff val="50000"/>
                  </a:schemeClr>
                </a:solidFill>
              </a:defRPr>
            </a:lvl1pPr>
          </a:lstStyle>
          <a:p>
            <a:r>
              <a:rPr lang="en-US" dirty="0"/>
              <a:t>Image Holder</a:t>
            </a:r>
          </a:p>
        </p:txBody>
      </p:sp>
      <p:sp>
        <p:nvSpPr>
          <p:cNvPr id="21" name="Picture Placeholder 20"/>
          <p:cNvSpPr>
            <a:spLocks noGrp="1"/>
          </p:cNvSpPr>
          <p:nvPr>
            <p:ph type="pic" sz="quarter" idx="24" hasCustomPrompt="1"/>
          </p:nvPr>
        </p:nvSpPr>
        <p:spPr>
          <a:xfrm>
            <a:off x="3324602" y="753067"/>
            <a:ext cx="1001438" cy="1001388"/>
          </a:xfrm>
          <a:prstGeom prst="rect">
            <a:avLst/>
          </a:prstGeom>
          <a:solidFill>
            <a:schemeClr val="tx2">
              <a:lumMod val="10000"/>
              <a:lumOff val="90000"/>
            </a:schemeClr>
          </a:solidFill>
          <a:ln>
            <a:noFill/>
          </a:ln>
        </p:spPr>
        <p:txBody>
          <a:bodyPr wrap="square" bIns="457200" anchor="b">
            <a:noAutofit/>
          </a:bodyPr>
          <a:lstStyle>
            <a:lvl1pPr algn="ctr" rtl="0">
              <a:buNone/>
              <a:defRPr sz="700">
                <a:solidFill>
                  <a:schemeClr val="tx1">
                    <a:lumMod val="50000"/>
                    <a:lumOff val="50000"/>
                  </a:schemeClr>
                </a:solidFill>
              </a:defRPr>
            </a:lvl1pPr>
          </a:lstStyle>
          <a:p>
            <a:r>
              <a:rPr lang="en-US" dirty="0"/>
              <a:t>Image Holder</a:t>
            </a:r>
          </a:p>
        </p:txBody>
      </p:sp>
      <p:sp>
        <p:nvSpPr>
          <p:cNvPr id="22" name="Picture Placeholder 21"/>
          <p:cNvSpPr>
            <a:spLocks noGrp="1"/>
          </p:cNvSpPr>
          <p:nvPr>
            <p:ph type="pic" sz="quarter" idx="25" hasCustomPrompt="1"/>
          </p:nvPr>
        </p:nvSpPr>
        <p:spPr>
          <a:xfrm>
            <a:off x="4817961" y="753066"/>
            <a:ext cx="1001442" cy="1001390"/>
          </a:xfrm>
          <a:prstGeom prst="rect">
            <a:avLst/>
          </a:prstGeom>
          <a:solidFill>
            <a:schemeClr val="tx2">
              <a:lumMod val="10000"/>
              <a:lumOff val="90000"/>
            </a:schemeClr>
          </a:solidFill>
          <a:ln>
            <a:noFill/>
          </a:ln>
        </p:spPr>
        <p:txBody>
          <a:bodyPr wrap="square" bIns="457200" anchor="b">
            <a:noAutofit/>
          </a:bodyPr>
          <a:lstStyle>
            <a:lvl1pPr algn="ctr" rtl="0">
              <a:buNone/>
              <a:defRPr sz="700">
                <a:solidFill>
                  <a:schemeClr val="tx1">
                    <a:lumMod val="50000"/>
                    <a:lumOff val="50000"/>
                  </a:schemeClr>
                </a:solidFill>
              </a:defRPr>
            </a:lvl1pPr>
          </a:lstStyle>
          <a:p>
            <a:r>
              <a:rPr lang="en-US" dirty="0"/>
              <a:t>Image Holder</a:t>
            </a:r>
          </a:p>
        </p:txBody>
      </p:sp>
      <p:sp>
        <p:nvSpPr>
          <p:cNvPr id="26" name="Picture Placeholder 25"/>
          <p:cNvSpPr>
            <a:spLocks noGrp="1"/>
          </p:cNvSpPr>
          <p:nvPr>
            <p:ph type="pic" sz="quarter" idx="26" hasCustomPrompt="1"/>
          </p:nvPr>
        </p:nvSpPr>
        <p:spPr>
          <a:xfrm>
            <a:off x="3324627" y="3388996"/>
            <a:ext cx="1001388" cy="1001438"/>
          </a:xfrm>
          <a:prstGeom prst="rect">
            <a:avLst/>
          </a:prstGeom>
          <a:solidFill>
            <a:schemeClr val="tx2">
              <a:lumMod val="10000"/>
              <a:lumOff val="90000"/>
            </a:schemeClr>
          </a:solidFill>
          <a:ln>
            <a:noFill/>
          </a:ln>
        </p:spPr>
        <p:txBody>
          <a:bodyPr wrap="square" bIns="457200" anchor="b">
            <a:noAutofit/>
          </a:bodyPr>
          <a:lstStyle>
            <a:lvl1pPr algn="ctr" rtl="0">
              <a:buNone/>
              <a:defRPr sz="700">
                <a:solidFill>
                  <a:schemeClr val="tx1">
                    <a:lumMod val="50000"/>
                    <a:lumOff val="50000"/>
                  </a:schemeClr>
                </a:solidFill>
              </a:defRPr>
            </a:lvl1pPr>
          </a:lstStyle>
          <a:p>
            <a:r>
              <a:rPr lang="en-US" dirty="0"/>
              <a:t>Image Holder</a:t>
            </a:r>
          </a:p>
        </p:txBody>
      </p:sp>
      <p:sp>
        <p:nvSpPr>
          <p:cNvPr id="25" name="Picture Placeholder 24"/>
          <p:cNvSpPr>
            <a:spLocks noGrp="1"/>
          </p:cNvSpPr>
          <p:nvPr>
            <p:ph type="pic" sz="quarter" idx="27" hasCustomPrompt="1"/>
          </p:nvPr>
        </p:nvSpPr>
        <p:spPr>
          <a:xfrm>
            <a:off x="4817963" y="3389021"/>
            <a:ext cx="1001436" cy="1001386"/>
          </a:xfrm>
          <a:prstGeom prst="rect">
            <a:avLst/>
          </a:prstGeom>
          <a:solidFill>
            <a:schemeClr val="tx2">
              <a:lumMod val="10000"/>
              <a:lumOff val="90000"/>
            </a:schemeClr>
          </a:solidFill>
          <a:ln>
            <a:noFill/>
          </a:ln>
        </p:spPr>
        <p:txBody>
          <a:bodyPr wrap="square" bIns="457200" anchor="b">
            <a:noAutofit/>
          </a:bodyPr>
          <a:lstStyle>
            <a:lvl1pPr algn="ctr" rtl="0">
              <a:buNone/>
              <a:defRPr sz="700">
                <a:solidFill>
                  <a:schemeClr val="tx1">
                    <a:lumMod val="50000"/>
                    <a:lumOff val="50000"/>
                  </a:schemeClr>
                </a:solidFill>
              </a:defRPr>
            </a:lvl1pPr>
          </a:lstStyle>
          <a:p>
            <a:r>
              <a:rPr lang="en-US" dirty="0"/>
              <a:t>Image Holder</a:t>
            </a:r>
          </a:p>
        </p:txBody>
      </p:sp>
      <p:sp>
        <p:nvSpPr>
          <p:cNvPr id="24" name="Picture Placeholder 23"/>
          <p:cNvSpPr>
            <a:spLocks noGrp="1"/>
          </p:cNvSpPr>
          <p:nvPr>
            <p:ph type="pic" sz="quarter" idx="28" hasCustomPrompt="1"/>
          </p:nvPr>
        </p:nvSpPr>
        <p:spPr>
          <a:xfrm>
            <a:off x="5648952" y="2074366"/>
            <a:ext cx="1001414" cy="1001414"/>
          </a:xfrm>
          <a:prstGeom prst="rect">
            <a:avLst/>
          </a:prstGeom>
          <a:solidFill>
            <a:schemeClr val="tx2">
              <a:lumMod val="10000"/>
              <a:lumOff val="90000"/>
            </a:schemeClr>
          </a:solidFill>
          <a:ln>
            <a:noFill/>
          </a:ln>
        </p:spPr>
        <p:txBody>
          <a:bodyPr wrap="square" bIns="457200" anchor="b">
            <a:noAutofit/>
          </a:bodyPr>
          <a:lstStyle>
            <a:lvl1pPr algn="ctr" rtl="0">
              <a:buNone/>
              <a:defRPr sz="700">
                <a:solidFill>
                  <a:schemeClr val="tx1">
                    <a:lumMod val="50000"/>
                    <a:lumOff val="50000"/>
                  </a:schemeClr>
                </a:solidFill>
              </a:defRPr>
            </a:lvl1pPr>
          </a:lstStyle>
          <a:p>
            <a:r>
              <a:rPr lang="en-US" dirty="0"/>
              <a:t>Image Holder</a:t>
            </a:r>
          </a:p>
        </p:txBody>
      </p:sp>
      <p:sp>
        <p:nvSpPr>
          <p:cNvPr id="20" name="Picture Placeholder 19"/>
          <p:cNvSpPr>
            <a:spLocks noGrp="1"/>
          </p:cNvSpPr>
          <p:nvPr>
            <p:ph type="pic" sz="quarter" idx="29" hasCustomPrompt="1"/>
          </p:nvPr>
        </p:nvSpPr>
        <p:spPr>
          <a:xfrm>
            <a:off x="2489080" y="2074367"/>
            <a:ext cx="1001412" cy="1001413"/>
          </a:xfrm>
          <a:prstGeom prst="rect">
            <a:avLst/>
          </a:prstGeom>
          <a:solidFill>
            <a:schemeClr val="tx2">
              <a:lumMod val="10000"/>
              <a:lumOff val="90000"/>
            </a:schemeClr>
          </a:solidFill>
          <a:ln>
            <a:noFill/>
          </a:ln>
        </p:spPr>
        <p:txBody>
          <a:bodyPr wrap="square" bIns="457200" anchor="b">
            <a:noAutofit/>
          </a:bodyPr>
          <a:lstStyle>
            <a:lvl1pPr algn="ctr" rtl="0">
              <a:buNone/>
              <a:defRPr sz="700">
                <a:solidFill>
                  <a:schemeClr val="tx1">
                    <a:lumMod val="50000"/>
                    <a:lumOff val="50000"/>
                  </a:schemeClr>
                </a:solidFill>
              </a:defRPr>
            </a:lvl1pPr>
          </a:lstStyle>
          <a:p>
            <a:r>
              <a:rPr lang="en-US" dirty="0"/>
              <a:t>Image Holder</a:t>
            </a:r>
          </a:p>
        </p:txBody>
      </p:sp>
    </p:spTree>
    <p:extLst>
      <p:ext uri="{BB962C8B-B14F-4D97-AF65-F5344CB8AC3E}">
        <p14:creationId xmlns:p14="http://schemas.microsoft.com/office/powerpoint/2010/main" val="1056108434"/>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M134">
    <p:spTree>
      <p:nvGrpSpPr>
        <p:cNvPr id="1" name=""/>
        <p:cNvGrpSpPr/>
        <p:nvPr/>
      </p:nvGrpSpPr>
      <p:grpSpPr>
        <a:xfrm>
          <a:off x="0" y="0"/>
          <a:ext cx="0" cy="0"/>
          <a:chOff x="0" y="0"/>
          <a:chExt cx="0" cy="0"/>
        </a:xfrm>
      </p:grpSpPr>
      <p:sp>
        <p:nvSpPr>
          <p:cNvPr id="40" name="Picture Placeholder 39"/>
          <p:cNvSpPr>
            <a:spLocks noGrp="1"/>
          </p:cNvSpPr>
          <p:nvPr>
            <p:ph type="pic" sz="quarter" idx="29" hasCustomPrompt="1"/>
          </p:nvPr>
        </p:nvSpPr>
        <p:spPr>
          <a:xfrm>
            <a:off x="389918" y="815481"/>
            <a:ext cx="1375382" cy="1037590"/>
          </a:xfrm>
          <a:custGeom>
            <a:avLst/>
            <a:gdLst>
              <a:gd name="connsiteX0" fmla="*/ 0 w 1375382"/>
              <a:gd name="connsiteY0" fmla="*/ 0 h 1037590"/>
              <a:gd name="connsiteX1" fmla="*/ 1375382 w 1375382"/>
              <a:gd name="connsiteY1" fmla="*/ 0 h 1037590"/>
              <a:gd name="connsiteX2" fmla="*/ 1375382 w 1375382"/>
              <a:gd name="connsiteY2" fmla="*/ 1037590 h 1037590"/>
              <a:gd name="connsiteX3" fmla="*/ 0 w 1375382"/>
              <a:gd name="connsiteY3" fmla="*/ 1037590 h 1037590"/>
            </a:gdLst>
            <a:ahLst/>
            <a:cxnLst>
              <a:cxn ang="0">
                <a:pos x="connsiteX0" y="connsiteY0"/>
              </a:cxn>
              <a:cxn ang="0">
                <a:pos x="connsiteX1" y="connsiteY1"/>
              </a:cxn>
              <a:cxn ang="0">
                <a:pos x="connsiteX2" y="connsiteY2"/>
              </a:cxn>
              <a:cxn ang="0">
                <a:pos x="connsiteX3" y="connsiteY3"/>
              </a:cxn>
            </a:cxnLst>
            <a:rect l="l" t="t" r="r" b="b"/>
            <a:pathLst>
              <a:path w="1375382" h="1037590">
                <a:moveTo>
                  <a:pt x="0" y="0"/>
                </a:moveTo>
                <a:lnTo>
                  <a:pt x="1375382" y="0"/>
                </a:lnTo>
                <a:lnTo>
                  <a:pt x="1375382" y="1037590"/>
                </a:lnTo>
                <a:lnTo>
                  <a:pt x="0" y="1037590"/>
                </a:lnTo>
                <a:close/>
              </a:path>
            </a:pathLst>
          </a:custGeom>
          <a:solidFill>
            <a:schemeClr val="tx2">
              <a:lumMod val="10000"/>
              <a:lumOff val="90000"/>
            </a:schemeClr>
          </a:solidFill>
          <a:ln>
            <a:noFill/>
          </a:ln>
        </p:spPr>
        <p:txBody>
          <a:bodyPr wrap="square" bIns="457200" anchor="b">
            <a:noAutofit/>
          </a:bodyPr>
          <a:lstStyle>
            <a:lvl1pPr algn="ctr" rtl="0">
              <a:buNone/>
              <a:defRPr sz="700">
                <a:solidFill>
                  <a:schemeClr val="tx1">
                    <a:lumMod val="50000"/>
                    <a:lumOff val="50000"/>
                  </a:schemeClr>
                </a:solidFill>
              </a:defRPr>
            </a:lvl1pPr>
          </a:lstStyle>
          <a:p>
            <a:r>
              <a:rPr lang="en-US" dirty="0"/>
              <a:t>Image Holder</a:t>
            </a:r>
          </a:p>
        </p:txBody>
      </p:sp>
      <p:sp>
        <p:nvSpPr>
          <p:cNvPr id="41" name="Picture Placeholder 40"/>
          <p:cNvSpPr>
            <a:spLocks noGrp="1"/>
          </p:cNvSpPr>
          <p:nvPr>
            <p:ph type="pic" sz="quarter" idx="30" hasCustomPrompt="1"/>
          </p:nvPr>
        </p:nvSpPr>
        <p:spPr>
          <a:xfrm>
            <a:off x="2685196" y="815481"/>
            <a:ext cx="1375382" cy="1037590"/>
          </a:xfrm>
          <a:custGeom>
            <a:avLst/>
            <a:gdLst>
              <a:gd name="connsiteX0" fmla="*/ 0 w 1375382"/>
              <a:gd name="connsiteY0" fmla="*/ 0 h 1037590"/>
              <a:gd name="connsiteX1" fmla="*/ 1375382 w 1375382"/>
              <a:gd name="connsiteY1" fmla="*/ 0 h 1037590"/>
              <a:gd name="connsiteX2" fmla="*/ 1375382 w 1375382"/>
              <a:gd name="connsiteY2" fmla="*/ 1037590 h 1037590"/>
              <a:gd name="connsiteX3" fmla="*/ 0 w 1375382"/>
              <a:gd name="connsiteY3" fmla="*/ 1037590 h 1037590"/>
            </a:gdLst>
            <a:ahLst/>
            <a:cxnLst>
              <a:cxn ang="0">
                <a:pos x="connsiteX0" y="connsiteY0"/>
              </a:cxn>
              <a:cxn ang="0">
                <a:pos x="connsiteX1" y="connsiteY1"/>
              </a:cxn>
              <a:cxn ang="0">
                <a:pos x="connsiteX2" y="connsiteY2"/>
              </a:cxn>
              <a:cxn ang="0">
                <a:pos x="connsiteX3" y="connsiteY3"/>
              </a:cxn>
            </a:cxnLst>
            <a:rect l="l" t="t" r="r" b="b"/>
            <a:pathLst>
              <a:path w="1375382" h="1037590">
                <a:moveTo>
                  <a:pt x="0" y="0"/>
                </a:moveTo>
                <a:lnTo>
                  <a:pt x="1375382" y="0"/>
                </a:lnTo>
                <a:lnTo>
                  <a:pt x="1375382" y="1037590"/>
                </a:lnTo>
                <a:lnTo>
                  <a:pt x="0" y="1037590"/>
                </a:lnTo>
                <a:close/>
              </a:path>
            </a:pathLst>
          </a:custGeom>
          <a:solidFill>
            <a:schemeClr val="tx2">
              <a:lumMod val="10000"/>
              <a:lumOff val="90000"/>
            </a:schemeClr>
          </a:solidFill>
          <a:ln>
            <a:noFill/>
          </a:ln>
        </p:spPr>
        <p:txBody>
          <a:bodyPr wrap="square" bIns="457200" anchor="b">
            <a:noAutofit/>
          </a:bodyPr>
          <a:lstStyle>
            <a:lvl1pPr algn="ctr" rtl="0">
              <a:buNone/>
              <a:defRPr sz="700">
                <a:solidFill>
                  <a:schemeClr val="tx1">
                    <a:lumMod val="50000"/>
                    <a:lumOff val="50000"/>
                  </a:schemeClr>
                </a:solidFill>
              </a:defRPr>
            </a:lvl1pPr>
          </a:lstStyle>
          <a:p>
            <a:r>
              <a:rPr lang="en-US" dirty="0"/>
              <a:t>Image Holder</a:t>
            </a:r>
          </a:p>
        </p:txBody>
      </p:sp>
      <p:sp>
        <p:nvSpPr>
          <p:cNvPr id="42" name="Picture Placeholder 41"/>
          <p:cNvSpPr>
            <a:spLocks noGrp="1"/>
          </p:cNvSpPr>
          <p:nvPr>
            <p:ph type="pic" sz="quarter" idx="31" hasCustomPrompt="1"/>
          </p:nvPr>
        </p:nvSpPr>
        <p:spPr>
          <a:xfrm>
            <a:off x="4973548" y="815481"/>
            <a:ext cx="1375382" cy="1037590"/>
          </a:xfrm>
          <a:custGeom>
            <a:avLst/>
            <a:gdLst>
              <a:gd name="connsiteX0" fmla="*/ 0 w 1375382"/>
              <a:gd name="connsiteY0" fmla="*/ 0 h 1037590"/>
              <a:gd name="connsiteX1" fmla="*/ 1375382 w 1375382"/>
              <a:gd name="connsiteY1" fmla="*/ 0 h 1037590"/>
              <a:gd name="connsiteX2" fmla="*/ 1375382 w 1375382"/>
              <a:gd name="connsiteY2" fmla="*/ 1037590 h 1037590"/>
              <a:gd name="connsiteX3" fmla="*/ 0 w 1375382"/>
              <a:gd name="connsiteY3" fmla="*/ 1037590 h 1037590"/>
            </a:gdLst>
            <a:ahLst/>
            <a:cxnLst>
              <a:cxn ang="0">
                <a:pos x="connsiteX0" y="connsiteY0"/>
              </a:cxn>
              <a:cxn ang="0">
                <a:pos x="connsiteX1" y="connsiteY1"/>
              </a:cxn>
              <a:cxn ang="0">
                <a:pos x="connsiteX2" y="connsiteY2"/>
              </a:cxn>
              <a:cxn ang="0">
                <a:pos x="connsiteX3" y="connsiteY3"/>
              </a:cxn>
            </a:cxnLst>
            <a:rect l="l" t="t" r="r" b="b"/>
            <a:pathLst>
              <a:path w="1375382" h="1037590">
                <a:moveTo>
                  <a:pt x="0" y="0"/>
                </a:moveTo>
                <a:lnTo>
                  <a:pt x="1375382" y="0"/>
                </a:lnTo>
                <a:lnTo>
                  <a:pt x="1375382" y="1037590"/>
                </a:lnTo>
                <a:lnTo>
                  <a:pt x="0" y="1037590"/>
                </a:lnTo>
                <a:close/>
              </a:path>
            </a:pathLst>
          </a:custGeom>
          <a:solidFill>
            <a:schemeClr val="tx2">
              <a:lumMod val="10000"/>
              <a:lumOff val="90000"/>
            </a:schemeClr>
          </a:solidFill>
          <a:ln>
            <a:noFill/>
          </a:ln>
        </p:spPr>
        <p:txBody>
          <a:bodyPr wrap="square" bIns="457200" anchor="b">
            <a:noAutofit/>
          </a:bodyPr>
          <a:lstStyle>
            <a:lvl1pPr algn="ctr" rtl="0">
              <a:buNone/>
              <a:defRPr sz="700">
                <a:solidFill>
                  <a:schemeClr val="tx1">
                    <a:lumMod val="50000"/>
                    <a:lumOff val="50000"/>
                  </a:schemeClr>
                </a:solidFill>
              </a:defRPr>
            </a:lvl1pPr>
          </a:lstStyle>
          <a:p>
            <a:r>
              <a:rPr lang="en-US" dirty="0"/>
              <a:t>Image Holder</a:t>
            </a:r>
          </a:p>
        </p:txBody>
      </p:sp>
      <p:sp>
        <p:nvSpPr>
          <p:cNvPr id="43" name="Picture Placeholder 42"/>
          <p:cNvSpPr>
            <a:spLocks noGrp="1"/>
          </p:cNvSpPr>
          <p:nvPr>
            <p:ph type="pic" sz="quarter" idx="32" hasCustomPrompt="1"/>
          </p:nvPr>
        </p:nvSpPr>
        <p:spPr>
          <a:xfrm>
            <a:off x="7257645" y="815481"/>
            <a:ext cx="1375382" cy="1037590"/>
          </a:xfrm>
          <a:custGeom>
            <a:avLst/>
            <a:gdLst>
              <a:gd name="connsiteX0" fmla="*/ 0 w 1375382"/>
              <a:gd name="connsiteY0" fmla="*/ 0 h 1037590"/>
              <a:gd name="connsiteX1" fmla="*/ 1375382 w 1375382"/>
              <a:gd name="connsiteY1" fmla="*/ 0 h 1037590"/>
              <a:gd name="connsiteX2" fmla="*/ 1375382 w 1375382"/>
              <a:gd name="connsiteY2" fmla="*/ 1037590 h 1037590"/>
              <a:gd name="connsiteX3" fmla="*/ 0 w 1375382"/>
              <a:gd name="connsiteY3" fmla="*/ 1037590 h 1037590"/>
            </a:gdLst>
            <a:ahLst/>
            <a:cxnLst>
              <a:cxn ang="0">
                <a:pos x="connsiteX0" y="connsiteY0"/>
              </a:cxn>
              <a:cxn ang="0">
                <a:pos x="connsiteX1" y="connsiteY1"/>
              </a:cxn>
              <a:cxn ang="0">
                <a:pos x="connsiteX2" y="connsiteY2"/>
              </a:cxn>
              <a:cxn ang="0">
                <a:pos x="connsiteX3" y="connsiteY3"/>
              </a:cxn>
            </a:cxnLst>
            <a:rect l="l" t="t" r="r" b="b"/>
            <a:pathLst>
              <a:path w="1375382" h="1037590">
                <a:moveTo>
                  <a:pt x="0" y="0"/>
                </a:moveTo>
                <a:lnTo>
                  <a:pt x="1375382" y="0"/>
                </a:lnTo>
                <a:lnTo>
                  <a:pt x="1375382" y="1037590"/>
                </a:lnTo>
                <a:lnTo>
                  <a:pt x="0" y="1037590"/>
                </a:lnTo>
                <a:close/>
              </a:path>
            </a:pathLst>
          </a:custGeom>
          <a:solidFill>
            <a:schemeClr val="tx2">
              <a:lumMod val="10000"/>
              <a:lumOff val="90000"/>
            </a:schemeClr>
          </a:solidFill>
          <a:ln>
            <a:noFill/>
          </a:ln>
        </p:spPr>
        <p:txBody>
          <a:bodyPr wrap="square" bIns="457200" anchor="b">
            <a:noAutofit/>
          </a:bodyPr>
          <a:lstStyle>
            <a:lvl1pPr algn="ctr" rtl="0">
              <a:buNone/>
              <a:defRPr sz="700">
                <a:solidFill>
                  <a:schemeClr val="tx1">
                    <a:lumMod val="50000"/>
                    <a:lumOff val="50000"/>
                  </a:schemeClr>
                </a:solidFill>
              </a:defRPr>
            </a:lvl1pPr>
          </a:lstStyle>
          <a:p>
            <a:r>
              <a:rPr lang="en-US" dirty="0"/>
              <a:t>Image Holder</a:t>
            </a:r>
          </a:p>
        </p:txBody>
      </p:sp>
      <p:sp>
        <p:nvSpPr>
          <p:cNvPr id="50" name="Picture Placeholder 49"/>
          <p:cNvSpPr>
            <a:spLocks noGrp="1"/>
          </p:cNvSpPr>
          <p:nvPr>
            <p:ph type="pic" sz="quarter" idx="33" hasCustomPrompt="1"/>
          </p:nvPr>
        </p:nvSpPr>
        <p:spPr>
          <a:xfrm>
            <a:off x="389918" y="2737474"/>
            <a:ext cx="1375382" cy="1037590"/>
          </a:xfrm>
          <a:custGeom>
            <a:avLst/>
            <a:gdLst>
              <a:gd name="connsiteX0" fmla="*/ 0 w 1375382"/>
              <a:gd name="connsiteY0" fmla="*/ 0 h 1037590"/>
              <a:gd name="connsiteX1" fmla="*/ 1375382 w 1375382"/>
              <a:gd name="connsiteY1" fmla="*/ 0 h 1037590"/>
              <a:gd name="connsiteX2" fmla="*/ 1375382 w 1375382"/>
              <a:gd name="connsiteY2" fmla="*/ 1037590 h 1037590"/>
              <a:gd name="connsiteX3" fmla="*/ 0 w 1375382"/>
              <a:gd name="connsiteY3" fmla="*/ 1037590 h 1037590"/>
            </a:gdLst>
            <a:ahLst/>
            <a:cxnLst>
              <a:cxn ang="0">
                <a:pos x="connsiteX0" y="connsiteY0"/>
              </a:cxn>
              <a:cxn ang="0">
                <a:pos x="connsiteX1" y="connsiteY1"/>
              </a:cxn>
              <a:cxn ang="0">
                <a:pos x="connsiteX2" y="connsiteY2"/>
              </a:cxn>
              <a:cxn ang="0">
                <a:pos x="connsiteX3" y="connsiteY3"/>
              </a:cxn>
            </a:cxnLst>
            <a:rect l="l" t="t" r="r" b="b"/>
            <a:pathLst>
              <a:path w="1375382" h="1037590">
                <a:moveTo>
                  <a:pt x="0" y="0"/>
                </a:moveTo>
                <a:lnTo>
                  <a:pt x="1375382" y="0"/>
                </a:lnTo>
                <a:lnTo>
                  <a:pt x="1375382" y="1037590"/>
                </a:lnTo>
                <a:lnTo>
                  <a:pt x="0" y="1037590"/>
                </a:lnTo>
                <a:close/>
              </a:path>
            </a:pathLst>
          </a:custGeom>
          <a:solidFill>
            <a:schemeClr val="tx2">
              <a:lumMod val="10000"/>
              <a:lumOff val="90000"/>
            </a:schemeClr>
          </a:solidFill>
          <a:ln>
            <a:noFill/>
          </a:ln>
        </p:spPr>
        <p:txBody>
          <a:bodyPr wrap="square" bIns="457200" anchor="b">
            <a:noAutofit/>
          </a:bodyPr>
          <a:lstStyle>
            <a:lvl1pPr algn="ctr" rtl="0">
              <a:buNone/>
              <a:defRPr sz="700">
                <a:solidFill>
                  <a:schemeClr val="tx1">
                    <a:lumMod val="50000"/>
                    <a:lumOff val="50000"/>
                  </a:schemeClr>
                </a:solidFill>
              </a:defRPr>
            </a:lvl1pPr>
          </a:lstStyle>
          <a:p>
            <a:r>
              <a:rPr lang="en-US" dirty="0"/>
              <a:t>Image Holder</a:t>
            </a:r>
          </a:p>
        </p:txBody>
      </p:sp>
      <p:sp>
        <p:nvSpPr>
          <p:cNvPr id="51" name="Picture Placeholder 50"/>
          <p:cNvSpPr>
            <a:spLocks noGrp="1"/>
          </p:cNvSpPr>
          <p:nvPr>
            <p:ph type="pic" sz="quarter" idx="34" hasCustomPrompt="1"/>
          </p:nvPr>
        </p:nvSpPr>
        <p:spPr>
          <a:xfrm>
            <a:off x="2685196" y="2737474"/>
            <a:ext cx="1375382" cy="1037590"/>
          </a:xfrm>
          <a:custGeom>
            <a:avLst/>
            <a:gdLst>
              <a:gd name="connsiteX0" fmla="*/ 0 w 1375382"/>
              <a:gd name="connsiteY0" fmla="*/ 0 h 1037590"/>
              <a:gd name="connsiteX1" fmla="*/ 1375382 w 1375382"/>
              <a:gd name="connsiteY1" fmla="*/ 0 h 1037590"/>
              <a:gd name="connsiteX2" fmla="*/ 1375382 w 1375382"/>
              <a:gd name="connsiteY2" fmla="*/ 1037590 h 1037590"/>
              <a:gd name="connsiteX3" fmla="*/ 0 w 1375382"/>
              <a:gd name="connsiteY3" fmla="*/ 1037590 h 1037590"/>
            </a:gdLst>
            <a:ahLst/>
            <a:cxnLst>
              <a:cxn ang="0">
                <a:pos x="connsiteX0" y="connsiteY0"/>
              </a:cxn>
              <a:cxn ang="0">
                <a:pos x="connsiteX1" y="connsiteY1"/>
              </a:cxn>
              <a:cxn ang="0">
                <a:pos x="connsiteX2" y="connsiteY2"/>
              </a:cxn>
              <a:cxn ang="0">
                <a:pos x="connsiteX3" y="connsiteY3"/>
              </a:cxn>
            </a:cxnLst>
            <a:rect l="l" t="t" r="r" b="b"/>
            <a:pathLst>
              <a:path w="1375382" h="1037590">
                <a:moveTo>
                  <a:pt x="0" y="0"/>
                </a:moveTo>
                <a:lnTo>
                  <a:pt x="1375382" y="0"/>
                </a:lnTo>
                <a:lnTo>
                  <a:pt x="1375382" y="1037590"/>
                </a:lnTo>
                <a:lnTo>
                  <a:pt x="0" y="1037590"/>
                </a:lnTo>
                <a:close/>
              </a:path>
            </a:pathLst>
          </a:custGeom>
          <a:solidFill>
            <a:schemeClr val="tx2">
              <a:lumMod val="10000"/>
              <a:lumOff val="90000"/>
            </a:schemeClr>
          </a:solidFill>
          <a:ln>
            <a:noFill/>
          </a:ln>
        </p:spPr>
        <p:txBody>
          <a:bodyPr wrap="square" bIns="457200" anchor="b">
            <a:noAutofit/>
          </a:bodyPr>
          <a:lstStyle>
            <a:lvl1pPr algn="ctr" rtl="0">
              <a:buNone/>
              <a:defRPr sz="700">
                <a:solidFill>
                  <a:schemeClr val="tx1">
                    <a:lumMod val="50000"/>
                    <a:lumOff val="50000"/>
                  </a:schemeClr>
                </a:solidFill>
              </a:defRPr>
            </a:lvl1pPr>
          </a:lstStyle>
          <a:p>
            <a:r>
              <a:rPr lang="en-US" dirty="0"/>
              <a:t>Image Holder</a:t>
            </a:r>
          </a:p>
        </p:txBody>
      </p:sp>
      <p:sp>
        <p:nvSpPr>
          <p:cNvPr id="44" name="Picture Placeholder 43"/>
          <p:cNvSpPr>
            <a:spLocks noGrp="1"/>
          </p:cNvSpPr>
          <p:nvPr>
            <p:ph type="pic" sz="quarter" idx="35" hasCustomPrompt="1"/>
          </p:nvPr>
        </p:nvSpPr>
        <p:spPr>
          <a:xfrm>
            <a:off x="4973548" y="2737474"/>
            <a:ext cx="1375382" cy="1037590"/>
          </a:xfrm>
          <a:custGeom>
            <a:avLst/>
            <a:gdLst>
              <a:gd name="connsiteX0" fmla="*/ 0 w 1375382"/>
              <a:gd name="connsiteY0" fmla="*/ 0 h 1037590"/>
              <a:gd name="connsiteX1" fmla="*/ 1375382 w 1375382"/>
              <a:gd name="connsiteY1" fmla="*/ 0 h 1037590"/>
              <a:gd name="connsiteX2" fmla="*/ 1375382 w 1375382"/>
              <a:gd name="connsiteY2" fmla="*/ 1037590 h 1037590"/>
              <a:gd name="connsiteX3" fmla="*/ 0 w 1375382"/>
              <a:gd name="connsiteY3" fmla="*/ 1037590 h 1037590"/>
            </a:gdLst>
            <a:ahLst/>
            <a:cxnLst>
              <a:cxn ang="0">
                <a:pos x="connsiteX0" y="connsiteY0"/>
              </a:cxn>
              <a:cxn ang="0">
                <a:pos x="connsiteX1" y="connsiteY1"/>
              </a:cxn>
              <a:cxn ang="0">
                <a:pos x="connsiteX2" y="connsiteY2"/>
              </a:cxn>
              <a:cxn ang="0">
                <a:pos x="connsiteX3" y="connsiteY3"/>
              </a:cxn>
            </a:cxnLst>
            <a:rect l="l" t="t" r="r" b="b"/>
            <a:pathLst>
              <a:path w="1375382" h="1037590">
                <a:moveTo>
                  <a:pt x="0" y="0"/>
                </a:moveTo>
                <a:lnTo>
                  <a:pt x="1375382" y="0"/>
                </a:lnTo>
                <a:lnTo>
                  <a:pt x="1375382" y="1037590"/>
                </a:lnTo>
                <a:lnTo>
                  <a:pt x="0" y="1037590"/>
                </a:lnTo>
                <a:close/>
              </a:path>
            </a:pathLst>
          </a:custGeom>
          <a:solidFill>
            <a:schemeClr val="tx2">
              <a:lumMod val="10000"/>
              <a:lumOff val="90000"/>
            </a:schemeClr>
          </a:solidFill>
          <a:ln>
            <a:noFill/>
          </a:ln>
        </p:spPr>
        <p:txBody>
          <a:bodyPr wrap="square" bIns="457200" anchor="b">
            <a:noAutofit/>
          </a:bodyPr>
          <a:lstStyle>
            <a:lvl1pPr algn="ctr" rtl="0">
              <a:buNone/>
              <a:defRPr sz="700">
                <a:solidFill>
                  <a:schemeClr val="tx1">
                    <a:lumMod val="50000"/>
                    <a:lumOff val="50000"/>
                  </a:schemeClr>
                </a:solidFill>
              </a:defRPr>
            </a:lvl1pPr>
          </a:lstStyle>
          <a:p>
            <a:r>
              <a:rPr lang="en-US" dirty="0"/>
              <a:t>Image Holder</a:t>
            </a:r>
          </a:p>
        </p:txBody>
      </p:sp>
    </p:spTree>
    <p:extLst>
      <p:ext uri="{BB962C8B-B14F-4D97-AF65-F5344CB8AC3E}">
        <p14:creationId xmlns:p14="http://schemas.microsoft.com/office/powerpoint/2010/main" val="2011766423"/>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M136">
    <p:spTree>
      <p:nvGrpSpPr>
        <p:cNvPr id="1" name=""/>
        <p:cNvGrpSpPr/>
        <p:nvPr/>
      </p:nvGrpSpPr>
      <p:grpSpPr>
        <a:xfrm>
          <a:off x="0" y="0"/>
          <a:ext cx="0" cy="0"/>
          <a:chOff x="0" y="0"/>
          <a:chExt cx="0" cy="0"/>
        </a:xfrm>
      </p:grpSpPr>
      <p:sp>
        <p:nvSpPr>
          <p:cNvPr id="4" name="Picture Placeholder 3"/>
          <p:cNvSpPr>
            <a:spLocks noGrp="1"/>
          </p:cNvSpPr>
          <p:nvPr>
            <p:ph type="pic" sz="quarter" idx="29" hasCustomPrompt="1"/>
          </p:nvPr>
        </p:nvSpPr>
        <p:spPr>
          <a:xfrm>
            <a:off x="2" y="1554480"/>
            <a:ext cx="9143999" cy="3230880"/>
          </a:xfrm>
          <a:custGeom>
            <a:avLst/>
            <a:gdLst>
              <a:gd name="connsiteX0" fmla="*/ 0 w 9143999"/>
              <a:gd name="connsiteY0" fmla="*/ 0 h 3230880"/>
              <a:gd name="connsiteX1" fmla="*/ 9143999 w 9143999"/>
              <a:gd name="connsiteY1" fmla="*/ 0 h 3230880"/>
              <a:gd name="connsiteX2" fmla="*/ 9143999 w 9143999"/>
              <a:gd name="connsiteY2" fmla="*/ 3230880 h 3230880"/>
              <a:gd name="connsiteX3" fmla="*/ 0 w 9143999"/>
              <a:gd name="connsiteY3" fmla="*/ 3230880 h 3230880"/>
            </a:gdLst>
            <a:ahLst/>
            <a:cxnLst>
              <a:cxn ang="0">
                <a:pos x="connsiteX0" y="connsiteY0"/>
              </a:cxn>
              <a:cxn ang="0">
                <a:pos x="connsiteX1" y="connsiteY1"/>
              </a:cxn>
              <a:cxn ang="0">
                <a:pos x="connsiteX2" y="connsiteY2"/>
              </a:cxn>
              <a:cxn ang="0">
                <a:pos x="connsiteX3" y="connsiteY3"/>
              </a:cxn>
            </a:cxnLst>
            <a:rect l="l" t="t" r="r" b="b"/>
            <a:pathLst>
              <a:path w="9143999" h="3230880">
                <a:moveTo>
                  <a:pt x="0" y="0"/>
                </a:moveTo>
                <a:lnTo>
                  <a:pt x="9143999" y="0"/>
                </a:lnTo>
                <a:lnTo>
                  <a:pt x="9143999" y="3230880"/>
                </a:lnTo>
                <a:lnTo>
                  <a:pt x="0" y="3230880"/>
                </a:lnTo>
                <a:close/>
              </a:path>
            </a:pathLst>
          </a:custGeom>
          <a:solidFill>
            <a:schemeClr val="tx2">
              <a:lumMod val="10000"/>
              <a:lumOff val="90000"/>
            </a:schemeClr>
          </a:solidFill>
          <a:ln>
            <a:noFill/>
          </a:ln>
        </p:spPr>
        <p:txBody>
          <a:bodyPr wrap="square" bIns="457200" anchor="b">
            <a:noAutofit/>
          </a:bodyPr>
          <a:lstStyle>
            <a:lvl1pPr algn="ctr" rtl="0">
              <a:buNone/>
              <a:defRPr sz="700">
                <a:solidFill>
                  <a:schemeClr val="tx1">
                    <a:lumMod val="50000"/>
                    <a:lumOff val="50000"/>
                  </a:schemeClr>
                </a:solidFill>
              </a:defRPr>
            </a:lvl1pPr>
          </a:lstStyle>
          <a:p>
            <a:r>
              <a:rPr lang="en-US" dirty="0"/>
              <a:t>Image Holder</a:t>
            </a:r>
          </a:p>
        </p:txBody>
      </p:sp>
    </p:spTree>
    <p:extLst>
      <p:ext uri="{BB962C8B-B14F-4D97-AF65-F5344CB8AC3E}">
        <p14:creationId xmlns:p14="http://schemas.microsoft.com/office/powerpoint/2010/main" val="3450058468"/>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M139">
    <p:spTree>
      <p:nvGrpSpPr>
        <p:cNvPr id="1" name=""/>
        <p:cNvGrpSpPr/>
        <p:nvPr/>
      </p:nvGrpSpPr>
      <p:grpSpPr>
        <a:xfrm>
          <a:off x="0" y="0"/>
          <a:ext cx="0" cy="0"/>
          <a:chOff x="0" y="0"/>
          <a:chExt cx="0" cy="0"/>
        </a:xfrm>
      </p:grpSpPr>
      <p:sp>
        <p:nvSpPr>
          <p:cNvPr id="17" name="Text Placeholder 3"/>
          <p:cNvSpPr>
            <a:spLocks noGrp="1"/>
          </p:cNvSpPr>
          <p:nvPr>
            <p:ph type="body" sz="half" idx="2" hasCustomPrompt="1"/>
          </p:nvPr>
        </p:nvSpPr>
        <p:spPr>
          <a:xfrm>
            <a:off x="4419600" y="883822"/>
            <a:ext cx="4329764" cy="173255"/>
          </a:xfrm>
          <a:prstGeom prst="rect">
            <a:avLst/>
          </a:prstGeom>
        </p:spPr>
        <p:txBody>
          <a:bodyPr wrap="none" lIns="0" tIns="0" rIns="0" bIns="0" anchor="ctr">
            <a:noAutofit/>
          </a:bodyPr>
          <a:lstStyle>
            <a:lvl1pPr marL="0" indent="0" algn="l" rtl="0">
              <a:buNone/>
              <a:defRPr sz="1200" b="0" baseline="0">
                <a:solidFill>
                  <a:schemeClr val="bg1">
                    <a:lumMod val="65000"/>
                  </a:schemeClr>
                </a:solidFill>
                <a:latin typeface="+mn-lt"/>
                <a:ea typeface="Roboto" panose="02000000000000000000" pitchFamily="2" charset="0"/>
              </a:defRPr>
            </a:lvl1pPr>
            <a:lvl2pPr marL="457178" indent="0">
              <a:buNone/>
              <a:defRPr sz="1200"/>
            </a:lvl2pPr>
            <a:lvl3pPr marL="914354" indent="0">
              <a:buNone/>
              <a:defRPr sz="1000"/>
            </a:lvl3pPr>
            <a:lvl4pPr marL="1371532" indent="0">
              <a:buNone/>
              <a:defRPr sz="900"/>
            </a:lvl4pPr>
            <a:lvl5pPr marL="1828709" indent="0">
              <a:buNone/>
              <a:defRPr sz="900"/>
            </a:lvl5pPr>
            <a:lvl6pPr marL="2285886" indent="0">
              <a:buNone/>
              <a:defRPr sz="900"/>
            </a:lvl6pPr>
            <a:lvl7pPr marL="2743062" indent="0">
              <a:buNone/>
              <a:defRPr sz="900"/>
            </a:lvl7pPr>
            <a:lvl8pPr marL="3200240" indent="0">
              <a:buNone/>
              <a:defRPr sz="900"/>
            </a:lvl8pPr>
            <a:lvl9pPr marL="3657418" indent="0">
              <a:buNone/>
              <a:defRPr sz="900"/>
            </a:lvl9pPr>
          </a:lstStyle>
          <a:p>
            <a:pPr lvl="0"/>
            <a:r>
              <a:rPr lang="en-US" dirty="0"/>
              <a:t>CLICK TO EDITE SUBTITLE</a:t>
            </a:r>
          </a:p>
        </p:txBody>
      </p:sp>
      <p:sp>
        <p:nvSpPr>
          <p:cNvPr id="18" name="Title 2"/>
          <p:cNvSpPr>
            <a:spLocks noGrp="1"/>
          </p:cNvSpPr>
          <p:nvPr>
            <p:ph type="title" hasCustomPrompt="1"/>
          </p:nvPr>
        </p:nvSpPr>
        <p:spPr>
          <a:xfrm>
            <a:off x="4419600" y="341315"/>
            <a:ext cx="4329764" cy="495383"/>
          </a:xfrm>
          <a:prstGeom prst="rect">
            <a:avLst/>
          </a:prstGeom>
        </p:spPr>
        <p:txBody>
          <a:bodyPr lIns="0" tIns="0" rIns="0" bIns="0" anchor="ctr"/>
          <a:lstStyle>
            <a:lvl1pPr algn="l" rtl="0">
              <a:defRPr sz="3200">
                <a:solidFill>
                  <a:schemeClr val="bg1">
                    <a:lumMod val="50000"/>
                  </a:schemeClr>
                </a:solidFill>
              </a:defRPr>
            </a:lvl1pPr>
          </a:lstStyle>
          <a:p>
            <a:r>
              <a:rPr lang="en-US" dirty="0"/>
              <a:t>Click to edit title</a:t>
            </a:r>
          </a:p>
        </p:txBody>
      </p:sp>
      <p:sp>
        <p:nvSpPr>
          <p:cNvPr id="10" name="Picture Placeholder 9"/>
          <p:cNvSpPr>
            <a:spLocks noGrp="1"/>
          </p:cNvSpPr>
          <p:nvPr>
            <p:ph type="pic" sz="quarter" idx="30" hasCustomPrompt="1"/>
          </p:nvPr>
        </p:nvSpPr>
        <p:spPr>
          <a:xfrm>
            <a:off x="2169412" y="314959"/>
            <a:ext cx="2118108" cy="4828540"/>
          </a:xfrm>
          <a:custGeom>
            <a:avLst/>
            <a:gdLst>
              <a:gd name="connsiteX0" fmla="*/ 0 w 2118108"/>
              <a:gd name="connsiteY0" fmla="*/ 0 h 4828540"/>
              <a:gd name="connsiteX1" fmla="*/ 2118108 w 2118108"/>
              <a:gd name="connsiteY1" fmla="*/ 0 h 4828540"/>
              <a:gd name="connsiteX2" fmla="*/ 2118108 w 2118108"/>
              <a:gd name="connsiteY2" fmla="*/ 4828540 h 4828540"/>
              <a:gd name="connsiteX3" fmla="*/ 0 w 2118108"/>
              <a:gd name="connsiteY3" fmla="*/ 4828540 h 4828540"/>
            </a:gdLst>
            <a:ahLst/>
            <a:cxnLst>
              <a:cxn ang="0">
                <a:pos x="connsiteX0" y="connsiteY0"/>
              </a:cxn>
              <a:cxn ang="0">
                <a:pos x="connsiteX1" y="connsiteY1"/>
              </a:cxn>
              <a:cxn ang="0">
                <a:pos x="connsiteX2" y="connsiteY2"/>
              </a:cxn>
              <a:cxn ang="0">
                <a:pos x="connsiteX3" y="connsiteY3"/>
              </a:cxn>
            </a:cxnLst>
            <a:rect l="l" t="t" r="r" b="b"/>
            <a:pathLst>
              <a:path w="2118108" h="4828540">
                <a:moveTo>
                  <a:pt x="0" y="0"/>
                </a:moveTo>
                <a:lnTo>
                  <a:pt x="2118108" y="0"/>
                </a:lnTo>
                <a:lnTo>
                  <a:pt x="2118108" y="4828540"/>
                </a:lnTo>
                <a:lnTo>
                  <a:pt x="0" y="4828540"/>
                </a:lnTo>
                <a:close/>
              </a:path>
            </a:pathLst>
          </a:custGeom>
          <a:solidFill>
            <a:schemeClr val="tx2">
              <a:lumMod val="10000"/>
              <a:lumOff val="90000"/>
            </a:schemeClr>
          </a:solidFill>
          <a:ln>
            <a:noFill/>
          </a:ln>
        </p:spPr>
        <p:txBody>
          <a:bodyPr wrap="square" bIns="457200" anchor="b">
            <a:noAutofit/>
          </a:bodyPr>
          <a:lstStyle>
            <a:lvl1pPr algn="ctr" rtl="0">
              <a:buNone/>
              <a:defRPr sz="700">
                <a:solidFill>
                  <a:schemeClr val="tx1">
                    <a:lumMod val="50000"/>
                    <a:lumOff val="50000"/>
                  </a:schemeClr>
                </a:solidFill>
              </a:defRPr>
            </a:lvl1pPr>
          </a:lstStyle>
          <a:p>
            <a:r>
              <a:rPr lang="en-US" dirty="0"/>
              <a:t>Image Holder</a:t>
            </a:r>
          </a:p>
        </p:txBody>
      </p:sp>
      <p:sp>
        <p:nvSpPr>
          <p:cNvPr id="12" name="Picture Placeholder 11"/>
          <p:cNvSpPr>
            <a:spLocks noGrp="1"/>
          </p:cNvSpPr>
          <p:nvPr>
            <p:ph type="pic" sz="quarter" idx="31" hasCustomPrompt="1"/>
          </p:nvPr>
        </p:nvSpPr>
        <p:spPr>
          <a:xfrm>
            <a:off x="0" y="314959"/>
            <a:ext cx="2118108" cy="4828540"/>
          </a:xfrm>
          <a:custGeom>
            <a:avLst/>
            <a:gdLst>
              <a:gd name="connsiteX0" fmla="*/ 0 w 2118108"/>
              <a:gd name="connsiteY0" fmla="*/ 0 h 4828540"/>
              <a:gd name="connsiteX1" fmla="*/ 2118108 w 2118108"/>
              <a:gd name="connsiteY1" fmla="*/ 0 h 4828540"/>
              <a:gd name="connsiteX2" fmla="*/ 2118108 w 2118108"/>
              <a:gd name="connsiteY2" fmla="*/ 4828540 h 4828540"/>
              <a:gd name="connsiteX3" fmla="*/ 0 w 2118108"/>
              <a:gd name="connsiteY3" fmla="*/ 4828540 h 4828540"/>
            </a:gdLst>
            <a:ahLst/>
            <a:cxnLst>
              <a:cxn ang="0">
                <a:pos x="connsiteX0" y="connsiteY0"/>
              </a:cxn>
              <a:cxn ang="0">
                <a:pos x="connsiteX1" y="connsiteY1"/>
              </a:cxn>
              <a:cxn ang="0">
                <a:pos x="connsiteX2" y="connsiteY2"/>
              </a:cxn>
              <a:cxn ang="0">
                <a:pos x="connsiteX3" y="connsiteY3"/>
              </a:cxn>
            </a:cxnLst>
            <a:rect l="l" t="t" r="r" b="b"/>
            <a:pathLst>
              <a:path w="2118108" h="4828540">
                <a:moveTo>
                  <a:pt x="0" y="0"/>
                </a:moveTo>
                <a:lnTo>
                  <a:pt x="2118108" y="0"/>
                </a:lnTo>
                <a:lnTo>
                  <a:pt x="2118108" y="4828540"/>
                </a:lnTo>
                <a:lnTo>
                  <a:pt x="0" y="4828540"/>
                </a:lnTo>
                <a:close/>
              </a:path>
            </a:pathLst>
          </a:custGeom>
          <a:solidFill>
            <a:schemeClr val="tx2">
              <a:lumMod val="10000"/>
              <a:lumOff val="90000"/>
            </a:schemeClr>
          </a:solidFill>
          <a:ln>
            <a:noFill/>
          </a:ln>
        </p:spPr>
        <p:txBody>
          <a:bodyPr wrap="square" bIns="457200" anchor="b">
            <a:noAutofit/>
          </a:bodyPr>
          <a:lstStyle>
            <a:lvl1pPr algn="ctr" rtl="0">
              <a:buNone/>
              <a:defRPr sz="700">
                <a:solidFill>
                  <a:schemeClr val="tx1">
                    <a:lumMod val="50000"/>
                    <a:lumOff val="50000"/>
                  </a:schemeClr>
                </a:solidFill>
              </a:defRPr>
            </a:lvl1pPr>
          </a:lstStyle>
          <a:p>
            <a:r>
              <a:rPr lang="en-US" dirty="0"/>
              <a:t>Image Holder</a:t>
            </a:r>
          </a:p>
        </p:txBody>
      </p:sp>
    </p:spTree>
    <p:extLst>
      <p:ext uri="{BB962C8B-B14F-4D97-AF65-F5344CB8AC3E}">
        <p14:creationId xmlns:p14="http://schemas.microsoft.com/office/powerpoint/2010/main" val="198141571"/>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M140">
    <p:spTree>
      <p:nvGrpSpPr>
        <p:cNvPr id="1" name=""/>
        <p:cNvGrpSpPr/>
        <p:nvPr/>
      </p:nvGrpSpPr>
      <p:grpSpPr>
        <a:xfrm>
          <a:off x="0" y="0"/>
          <a:ext cx="0" cy="0"/>
          <a:chOff x="0" y="0"/>
          <a:chExt cx="0" cy="0"/>
        </a:xfrm>
      </p:grpSpPr>
      <p:sp>
        <p:nvSpPr>
          <p:cNvPr id="20" name="Text Placeholder 3"/>
          <p:cNvSpPr>
            <a:spLocks noGrp="1"/>
          </p:cNvSpPr>
          <p:nvPr>
            <p:ph type="body" sz="half" idx="2" hasCustomPrompt="1"/>
          </p:nvPr>
        </p:nvSpPr>
        <p:spPr>
          <a:xfrm>
            <a:off x="381002" y="883822"/>
            <a:ext cx="4329764" cy="173255"/>
          </a:xfrm>
          <a:prstGeom prst="rect">
            <a:avLst/>
          </a:prstGeom>
        </p:spPr>
        <p:txBody>
          <a:bodyPr wrap="none" lIns="0" tIns="0" rIns="0" bIns="0" anchor="ctr">
            <a:noAutofit/>
          </a:bodyPr>
          <a:lstStyle>
            <a:lvl1pPr marL="0" indent="0" algn="l" rtl="0">
              <a:buNone/>
              <a:defRPr sz="1200" b="0" baseline="0">
                <a:solidFill>
                  <a:schemeClr val="bg1">
                    <a:lumMod val="65000"/>
                  </a:schemeClr>
                </a:solidFill>
                <a:latin typeface="+mn-lt"/>
                <a:ea typeface="Roboto" panose="02000000000000000000" pitchFamily="2" charset="0"/>
              </a:defRPr>
            </a:lvl1pPr>
            <a:lvl2pPr marL="457178" indent="0">
              <a:buNone/>
              <a:defRPr sz="1200"/>
            </a:lvl2pPr>
            <a:lvl3pPr marL="914354" indent="0">
              <a:buNone/>
              <a:defRPr sz="1000"/>
            </a:lvl3pPr>
            <a:lvl4pPr marL="1371532" indent="0">
              <a:buNone/>
              <a:defRPr sz="900"/>
            </a:lvl4pPr>
            <a:lvl5pPr marL="1828709" indent="0">
              <a:buNone/>
              <a:defRPr sz="900"/>
            </a:lvl5pPr>
            <a:lvl6pPr marL="2285886" indent="0">
              <a:buNone/>
              <a:defRPr sz="900"/>
            </a:lvl6pPr>
            <a:lvl7pPr marL="2743062" indent="0">
              <a:buNone/>
              <a:defRPr sz="900"/>
            </a:lvl7pPr>
            <a:lvl8pPr marL="3200240" indent="0">
              <a:buNone/>
              <a:defRPr sz="900"/>
            </a:lvl8pPr>
            <a:lvl9pPr marL="3657418" indent="0">
              <a:buNone/>
              <a:defRPr sz="900"/>
            </a:lvl9pPr>
          </a:lstStyle>
          <a:p>
            <a:pPr lvl="0"/>
            <a:r>
              <a:rPr lang="en-US" dirty="0"/>
              <a:t>CLICK TO EDITE SUBTITLE</a:t>
            </a:r>
          </a:p>
        </p:txBody>
      </p:sp>
      <p:sp>
        <p:nvSpPr>
          <p:cNvPr id="21" name="Title 2"/>
          <p:cNvSpPr>
            <a:spLocks noGrp="1"/>
          </p:cNvSpPr>
          <p:nvPr>
            <p:ph type="title" hasCustomPrompt="1"/>
          </p:nvPr>
        </p:nvSpPr>
        <p:spPr>
          <a:xfrm>
            <a:off x="381002" y="341315"/>
            <a:ext cx="4329764" cy="495383"/>
          </a:xfrm>
          <a:prstGeom prst="rect">
            <a:avLst/>
          </a:prstGeom>
        </p:spPr>
        <p:txBody>
          <a:bodyPr lIns="0" tIns="0" rIns="0" bIns="0" anchor="ctr"/>
          <a:lstStyle>
            <a:lvl1pPr algn="l" rtl="0">
              <a:defRPr sz="3200">
                <a:solidFill>
                  <a:schemeClr val="bg1">
                    <a:lumMod val="50000"/>
                  </a:schemeClr>
                </a:solidFill>
              </a:defRPr>
            </a:lvl1pPr>
          </a:lstStyle>
          <a:p>
            <a:r>
              <a:rPr lang="en-US" dirty="0"/>
              <a:t>Click to edit title</a:t>
            </a:r>
          </a:p>
        </p:txBody>
      </p:sp>
      <p:sp>
        <p:nvSpPr>
          <p:cNvPr id="10" name="Picture Placeholder 9"/>
          <p:cNvSpPr>
            <a:spLocks noGrp="1"/>
          </p:cNvSpPr>
          <p:nvPr userDrawn="1">
            <p:ph type="pic" sz="quarter" idx="29" hasCustomPrompt="1"/>
          </p:nvPr>
        </p:nvSpPr>
        <p:spPr>
          <a:xfrm>
            <a:off x="4856480" y="314959"/>
            <a:ext cx="2118108" cy="4828540"/>
          </a:xfrm>
          <a:custGeom>
            <a:avLst/>
            <a:gdLst>
              <a:gd name="connsiteX0" fmla="*/ 0 w 2118108"/>
              <a:gd name="connsiteY0" fmla="*/ 0 h 4828540"/>
              <a:gd name="connsiteX1" fmla="*/ 2118108 w 2118108"/>
              <a:gd name="connsiteY1" fmla="*/ 0 h 4828540"/>
              <a:gd name="connsiteX2" fmla="*/ 2118108 w 2118108"/>
              <a:gd name="connsiteY2" fmla="*/ 4828540 h 4828540"/>
              <a:gd name="connsiteX3" fmla="*/ 0 w 2118108"/>
              <a:gd name="connsiteY3" fmla="*/ 4828540 h 4828540"/>
            </a:gdLst>
            <a:ahLst/>
            <a:cxnLst>
              <a:cxn ang="0">
                <a:pos x="connsiteX0" y="connsiteY0"/>
              </a:cxn>
              <a:cxn ang="0">
                <a:pos x="connsiteX1" y="connsiteY1"/>
              </a:cxn>
              <a:cxn ang="0">
                <a:pos x="connsiteX2" y="connsiteY2"/>
              </a:cxn>
              <a:cxn ang="0">
                <a:pos x="connsiteX3" y="connsiteY3"/>
              </a:cxn>
            </a:cxnLst>
            <a:rect l="l" t="t" r="r" b="b"/>
            <a:pathLst>
              <a:path w="2118108" h="4828540">
                <a:moveTo>
                  <a:pt x="0" y="0"/>
                </a:moveTo>
                <a:lnTo>
                  <a:pt x="2118108" y="0"/>
                </a:lnTo>
                <a:lnTo>
                  <a:pt x="2118108" y="4828540"/>
                </a:lnTo>
                <a:lnTo>
                  <a:pt x="0" y="4828540"/>
                </a:lnTo>
                <a:close/>
              </a:path>
            </a:pathLst>
          </a:custGeom>
          <a:solidFill>
            <a:schemeClr val="tx2">
              <a:lumMod val="10000"/>
              <a:lumOff val="90000"/>
            </a:schemeClr>
          </a:solidFill>
          <a:ln>
            <a:noFill/>
          </a:ln>
        </p:spPr>
        <p:txBody>
          <a:bodyPr wrap="square" bIns="457200" anchor="b">
            <a:noAutofit/>
          </a:bodyPr>
          <a:lstStyle>
            <a:lvl1pPr algn="ctr" rtl="0">
              <a:buNone/>
              <a:defRPr sz="700">
                <a:solidFill>
                  <a:schemeClr val="tx1">
                    <a:lumMod val="50000"/>
                    <a:lumOff val="50000"/>
                  </a:schemeClr>
                </a:solidFill>
              </a:defRPr>
            </a:lvl1pPr>
          </a:lstStyle>
          <a:p>
            <a:r>
              <a:rPr lang="en-US" dirty="0"/>
              <a:t>Image Holder</a:t>
            </a:r>
          </a:p>
        </p:txBody>
      </p:sp>
      <p:sp>
        <p:nvSpPr>
          <p:cNvPr id="11" name="Picture Placeholder 10"/>
          <p:cNvSpPr>
            <a:spLocks noGrp="1"/>
          </p:cNvSpPr>
          <p:nvPr userDrawn="1">
            <p:ph type="pic" sz="quarter" idx="30" hasCustomPrompt="1"/>
          </p:nvPr>
        </p:nvSpPr>
        <p:spPr>
          <a:xfrm>
            <a:off x="7025892" y="314959"/>
            <a:ext cx="2118108" cy="4828540"/>
          </a:xfrm>
          <a:custGeom>
            <a:avLst/>
            <a:gdLst>
              <a:gd name="connsiteX0" fmla="*/ 0 w 2118108"/>
              <a:gd name="connsiteY0" fmla="*/ 0 h 4828540"/>
              <a:gd name="connsiteX1" fmla="*/ 2118108 w 2118108"/>
              <a:gd name="connsiteY1" fmla="*/ 0 h 4828540"/>
              <a:gd name="connsiteX2" fmla="*/ 2118108 w 2118108"/>
              <a:gd name="connsiteY2" fmla="*/ 4828540 h 4828540"/>
              <a:gd name="connsiteX3" fmla="*/ 0 w 2118108"/>
              <a:gd name="connsiteY3" fmla="*/ 4828540 h 4828540"/>
            </a:gdLst>
            <a:ahLst/>
            <a:cxnLst>
              <a:cxn ang="0">
                <a:pos x="connsiteX0" y="connsiteY0"/>
              </a:cxn>
              <a:cxn ang="0">
                <a:pos x="connsiteX1" y="connsiteY1"/>
              </a:cxn>
              <a:cxn ang="0">
                <a:pos x="connsiteX2" y="connsiteY2"/>
              </a:cxn>
              <a:cxn ang="0">
                <a:pos x="connsiteX3" y="connsiteY3"/>
              </a:cxn>
            </a:cxnLst>
            <a:rect l="l" t="t" r="r" b="b"/>
            <a:pathLst>
              <a:path w="2118108" h="4828540">
                <a:moveTo>
                  <a:pt x="0" y="0"/>
                </a:moveTo>
                <a:lnTo>
                  <a:pt x="2118108" y="0"/>
                </a:lnTo>
                <a:lnTo>
                  <a:pt x="2118108" y="4828540"/>
                </a:lnTo>
                <a:lnTo>
                  <a:pt x="0" y="4828540"/>
                </a:lnTo>
                <a:close/>
              </a:path>
            </a:pathLst>
          </a:custGeom>
          <a:solidFill>
            <a:schemeClr val="tx2">
              <a:lumMod val="10000"/>
              <a:lumOff val="90000"/>
            </a:schemeClr>
          </a:solidFill>
          <a:ln>
            <a:noFill/>
          </a:ln>
        </p:spPr>
        <p:txBody>
          <a:bodyPr wrap="square" bIns="457200" anchor="b">
            <a:noAutofit/>
          </a:bodyPr>
          <a:lstStyle>
            <a:lvl1pPr algn="ctr" rtl="0">
              <a:buNone/>
              <a:defRPr sz="700">
                <a:solidFill>
                  <a:schemeClr val="tx1">
                    <a:lumMod val="50000"/>
                    <a:lumOff val="50000"/>
                  </a:schemeClr>
                </a:solidFill>
              </a:defRPr>
            </a:lvl1pPr>
          </a:lstStyle>
          <a:p>
            <a:r>
              <a:rPr lang="en-US" dirty="0"/>
              <a:t>Image Holder</a:t>
            </a:r>
          </a:p>
        </p:txBody>
      </p:sp>
    </p:spTree>
    <p:extLst>
      <p:ext uri="{BB962C8B-B14F-4D97-AF65-F5344CB8AC3E}">
        <p14:creationId xmlns:p14="http://schemas.microsoft.com/office/powerpoint/2010/main" val="548209851"/>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M143">
    <p:spTree>
      <p:nvGrpSpPr>
        <p:cNvPr id="1" name=""/>
        <p:cNvGrpSpPr/>
        <p:nvPr/>
      </p:nvGrpSpPr>
      <p:grpSpPr>
        <a:xfrm>
          <a:off x="0" y="0"/>
          <a:ext cx="0" cy="0"/>
          <a:chOff x="0" y="0"/>
          <a:chExt cx="0" cy="0"/>
        </a:xfrm>
      </p:grpSpPr>
      <p:sp>
        <p:nvSpPr>
          <p:cNvPr id="17" name="Text Placeholder 3"/>
          <p:cNvSpPr>
            <a:spLocks noGrp="1"/>
          </p:cNvSpPr>
          <p:nvPr>
            <p:ph type="body" sz="half" idx="2" hasCustomPrompt="1"/>
          </p:nvPr>
        </p:nvSpPr>
        <p:spPr>
          <a:xfrm>
            <a:off x="4419600" y="883822"/>
            <a:ext cx="4329764" cy="173255"/>
          </a:xfrm>
          <a:prstGeom prst="rect">
            <a:avLst/>
          </a:prstGeom>
        </p:spPr>
        <p:txBody>
          <a:bodyPr wrap="none" lIns="0" tIns="0" rIns="0" bIns="0" anchor="ctr">
            <a:noAutofit/>
          </a:bodyPr>
          <a:lstStyle>
            <a:lvl1pPr marL="0" indent="0" algn="l" rtl="0">
              <a:buNone/>
              <a:defRPr sz="1200" b="0" baseline="0">
                <a:solidFill>
                  <a:schemeClr val="bg1">
                    <a:lumMod val="65000"/>
                  </a:schemeClr>
                </a:solidFill>
                <a:latin typeface="+mn-lt"/>
                <a:ea typeface="Roboto" panose="02000000000000000000" pitchFamily="2" charset="0"/>
              </a:defRPr>
            </a:lvl1pPr>
            <a:lvl2pPr marL="457178" indent="0">
              <a:buNone/>
              <a:defRPr sz="1200"/>
            </a:lvl2pPr>
            <a:lvl3pPr marL="914354" indent="0">
              <a:buNone/>
              <a:defRPr sz="1000"/>
            </a:lvl3pPr>
            <a:lvl4pPr marL="1371532" indent="0">
              <a:buNone/>
              <a:defRPr sz="900"/>
            </a:lvl4pPr>
            <a:lvl5pPr marL="1828709" indent="0">
              <a:buNone/>
              <a:defRPr sz="900"/>
            </a:lvl5pPr>
            <a:lvl6pPr marL="2285886" indent="0">
              <a:buNone/>
              <a:defRPr sz="900"/>
            </a:lvl6pPr>
            <a:lvl7pPr marL="2743062" indent="0">
              <a:buNone/>
              <a:defRPr sz="900"/>
            </a:lvl7pPr>
            <a:lvl8pPr marL="3200240" indent="0">
              <a:buNone/>
              <a:defRPr sz="900"/>
            </a:lvl8pPr>
            <a:lvl9pPr marL="3657418" indent="0">
              <a:buNone/>
              <a:defRPr sz="900"/>
            </a:lvl9pPr>
          </a:lstStyle>
          <a:p>
            <a:pPr lvl="0"/>
            <a:r>
              <a:rPr lang="en-US" dirty="0"/>
              <a:t>CLICK TO EDITE SUBTITLE</a:t>
            </a:r>
          </a:p>
        </p:txBody>
      </p:sp>
      <p:sp>
        <p:nvSpPr>
          <p:cNvPr id="18" name="Title 2"/>
          <p:cNvSpPr>
            <a:spLocks noGrp="1"/>
          </p:cNvSpPr>
          <p:nvPr>
            <p:ph type="title" hasCustomPrompt="1"/>
          </p:nvPr>
        </p:nvSpPr>
        <p:spPr>
          <a:xfrm>
            <a:off x="4419600" y="341315"/>
            <a:ext cx="4329764" cy="495383"/>
          </a:xfrm>
          <a:prstGeom prst="rect">
            <a:avLst/>
          </a:prstGeom>
        </p:spPr>
        <p:txBody>
          <a:bodyPr lIns="0" tIns="0" rIns="0" bIns="0" anchor="ctr"/>
          <a:lstStyle>
            <a:lvl1pPr algn="l" rtl="0">
              <a:defRPr sz="3200">
                <a:solidFill>
                  <a:schemeClr val="bg1">
                    <a:lumMod val="50000"/>
                  </a:schemeClr>
                </a:solidFill>
              </a:defRPr>
            </a:lvl1pPr>
          </a:lstStyle>
          <a:p>
            <a:r>
              <a:rPr lang="en-US" dirty="0"/>
              <a:t>Click to edit title</a:t>
            </a:r>
          </a:p>
        </p:txBody>
      </p:sp>
      <p:sp>
        <p:nvSpPr>
          <p:cNvPr id="10" name="Picture Placeholder 9"/>
          <p:cNvSpPr>
            <a:spLocks noGrp="1"/>
          </p:cNvSpPr>
          <p:nvPr>
            <p:ph type="pic" sz="quarter" idx="30" hasCustomPrompt="1"/>
          </p:nvPr>
        </p:nvSpPr>
        <p:spPr>
          <a:xfrm>
            <a:off x="2169412" y="314959"/>
            <a:ext cx="2118108" cy="3352801"/>
          </a:xfrm>
          <a:custGeom>
            <a:avLst/>
            <a:gdLst>
              <a:gd name="connsiteX0" fmla="*/ 0 w 2118108"/>
              <a:gd name="connsiteY0" fmla="*/ 0 h 4828540"/>
              <a:gd name="connsiteX1" fmla="*/ 2118108 w 2118108"/>
              <a:gd name="connsiteY1" fmla="*/ 0 h 4828540"/>
              <a:gd name="connsiteX2" fmla="*/ 2118108 w 2118108"/>
              <a:gd name="connsiteY2" fmla="*/ 4828540 h 4828540"/>
              <a:gd name="connsiteX3" fmla="*/ 0 w 2118108"/>
              <a:gd name="connsiteY3" fmla="*/ 4828540 h 4828540"/>
            </a:gdLst>
            <a:ahLst/>
            <a:cxnLst>
              <a:cxn ang="0">
                <a:pos x="connsiteX0" y="connsiteY0"/>
              </a:cxn>
              <a:cxn ang="0">
                <a:pos x="connsiteX1" y="connsiteY1"/>
              </a:cxn>
              <a:cxn ang="0">
                <a:pos x="connsiteX2" y="connsiteY2"/>
              </a:cxn>
              <a:cxn ang="0">
                <a:pos x="connsiteX3" y="connsiteY3"/>
              </a:cxn>
            </a:cxnLst>
            <a:rect l="l" t="t" r="r" b="b"/>
            <a:pathLst>
              <a:path w="2118108" h="4828540">
                <a:moveTo>
                  <a:pt x="0" y="0"/>
                </a:moveTo>
                <a:lnTo>
                  <a:pt x="2118108" y="0"/>
                </a:lnTo>
                <a:lnTo>
                  <a:pt x="2118108" y="4828540"/>
                </a:lnTo>
                <a:lnTo>
                  <a:pt x="0" y="4828540"/>
                </a:lnTo>
                <a:close/>
              </a:path>
            </a:pathLst>
          </a:custGeom>
          <a:solidFill>
            <a:schemeClr val="tx2">
              <a:lumMod val="10000"/>
              <a:lumOff val="90000"/>
            </a:schemeClr>
          </a:solidFill>
          <a:ln>
            <a:noFill/>
          </a:ln>
        </p:spPr>
        <p:txBody>
          <a:bodyPr wrap="square" bIns="457200" anchor="b">
            <a:noAutofit/>
          </a:bodyPr>
          <a:lstStyle>
            <a:lvl1pPr algn="ctr" rtl="0">
              <a:buNone/>
              <a:defRPr sz="700">
                <a:solidFill>
                  <a:schemeClr val="tx1">
                    <a:lumMod val="50000"/>
                    <a:lumOff val="50000"/>
                  </a:schemeClr>
                </a:solidFill>
              </a:defRPr>
            </a:lvl1pPr>
          </a:lstStyle>
          <a:p>
            <a:r>
              <a:rPr lang="en-US" dirty="0"/>
              <a:t>Image Holder</a:t>
            </a:r>
          </a:p>
        </p:txBody>
      </p:sp>
      <p:sp>
        <p:nvSpPr>
          <p:cNvPr id="12" name="Picture Placeholder 11"/>
          <p:cNvSpPr>
            <a:spLocks noGrp="1"/>
          </p:cNvSpPr>
          <p:nvPr>
            <p:ph type="pic" sz="quarter" idx="31" hasCustomPrompt="1"/>
          </p:nvPr>
        </p:nvSpPr>
        <p:spPr>
          <a:xfrm>
            <a:off x="0" y="314959"/>
            <a:ext cx="2118108" cy="3352801"/>
          </a:xfrm>
          <a:custGeom>
            <a:avLst/>
            <a:gdLst>
              <a:gd name="connsiteX0" fmla="*/ 0 w 2118108"/>
              <a:gd name="connsiteY0" fmla="*/ 0 h 4828540"/>
              <a:gd name="connsiteX1" fmla="*/ 2118108 w 2118108"/>
              <a:gd name="connsiteY1" fmla="*/ 0 h 4828540"/>
              <a:gd name="connsiteX2" fmla="*/ 2118108 w 2118108"/>
              <a:gd name="connsiteY2" fmla="*/ 4828540 h 4828540"/>
              <a:gd name="connsiteX3" fmla="*/ 0 w 2118108"/>
              <a:gd name="connsiteY3" fmla="*/ 4828540 h 4828540"/>
            </a:gdLst>
            <a:ahLst/>
            <a:cxnLst>
              <a:cxn ang="0">
                <a:pos x="connsiteX0" y="connsiteY0"/>
              </a:cxn>
              <a:cxn ang="0">
                <a:pos x="connsiteX1" y="connsiteY1"/>
              </a:cxn>
              <a:cxn ang="0">
                <a:pos x="connsiteX2" y="connsiteY2"/>
              </a:cxn>
              <a:cxn ang="0">
                <a:pos x="connsiteX3" y="connsiteY3"/>
              </a:cxn>
            </a:cxnLst>
            <a:rect l="l" t="t" r="r" b="b"/>
            <a:pathLst>
              <a:path w="2118108" h="4828540">
                <a:moveTo>
                  <a:pt x="0" y="0"/>
                </a:moveTo>
                <a:lnTo>
                  <a:pt x="2118108" y="0"/>
                </a:lnTo>
                <a:lnTo>
                  <a:pt x="2118108" y="4828540"/>
                </a:lnTo>
                <a:lnTo>
                  <a:pt x="0" y="4828540"/>
                </a:lnTo>
                <a:close/>
              </a:path>
            </a:pathLst>
          </a:custGeom>
          <a:solidFill>
            <a:schemeClr val="tx2">
              <a:lumMod val="10000"/>
              <a:lumOff val="90000"/>
            </a:schemeClr>
          </a:solidFill>
          <a:ln>
            <a:noFill/>
          </a:ln>
        </p:spPr>
        <p:txBody>
          <a:bodyPr wrap="square" bIns="457200" anchor="b">
            <a:noAutofit/>
          </a:bodyPr>
          <a:lstStyle>
            <a:lvl1pPr algn="ctr" rtl="0">
              <a:buNone/>
              <a:defRPr sz="700">
                <a:solidFill>
                  <a:schemeClr val="tx1">
                    <a:lumMod val="50000"/>
                    <a:lumOff val="50000"/>
                  </a:schemeClr>
                </a:solidFill>
              </a:defRPr>
            </a:lvl1pPr>
          </a:lstStyle>
          <a:p>
            <a:r>
              <a:rPr lang="en-US" dirty="0"/>
              <a:t>Image Holder</a:t>
            </a:r>
          </a:p>
        </p:txBody>
      </p:sp>
      <p:sp>
        <p:nvSpPr>
          <p:cNvPr id="8" name="Picture Placeholder 7"/>
          <p:cNvSpPr>
            <a:spLocks noGrp="1"/>
          </p:cNvSpPr>
          <p:nvPr>
            <p:ph type="pic" sz="quarter" idx="33" hasCustomPrompt="1"/>
          </p:nvPr>
        </p:nvSpPr>
        <p:spPr>
          <a:xfrm>
            <a:off x="0" y="3711191"/>
            <a:ext cx="8749364" cy="1432308"/>
          </a:xfrm>
          <a:custGeom>
            <a:avLst/>
            <a:gdLst>
              <a:gd name="connsiteX0" fmla="*/ 0 w 8749364"/>
              <a:gd name="connsiteY0" fmla="*/ 0 h 1432308"/>
              <a:gd name="connsiteX1" fmla="*/ 8749364 w 8749364"/>
              <a:gd name="connsiteY1" fmla="*/ 0 h 1432308"/>
              <a:gd name="connsiteX2" fmla="*/ 8749364 w 8749364"/>
              <a:gd name="connsiteY2" fmla="*/ 1432308 h 1432308"/>
              <a:gd name="connsiteX3" fmla="*/ 0 w 8749364"/>
              <a:gd name="connsiteY3" fmla="*/ 1432308 h 1432308"/>
            </a:gdLst>
            <a:ahLst/>
            <a:cxnLst>
              <a:cxn ang="0">
                <a:pos x="connsiteX0" y="connsiteY0"/>
              </a:cxn>
              <a:cxn ang="0">
                <a:pos x="connsiteX1" y="connsiteY1"/>
              </a:cxn>
              <a:cxn ang="0">
                <a:pos x="connsiteX2" y="connsiteY2"/>
              </a:cxn>
              <a:cxn ang="0">
                <a:pos x="connsiteX3" y="connsiteY3"/>
              </a:cxn>
            </a:cxnLst>
            <a:rect l="l" t="t" r="r" b="b"/>
            <a:pathLst>
              <a:path w="8749364" h="1432308">
                <a:moveTo>
                  <a:pt x="0" y="0"/>
                </a:moveTo>
                <a:lnTo>
                  <a:pt x="8749364" y="0"/>
                </a:lnTo>
                <a:lnTo>
                  <a:pt x="8749364" y="1432308"/>
                </a:lnTo>
                <a:lnTo>
                  <a:pt x="0" y="1432308"/>
                </a:lnTo>
                <a:close/>
              </a:path>
            </a:pathLst>
          </a:custGeom>
          <a:solidFill>
            <a:schemeClr val="tx2">
              <a:lumMod val="10000"/>
              <a:lumOff val="90000"/>
            </a:schemeClr>
          </a:solidFill>
          <a:ln>
            <a:noFill/>
          </a:ln>
        </p:spPr>
        <p:txBody>
          <a:bodyPr wrap="square" bIns="457200" anchor="b">
            <a:noAutofit/>
          </a:bodyPr>
          <a:lstStyle>
            <a:lvl1pPr algn="ctr" rtl="0">
              <a:buNone/>
              <a:defRPr sz="700">
                <a:solidFill>
                  <a:schemeClr val="tx1">
                    <a:lumMod val="50000"/>
                    <a:lumOff val="50000"/>
                  </a:schemeClr>
                </a:solidFill>
              </a:defRPr>
            </a:lvl1pPr>
          </a:lstStyle>
          <a:p>
            <a:r>
              <a:rPr lang="en-US" dirty="0"/>
              <a:t>Image Holder</a:t>
            </a:r>
          </a:p>
        </p:txBody>
      </p:sp>
    </p:spTree>
    <p:extLst>
      <p:ext uri="{BB962C8B-B14F-4D97-AF65-F5344CB8AC3E}">
        <p14:creationId xmlns:p14="http://schemas.microsoft.com/office/powerpoint/2010/main" val="925516658"/>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M144">
    <p:spTree>
      <p:nvGrpSpPr>
        <p:cNvPr id="1" name=""/>
        <p:cNvGrpSpPr/>
        <p:nvPr/>
      </p:nvGrpSpPr>
      <p:grpSpPr>
        <a:xfrm>
          <a:off x="0" y="0"/>
          <a:ext cx="0" cy="0"/>
          <a:chOff x="0" y="0"/>
          <a:chExt cx="0" cy="0"/>
        </a:xfrm>
      </p:grpSpPr>
      <p:sp>
        <p:nvSpPr>
          <p:cNvPr id="20" name="Text Placeholder 3"/>
          <p:cNvSpPr>
            <a:spLocks noGrp="1"/>
          </p:cNvSpPr>
          <p:nvPr>
            <p:ph type="body" sz="half" idx="2" hasCustomPrompt="1"/>
          </p:nvPr>
        </p:nvSpPr>
        <p:spPr>
          <a:xfrm>
            <a:off x="381002" y="883822"/>
            <a:ext cx="4424174" cy="173255"/>
          </a:xfrm>
          <a:prstGeom prst="rect">
            <a:avLst/>
          </a:prstGeom>
        </p:spPr>
        <p:txBody>
          <a:bodyPr wrap="none" lIns="0" tIns="0" rIns="0" bIns="0" anchor="ctr">
            <a:noAutofit/>
          </a:bodyPr>
          <a:lstStyle>
            <a:lvl1pPr marL="0" indent="0" algn="l" rtl="0">
              <a:buNone/>
              <a:defRPr sz="1200" b="0" baseline="0">
                <a:solidFill>
                  <a:schemeClr val="bg1">
                    <a:lumMod val="65000"/>
                  </a:schemeClr>
                </a:solidFill>
                <a:latin typeface="+mn-lt"/>
                <a:ea typeface="Roboto" panose="02000000000000000000" pitchFamily="2" charset="0"/>
              </a:defRPr>
            </a:lvl1pPr>
            <a:lvl2pPr marL="457178" indent="0">
              <a:buNone/>
              <a:defRPr sz="1200"/>
            </a:lvl2pPr>
            <a:lvl3pPr marL="914354" indent="0">
              <a:buNone/>
              <a:defRPr sz="1000"/>
            </a:lvl3pPr>
            <a:lvl4pPr marL="1371532" indent="0">
              <a:buNone/>
              <a:defRPr sz="900"/>
            </a:lvl4pPr>
            <a:lvl5pPr marL="1828709" indent="0">
              <a:buNone/>
              <a:defRPr sz="900"/>
            </a:lvl5pPr>
            <a:lvl6pPr marL="2285886" indent="0">
              <a:buNone/>
              <a:defRPr sz="900"/>
            </a:lvl6pPr>
            <a:lvl7pPr marL="2743062" indent="0">
              <a:buNone/>
              <a:defRPr sz="900"/>
            </a:lvl7pPr>
            <a:lvl8pPr marL="3200240" indent="0">
              <a:buNone/>
              <a:defRPr sz="900"/>
            </a:lvl8pPr>
            <a:lvl9pPr marL="3657418" indent="0">
              <a:buNone/>
              <a:defRPr sz="900"/>
            </a:lvl9pPr>
          </a:lstStyle>
          <a:p>
            <a:pPr lvl="0"/>
            <a:r>
              <a:rPr lang="en-US" dirty="0"/>
              <a:t>CLICK TO EDITE SUBTITLE</a:t>
            </a:r>
          </a:p>
        </p:txBody>
      </p:sp>
      <p:sp>
        <p:nvSpPr>
          <p:cNvPr id="21" name="Title 2"/>
          <p:cNvSpPr>
            <a:spLocks noGrp="1"/>
          </p:cNvSpPr>
          <p:nvPr>
            <p:ph type="title" hasCustomPrompt="1"/>
          </p:nvPr>
        </p:nvSpPr>
        <p:spPr>
          <a:xfrm>
            <a:off x="381002" y="341315"/>
            <a:ext cx="4424174" cy="495383"/>
          </a:xfrm>
          <a:prstGeom prst="rect">
            <a:avLst/>
          </a:prstGeom>
        </p:spPr>
        <p:txBody>
          <a:bodyPr lIns="0" tIns="0" rIns="0" bIns="0" anchor="ctr"/>
          <a:lstStyle>
            <a:lvl1pPr algn="l" rtl="0">
              <a:defRPr sz="3200">
                <a:solidFill>
                  <a:schemeClr val="bg1">
                    <a:lumMod val="50000"/>
                  </a:schemeClr>
                </a:solidFill>
              </a:defRPr>
            </a:lvl1pPr>
          </a:lstStyle>
          <a:p>
            <a:r>
              <a:rPr lang="en-US" dirty="0"/>
              <a:t>Click to edit title</a:t>
            </a:r>
          </a:p>
        </p:txBody>
      </p:sp>
      <p:sp>
        <p:nvSpPr>
          <p:cNvPr id="10" name="Picture Placeholder 9"/>
          <p:cNvSpPr>
            <a:spLocks noGrp="1"/>
          </p:cNvSpPr>
          <p:nvPr userDrawn="1">
            <p:ph type="pic" sz="quarter" idx="29" hasCustomPrompt="1"/>
          </p:nvPr>
        </p:nvSpPr>
        <p:spPr>
          <a:xfrm>
            <a:off x="4856480" y="314959"/>
            <a:ext cx="2118108" cy="4828540"/>
          </a:xfrm>
          <a:custGeom>
            <a:avLst/>
            <a:gdLst>
              <a:gd name="connsiteX0" fmla="*/ 0 w 2118108"/>
              <a:gd name="connsiteY0" fmla="*/ 0 h 4828540"/>
              <a:gd name="connsiteX1" fmla="*/ 2118108 w 2118108"/>
              <a:gd name="connsiteY1" fmla="*/ 0 h 4828540"/>
              <a:gd name="connsiteX2" fmla="*/ 2118108 w 2118108"/>
              <a:gd name="connsiteY2" fmla="*/ 4828540 h 4828540"/>
              <a:gd name="connsiteX3" fmla="*/ 0 w 2118108"/>
              <a:gd name="connsiteY3" fmla="*/ 4828540 h 4828540"/>
            </a:gdLst>
            <a:ahLst/>
            <a:cxnLst>
              <a:cxn ang="0">
                <a:pos x="connsiteX0" y="connsiteY0"/>
              </a:cxn>
              <a:cxn ang="0">
                <a:pos x="connsiteX1" y="connsiteY1"/>
              </a:cxn>
              <a:cxn ang="0">
                <a:pos x="connsiteX2" y="connsiteY2"/>
              </a:cxn>
              <a:cxn ang="0">
                <a:pos x="connsiteX3" y="connsiteY3"/>
              </a:cxn>
            </a:cxnLst>
            <a:rect l="l" t="t" r="r" b="b"/>
            <a:pathLst>
              <a:path w="2118108" h="4828540">
                <a:moveTo>
                  <a:pt x="0" y="0"/>
                </a:moveTo>
                <a:lnTo>
                  <a:pt x="2118108" y="0"/>
                </a:lnTo>
                <a:lnTo>
                  <a:pt x="2118108" y="4828540"/>
                </a:lnTo>
                <a:lnTo>
                  <a:pt x="0" y="4828540"/>
                </a:lnTo>
                <a:close/>
              </a:path>
            </a:pathLst>
          </a:custGeom>
          <a:solidFill>
            <a:schemeClr val="tx2">
              <a:lumMod val="10000"/>
              <a:lumOff val="90000"/>
            </a:schemeClr>
          </a:solidFill>
          <a:ln>
            <a:noFill/>
          </a:ln>
        </p:spPr>
        <p:txBody>
          <a:bodyPr wrap="square" bIns="457200" anchor="b">
            <a:noAutofit/>
          </a:bodyPr>
          <a:lstStyle>
            <a:lvl1pPr algn="ctr" rtl="0">
              <a:buNone/>
              <a:defRPr sz="700">
                <a:solidFill>
                  <a:schemeClr val="tx1">
                    <a:lumMod val="50000"/>
                    <a:lumOff val="50000"/>
                  </a:schemeClr>
                </a:solidFill>
              </a:defRPr>
            </a:lvl1pPr>
          </a:lstStyle>
          <a:p>
            <a:r>
              <a:rPr lang="en-US" dirty="0"/>
              <a:t>Image Holder</a:t>
            </a:r>
          </a:p>
        </p:txBody>
      </p:sp>
      <p:sp>
        <p:nvSpPr>
          <p:cNvPr id="11" name="Picture Placeholder 10"/>
          <p:cNvSpPr>
            <a:spLocks noGrp="1"/>
          </p:cNvSpPr>
          <p:nvPr userDrawn="1">
            <p:ph type="pic" sz="quarter" idx="30" hasCustomPrompt="1"/>
          </p:nvPr>
        </p:nvSpPr>
        <p:spPr>
          <a:xfrm>
            <a:off x="7025892" y="314959"/>
            <a:ext cx="2118108" cy="4828540"/>
          </a:xfrm>
          <a:custGeom>
            <a:avLst/>
            <a:gdLst>
              <a:gd name="connsiteX0" fmla="*/ 0 w 2118108"/>
              <a:gd name="connsiteY0" fmla="*/ 0 h 4828540"/>
              <a:gd name="connsiteX1" fmla="*/ 2118108 w 2118108"/>
              <a:gd name="connsiteY1" fmla="*/ 0 h 4828540"/>
              <a:gd name="connsiteX2" fmla="*/ 2118108 w 2118108"/>
              <a:gd name="connsiteY2" fmla="*/ 4828540 h 4828540"/>
              <a:gd name="connsiteX3" fmla="*/ 0 w 2118108"/>
              <a:gd name="connsiteY3" fmla="*/ 4828540 h 4828540"/>
            </a:gdLst>
            <a:ahLst/>
            <a:cxnLst>
              <a:cxn ang="0">
                <a:pos x="connsiteX0" y="connsiteY0"/>
              </a:cxn>
              <a:cxn ang="0">
                <a:pos x="connsiteX1" y="connsiteY1"/>
              </a:cxn>
              <a:cxn ang="0">
                <a:pos x="connsiteX2" y="connsiteY2"/>
              </a:cxn>
              <a:cxn ang="0">
                <a:pos x="connsiteX3" y="connsiteY3"/>
              </a:cxn>
            </a:cxnLst>
            <a:rect l="l" t="t" r="r" b="b"/>
            <a:pathLst>
              <a:path w="2118108" h="4828540">
                <a:moveTo>
                  <a:pt x="0" y="0"/>
                </a:moveTo>
                <a:lnTo>
                  <a:pt x="2118108" y="0"/>
                </a:lnTo>
                <a:lnTo>
                  <a:pt x="2118108" y="4828540"/>
                </a:lnTo>
                <a:lnTo>
                  <a:pt x="0" y="4828540"/>
                </a:lnTo>
                <a:close/>
              </a:path>
            </a:pathLst>
          </a:custGeom>
          <a:solidFill>
            <a:schemeClr val="tx2">
              <a:lumMod val="10000"/>
              <a:lumOff val="90000"/>
            </a:schemeClr>
          </a:solidFill>
          <a:ln>
            <a:noFill/>
          </a:ln>
        </p:spPr>
        <p:txBody>
          <a:bodyPr wrap="square" bIns="457200" anchor="b">
            <a:noAutofit/>
          </a:bodyPr>
          <a:lstStyle>
            <a:lvl1pPr algn="ctr" rtl="0">
              <a:buNone/>
              <a:defRPr sz="700">
                <a:solidFill>
                  <a:schemeClr val="tx1">
                    <a:lumMod val="50000"/>
                    <a:lumOff val="50000"/>
                  </a:schemeClr>
                </a:solidFill>
              </a:defRPr>
            </a:lvl1pPr>
          </a:lstStyle>
          <a:p>
            <a:r>
              <a:rPr lang="en-US" dirty="0"/>
              <a:t>Image Holder</a:t>
            </a:r>
          </a:p>
        </p:txBody>
      </p:sp>
      <p:sp>
        <p:nvSpPr>
          <p:cNvPr id="6" name="Picture Placeholder 5"/>
          <p:cNvSpPr>
            <a:spLocks noGrp="1"/>
          </p:cNvSpPr>
          <p:nvPr>
            <p:ph type="pic" sz="quarter" idx="33" hasCustomPrompt="1"/>
          </p:nvPr>
        </p:nvSpPr>
        <p:spPr>
          <a:xfrm>
            <a:off x="381002" y="3711191"/>
            <a:ext cx="4434838" cy="1432308"/>
          </a:xfrm>
          <a:custGeom>
            <a:avLst/>
            <a:gdLst>
              <a:gd name="connsiteX0" fmla="*/ 0 w 8749364"/>
              <a:gd name="connsiteY0" fmla="*/ 0 h 1432308"/>
              <a:gd name="connsiteX1" fmla="*/ 8749364 w 8749364"/>
              <a:gd name="connsiteY1" fmla="*/ 0 h 1432308"/>
              <a:gd name="connsiteX2" fmla="*/ 8749364 w 8749364"/>
              <a:gd name="connsiteY2" fmla="*/ 1432308 h 1432308"/>
              <a:gd name="connsiteX3" fmla="*/ 0 w 8749364"/>
              <a:gd name="connsiteY3" fmla="*/ 1432308 h 1432308"/>
            </a:gdLst>
            <a:ahLst/>
            <a:cxnLst>
              <a:cxn ang="0">
                <a:pos x="connsiteX0" y="connsiteY0"/>
              </a:cxn>
              <a:cxn ang="0">
                <a:pos x="connsiteX1" y="connsiteY1"/>
              </a:cxn>
              <a:cxn ang="0">
                <a:pos x="connsiteX2" y="connsiteY2"/>
              </a:cxn>
              <a:cxn ang="0">
                <a:pos x="connsiteX3" y="connsiteY3"/>
              </a:cxn>
            </a:cxnLst>
            <a:rect l="l" t="t" r="r" b="b"/>
            <a:pathLst>
              <a:path w="8749364" h="1432308">
                <a:moveTo>
                  <a:pt x="0" y="0"/>
                </a:moveTo>
                <a:lnTo>
                  <a:pt x="8749364" y="0"/>
                </a:lnTo>
                <a:lnTo>
                  <a:pt x="8749364" y="1432308"/>
                </a:lnTo>
                <a:lnTo>
                  <a:pt x="0" y="1432308"/>
                </a:lnTo>
                <a:close/>
              </a:path>
            </a:pathLst>
          </a:custGeom>
          <a:solidFill>
            <a:schemeClr val="tx2">
              <a:lumMod val="10000"/>
              <a:lumOff val="90000"/>
            </a:schemeClr>
          </a:solidFill>
          <a:ln>
            <a:noFill/>
          </a:ln>
        </p:spPr>
        <p:txBody>
          <a:bodyPr wrap="square" bIns="457200" anchor="b">
            <a:noAutofit/>
          </a:bodyPr>
          <a:lstStyle>
            <a:lvl1pPr algn="ctr" rtl="0">
              <a:buNone/>
              <a:defRPr sz="700">
                <a:solidFill>
                  <a:schemeClr val="tx1">
                    <a:lumMod val="50000"/>
                    <a:lumOff val="50000"/>
                  </a:schemeClr>
                </a:solidFill>
              </a:defRPr>
            </a:lvl1pPr>
          </a:lstStyle>
          <a:p>
            <a:r>
              <a:rPr lang="en-US" dirty="0"/>
              <a:t>Image Holder</a:t>
            </a:r>
          </a:p>
        </p:txBody>
      </p:sp>
    </p:spTree>
    <p:extLst>
      <p:ext uri="{BB962C8B-B14F-4D97-AF65-F5344CB8AC3E}">
        <p14:creationId xmlns:p14="http://schemas.microsoft.com/office/powerpoint/2010/main" val="2639660351"/>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M145">
    <p:spTree>
      <p:nvGrpSpPr>
        <p:cNvPr id="1" name=""/>
        <p:cNvGrpSpPr/>
        <p:nvPr/>
      </p:nvGrpSpPr>
      <p:grpSpPr>
        <a:xfrm>
          <a:off x="0" y="0"/>
          <a:ext cx="0" cy="0"/>
          <a:chOff x="0" y="0"/>
          <a:chExt cx="0" cy="0"/>
        </a:xfrm>
      </p:grpSpPr>
      <p:sp>
        <p:nvSpPr>
          <p:cNvPr id="10" name="Picture Placeholder 9"/>
          <p:cNvSpPr>
            <a:spLocks noGrp="1"/>
          </p:cNvSpPr>
          <p:nvPr>
            <p:ph type="pic" sz="quarter" idx="30" hasCustomPrompt="1"/>
          </p:nvPr>
        </p:nvSpPr>
        <p:spPr>
          <a:xfrm>
            <a:off x="2525325" y="314959"/>
            <a:ext cx="2166621" cy="4437778"/>
          </a:xfrm>
          <a:custGeom>
            <a:avLst/>
            <a:gdLst>
              <a:gd name="connsiteX0" fmla="*/ 0 w 2118108"/>
              <a:gd name="connsiteY0" fmla="*/ 0 h 4828540"/>
              <a:gd name="connsiteX1" fmla="*/ 2118108 w 2118108"/>
              <a:gd name="connsiteY1" fmla="*/ 0 h 4828540"/>
              <a:gd name="connsiteX2" fmla="*/ 2118108 w 2118108"/>
              <a:gd name="connsiteY2" fmla="*/ 4828540 h 4828540"/>
              <a:gd name="connsiteX3" fmla="*/ 0 w 2118108"/>
              <a:gd name="connsiteY3" fmla="*/ 4828540 h 4828540"/>
            </a:gdLst>
            <a:ahLst/>
            <a:cxnLst>
              <a:cxn ang="0">
                <a:pos x="connsiteX0" y="connsiteY0"/>
              </a:cxn>
              <a:cxn ang="0">
                <a:pos x="connsiteX1" y="connsiteY1"/>
              </a:cxn>
              <a:cxn ang="0">
                <a:pos x="connsiteX2" y="connsiteY2"/>
              </a:cxn>
              <a:cxn ang="0">
                <a:pos x="connsiteX3" y="connsiteY3"/>
              </a:cxn>
            </a:cxnLst>
            <a:rect l="l" t="t" r="r" b="b"/>
            <a:pathLst>
              <a:path w="2118108" h="4828540">
                <a:moveTo>
                  <a:pt x="0" y="0"/>
                </a:moveTo>
                <a:lnTo>
                  <a:pt x="2118108" y="0"/>
                </a:lnTo>
                <a:lnTo>
                  <a:pt x="2118108" y="4828540"/>
                </a:lnTo>
                <a:lnTo>
                  <a:pt x="0" y="4828540"/>
                </a:lnTo>
                <a:close/>
              </a:path>
            </a:pathLst>
          </a:custGeom>
          <a:solidFill>
            <a:schemeClr val="tx2">
              <a:lumMod val="10000"/>
              <a:lumOff val="90000"/>
            </a:schemeClr>
          </a:solidFill>
          <a:ln>
            <a:noFill/>
          </a:ln>
        </p:spPr>
        <p:txBody>
          <a:bodyPr wrap="square" bIns="457200" anchor="b">
            <a:noAutofit/>
          </a:bodyPr>
          <a:lstStyle>
            <a:lvl1pPr algn="ctr" rtl="0">
              <a:buNone/>
              <a:defRPr sz="700">
                <a:solidFill>
                  <a:schemeClr val="tx1">
                    <a:lumMod val="50000"/>
                    <a:lumOff val="50000"/>
                  </a:schemeClr>
                </a:solidFill>
              </a:defRPr>
            </a:lvl1pPr>
          </a:lstStyle>
          <a:p>
            <a:r>
              <a:rPr lang="en-US" dirty="0"/>
              <a:t>Image Holder</a:t>
            </a:r>
          </a:p>
        </p:txBody>
      </p:sp>
      <p:sp>
        <p:nvSpPr>
          <p:cNvPr id="11" name="Picture Placeholder 10"/>
          <p:cNvSpPr>
            <a:spLocks noGrp="1"/>
          </p:cNvSpPr>
          <p:nvPr>
            <p:ph type="pic" sz="quarter" idx="31" hasCustomPrompt="1"/>
          </p:nvPr>
        </p:nvSpPr>
        <p:spPr>
          <a:xfrm>
            <a:off x="6977379" y="314959"/>
            <a:ext cx="2166621" cy="4437778"/>
          </a:xfrm>
          <a:custGeom>
            <a:avLst/>
            <a:gdLst>
              <a:gd name="connsiteX0" fmla="*/ 0 w 2118108"/>
              <a:gd name="connsiteY0" fmla="*/ 0 h 4828540"/>
              <a:gd name="connsiteX1" fmla="*/ 2118108 w 2118108"/>
              <a:gd name="connsiteY1" fmla="*/ 0 h 4828540"/>
              <a:gd name="connsiteX2" fmla="*/ 2118108 w 2118108"/>
              <a:gd name="connsiteY2" fmla="*/ 4828540 h 4828540"/>
              <a:gd name="connsiteX3" fmla="*/ 0 w 2118108"/>
              <a:gd name="connsiteY3" fmla="*/ 4828540 h 4828540"/>
            </a:gdLst>
            <a:ahLst/>
            <a:cxnLst>
              <a:cxn ang="0">
                <a:pos x="connsiteX0" y="connsiteY0"/>
              </a:cxn>
              <a:cxn ang="0">
                <a:pos x="connsiteX1" y="connsiteY1"/>
              </a:cxn>
              <a:cxn ang="0">
                <a:pos x="connsiteX2" y="connsiteY2"/>
              </a:cxn>
              <a:cxn ang="0">
                <a:pos x="connsiteX3" y="connsiteY3"/>
              </a:cxn>
            </a:cxnLst>
            <a:rect l="l" t="t" r="r" b="b"/>
            <a:pathLst>
              <a:path w="2118108" h="4828540">
                <a:moveTo>
                  <a:pt x="0" y="0"/>
                </a:moveTo>
                <a:lnTo>
                  <a:pt x="2118108" y="0"/>
                </a:lnTo>
                <a:lnTo>
                  <a:pt x="2118108" y="4828540"/>
                </a:lnTo>
                <a:lnTo>
                  <a:pt x="0" y="4828540"/>
                </a:lnTo>
                <a:close/>
              </a:path>
            </a:pathLst>
          </a:custGeom>
          <a:solidFill>
            <a:schemeClr val="tx2">
              <a:lumMod val="10000"/>
              <a:lumOff val="90000"/>
            </a:schemeClr>
          </a:solidFill>
          <a:ln>
            <a:noFill/>
          </a:ln>
        </p:spPr>
        <p:txBody>
          <a:bodyPr wrap="square" bIns="457200" anchor="b">
            <a:noAutofit/>
          </a:bodyPr>
          <a:lstStyle>
            <a:lvl1pPr algn="ctr" rtl="0">
              <a:buNone/>
              <a:defRPr sz="700">
                <a:solidFill>
                  <a:schemeClr val="tx1">
                    <a:lumMod val="50000"/>
                    <a:lumOff val="50000"/>
                  </a:schemeClr>
                </a:solidFill>
              </a:defRPr>
            </a:lvl1pPr>
          </a:lstStyle>
          <a:p>
            <a:r>
              <a:rPr lang="en-US" dirty="0"/>
              <a:t>Image Holder</a:t>
            </a:r>
          </a:p>
        </p:txBody>
      </p:sp>
      <p:sp>
        <p:nvSpPr>
          <p:cNvPr id="6" name="Picture Placeholder 5"/>
          <p:cNvSpPr>
            <a:spLocks noGrp="1"/>
          </p:cNvSpPr>
          <p:nvPr>
            <p:ph type="pic" sz="quarter" idx="32" hasCustomPrompt="1"/>
          </p:nvPr>
        </p:nvSpPr>
        <p:spPr>
          <a:xfrm>
            <a:off x="4751352" y="314959"/>
            <a:ext cx="2166621" cy="4437778"/>
          </a:xfrm>
          <a:custGeom>
            <a:avLst/>
            <a:gdLst>
              <a:gd name="connsiteX0" fmla="*/ 0 w 2118108"/>
              <a:gd name="connsiteY0" fmla="*/ 0 h 4828540"/>
              <a:gd name="connsiteX1" fmla="*/ 2118108 w 2118108"/>
              <a:gd name="connsiteY1" fmla="*/ 0 h 4828540"/>
              <a:gd name="connsiteX2" fmla="*/ 2118108 w 2118108"/>
              <a:gd name="connsiteY2" fmla="*/ 4828540 h 4828540"/>
              <a:gd name="connsiteX3" fmla="*/ 0 w 2118108"/>
              <a:gd name="connsiteY3" fmla="*/ 4828540 h 4828540"/>
            </a:gdLst>
            <a:ahLst/>
            <a:cxnLst>
              <a:cxn ang="0">
                <a:pos x="connsiteX0" y="connsiteY0"/>
              </a:cxn>
              <a:cxn ang="0">
                <a:pos x="connsiteX1" y="connsiteY1"/>
              </a:cxn>
              <a:cxn ang="0">
                <a:pos x="connsiteX2" y="connsiteY2"/>
              </a:cxn>
              <a:cxn ang="0">
                <a:pos x="connsiteX3" y="connsiteY3"/>
              </a:cxn>
            </a:cxnLst>
            <a:rect l="l" t="t" r="r" b="b"/>
            <a:pathLst>
              <a:path w="2118108" h="4828540">
                <a:moveTo>
                  <a:pt x="0" y="0"/>
                </a:moveTo>
                <a:lnTo>
                  <a:pt x="2118108" y="0"/>
                </a:lnTo>
                <a:lnTo>
                  <a:pt x="2118108" y="4828540"/>
                </a:lnTo>
                <a:lnTo>
                  <a:pt x="0" y="4828540"/>
                </a:lnTo>
                <a:close/>
              </a:path>
            </a:pathLst>
          </a:custGeom>
          <a:solidFill>
            <a:schemeClr val="tx2">
              <a:lumMod val="10000"/>
              <a:lumOff val="90000"/>
            </a:schemeClr>
          </a:solidFill>
          <a:ln>
            <a:noFill/>
          </a:ln>
        </p:spPr>
        <p:txBody>
          <a:bodyPr wrap="square" bIns="457200" anchor="b">
            <a:noAutofit/>
          </a:bodyPr>
          <a:lstStyle>
            <a:lvl1pPr algn="ctr" rtl="0">
              <a:buNone/>
              <a:defRPr sz="700">
                <a:solidFill>
                  <a:schemeClr val="tx1">
                    <a:lumMod val="50000"/>
                    <a:lumOff val="50000"/>
                  </a:schemeClr>
                </a:solidFill>
              </a:defRPr>
            </a:lvl1pPr>
          </a:lstStyle>
          <a:p>
            <a:r>
              <a:rPr lang="en-US" dirty="0"/>
              <a:t>Image Holder</a:t>
            </a:r>
          </a:p>
        </p:txBody>
      </p:sp>
    </p:spTree>
    <p:extLst>
      <p:ext uri="{BB962C8B-B14F-4D97-AF65-F5344CB8AC3E}">
        <p14:creationId xmlns:p14="http://schemas.microsoft.com/office/powerpoint/2010/main" val="2688319495"/>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M146">
    <p:spTree>
      <p:nvGrpSpPr>
        <p:cNvPr id="1" name=""/>
        <p:cNvGrpSpPr/>
        <p:nvPr/>
      </p:nvGrpSpPr>
      <p:grpSpPr>
        <a:xfrm>
          <a:off x="0" y="0"/>
          <a:ext cx="0" cy="0"/>
          <a:chOff x="0" y="0"/>
          <a:chExt cx="0" cy="0"/>
        </a:xfrm>
      </p:grpSpPr>
      <p:sp>
        <p:nvSpPr>
          <p:cNvPr id="17" name="Text Placeholder 3"/>
          <p:cNvSpPr>
            <a:spLocks noGrp="1"/>
          </p:cNvSpPr>
          <p:nvPr>
            <p:ph type="body" sz="half" idx="2" hasCustomPrompt="1"/>
          </p:nvPr>
        </p:nvSpPr>
        <p:spPr>
          <a:xfrm>
            <a:off x="4419600" y="883822"/>
            <a:ext cx="4329764" cy="173255"/>
          </a:xfrm>
          <a:prstGeom prst="rect">
            <a:avLst/>
          </a:prstGeom>
        </p:spPr>
        <p:txBody>
          <a:bodyPr wrap="none" lIns="0" tIns="0" rIns="0" bIns="0" anchor="ctr">
            <a:noAutofit/>
          </a:bodyPr>
          <a:lstStyle>
            <a:lvl1pPr marL="0" indent="0" algn="l" rtl="0">
              <a:buNone/>
              <a:defRPr sz="1200" b="0" baseline="0">
                <a:solidFill>
                  <a:schemeClr val="bg1">
                    <a:lumMod val="65000"/>
                  </a:schemeClr>
                </a:solidFill>
                <a:latin typeface="+mn-lt"/>
                <a:ea typeface="Roboto" panose="02000000000000000000" pitchFamily="2" charset="0"/>
              </a:defRPr>
            </a:lvl1pPr>
            <a:lvl2pPr marL="457178" indent="0">
              <a:buNone/>
              <a:defRPr sz="1200"/>
            </a:lvl2pPr>
            <a:lvl3pPr marL="914354" indent="0">
              <a:buNone/>
              <a:defRPr sz="1000"/>
            </a:lvl3pPr>
            <a:lvl4pPr marL="1371532" indent="0">
              <a:buNone/>
              <a:defRPr sz="900"/>
            </a:lvl4pPr>
            <a:lvl5pPr marL="1828709" indent="0">
              <a:buNone/>
              <a:defRPr sz="900"/>
            </a:lvl5pPr>
            <a:lvl6pPr marL="2285886" indent="0">
              <a:buNone/>
              <a:defRPr sz="900"/>
            </a:lvl6pPr>
            <a:lvl7pPr marL="2743062" indent="0">
              <a:buNone/>
              <a:defRPr sz="900"/>
            </a:lvl7pPr>
            <a:lvl8pPr marL="3200240" indent="0">
              <a:buNone/>
              <a:defRPr sz="900"/>
            </a:lvl8pPr>
            <a:lvl9pPr marL="3657418" indent="0">
              <a:buNone/>
              <a:defRPr sz="900"/>
            </a:lvl9pPr>
          </a:lstStyle>
          <a:p>
            <a:pPr lvl="0"/>
            <a:r>
              <a:rPr lang="en-US" dirty="0"/>
              <a:t>CLICK TO EDITE SUBTITLE</a:t>
            </a:r>
          </a:p>
        </p:txBody>
      </p:sp>
      <p:sp>
        <p:nvSpPr>
          <p:cNvPr id="18" name="Title 2"/>
          <p:cNvSpPr>
            <a:spLocks noGrp="1"/>
          </p:cNvSpPr>
          <p:nvPr>
            <p:ph type="title" hasCustomPrompt="1"/>
          </p:nvPr>
        </p:nvSpPr>
        <p:spPr>
          <a:xfrm>
            <a:off x="4419600" y="341315"/>
            <a:ext cx="4329764" cy="495383"/>
          </a:xfrm>
          <a:prstGeom prst="rect">
            <a:avLst/>
          </a:prstGeom>
        </p:spPr>
        <p:txBody>
          <a:bodyPr lIns="0" tIns="0" rIns="0" bIns="0" anchor="ctr"/>
          <a:lstStyle>
            <a:lvl1pPr algn="l" rtl="0">
              <a:defRPr sz="3200">
                <a:solidFill>
                  <a:schemeClr val="bg1">
                    <a:lumMod val="50000"/>
                  </a:schemeClr>
                </a:solidFill>
              </a:defRPr>
            </a:lvl1pPr>
          </a:lstStyle>
          <a:p>
            <a:r>
              <a:rPr lang="en-US" dirty="0"/>
              <a:t>Click to edit title</a:t>
            </a:r>
          </a:p>
        </p:txBody>
      </p:sp>
      <p:sp>
        <p:nvSpPr>
          <p:cNvPr id="12" name="Picture Placeholder 11"/>
          <p:cNvSpPr>
            <a:spLocks noGrp="1"/>
          </p:cNvSpPr>
          <p:nvPr>
            <p:ph type="pic" sz="quarter" idx="31" hasCustomPrompt="1"/>
          </p:nvPr>
        </p:nvSpPr>
        <p:spPr>
          <a:xfrm>
            <a:off x="0" y="314960"/>
            <a:ext cx="2130552" cy="1595680"/>
          </a:xfrm>
          <a:custGeom>
            <a:avLst/>
            <a:gdLst>
              <a:gd name="connsiteX0" fmla="*/ 0 w 2118108"/>
              <a:gd name="connsiteY0" fmla="*/ 0 h 4828540"/>
              <a:gd name="connsiteX1" fmla="*/ 2118108 w 2118108"/>
              <a:gd name="connsiteY1" fmla="*/ 0 h 4828540"/>
              <a:gd name="connsiteX2" fmla="*/ 2118108 w 2118108"/>
              <a:gd name="connsiteY2" fmla="*/ 4828540 h 4828540"/>
              <a:gd name="connsiteX3" fmla="*/ 0 w 2118108"/>
              <a:gd name="connsiteY3" fmla="*/ 4828540 h 4828540"/>
            </a:gdLst>
            <a:ahLst/>
            <a:cxnLst>
              <a:cxn ang="0">
                <a:pos x="connsiteX0" y="connsiteY0"/>
              </a:cxn>
              <a:cxn ang="0">
                <a:pos x="connsiteX1" y="connsiteY1"/>
              </a:cxn>
              <a:cxn ang="0">
                <a:pos x="connsiteX2" y="connsiteY2"/>
              </a:cxn>
              <a:cxn ang="0">
                <a:pos x="connsiteX3" y="connsiteY3"/>
              </a:cxn>
            </a:cxnLst>
            <a:rect l="l" t="t" r="r" b="b"/>
            <a:pathLst>
              <a:path w="2118108" h="4828540">
                <a:moveTo>
                  <a:pt x="0" y="0"/>
                </a:moveTo>
                <a:lnTo>
                  <a:pt x="2118108" y="0"/>
                </a:lnTo>
                <a:lnTo>
                  <a:pt x="2118108" y="4828540"/>
                </a:lnTo>
                <a:lnTo>
                  <a:pt x="0" y="4828540"/>
                </a:lnTo>
                <a:close/>
              </a:path>
            </a:pathLst>
          </a:custGeom>
          <a:solidFill>
            <a:schemeClr val="tx2">
              <a:lumMod val="10000"/>
              <a:lumOff val="90000"/>
            </a:schemeClr>
          </a:solidFill>
          <a:ln>
            <a:noFill/>
          </a:ln>
        </p:spPr>
        <p:txBody>
          <a:bodyPr wrap="square" bIns="457200" anchor="b">
            <a:noAutofit/>
          </a:bodyPr>
          <a:lstStyle>
            <a:lvl1pPr algn="ctr" rtl="0">
              <a:buNone/>
              <a:defRPr sz="700">
                <a:solidFill>
                  <a:schemeClr val="tx1">
                    <a:lumMod val="50000"/>
                    <a:lumOff val="50000"/>
                  </a:schemeClr>
                </a:solidFill>
              </a:defRPr>
            </a:lvl1pPr>
          </a:lstStyle>
          <a:p>
            <a:r>
              <a:rPr lang="en-US" dirty="0"/>
              <a:t>Image Holder</a:t>
            </a:r>
          </a:p>
        </p:txBody>
      </p:sp>
      <p:sp>
        <p:nvSpPr>
          <p:cNvPr id="19" name="Picture Placeholder 18"/>
          <p:cNvSpPr>
            <a:spLocks noGrp="1"/>
          </p:cNvSpPr>
          <p:nvPr>
            <p:ph type="pic" sz="quarter" idx="33" hasCustomPrompt="1"/>
          </p:nvPr>
        </p:nvSpPr>
        <p:spPr>
          <a:xfrm>
            <a:off x="0" y="3547820"/>
            <a:ext cx="4287520" cy="1595680"/>
          </a:xfrm>
          <a:custGeom>
            <a:avLst/>
            <a:gdLst>
              <a:gd name="connsiteX0" fmla="*/ 0 w 4287520"/>
              <a:gd name="connsiteY0" fmla="*/ 0 h 1595680"/>
              <a:gd name="connsiteX1" fmla="*/ 4287520 w 4287520"/>
              <a:gd name="connsiteY1" fmla="*/ 0 h 1595680"/>
              <a:gd name="connsiteX2" fmla="*/ 4287520 w 4287520"/>
              <a:gd name="connsiteY2" fmla="*/ 163371 h 1595680"/>
              <a:gd name="connsiteX3" fmla="*/ 4287520 w 4287520"/>
              <a:gd name="connsiteY3" fmla="*/ 1595679 h 1595680"/>
              <a:gd name="connsiteX4" fmla="*/ 4287520 w 4287520"/>
              <a:gd name="connsiteY4" fmla="*/ 1595680 h 1595680"/>
              <a:gd name="connsiteX5" fmla="*/ 0 w 4287520"/>
              <a:gd name="connsiteY5" fmla="*/ 1595680 h 1595680"/>
              <a:gd name="connsiteX6" fmla="*/ 0 w 4287520"/>
              <a:gd name="connsiteY6" fmla="*/ 1595679 h 1595680"/>
              <a:gd name="connsiteX7" fmla="*/ 0 w 4287520"/>
              <a:gd name="connsiteY7" fmla="*/ 163371 h 1595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87520" h="1595680">
                <a:moveTo>
                  <a:pt x="0" y="0"/>
                </a:moveTo>
                <a:lnTo>
                  <a:pt x="4287520" y="0"/>
                </a:lnTo>
                <a:lnTo>
                  <a:pt x="4287520" y="163371"/>
                </a:lnTo>
                <a:lnTo>
                  <a:pt x="4287520" y="1595679"/>
                </a:lnTo>
                <a:lnTo>
                  <a:pt x="4287520" y="1595680"/>
                </a:lnTo>
                <a:lnTo>
                  <a:pt x="0" y="1595680"/>
                </a:lnTo>
                <a:lnTo>
                  <a:pt x="0" y="1595679"/>
                </a:lnTo>
                <a:lnTo>
                  <a:pt x="0" y="163371"/>
                </a:lnTo>
                <a:close/>
              </a:path>
            </a:pathLst>
          </a:custGeom>
          <a:solidFill>
            <a:schemeClr val="tx2">
              <a:lumMod val="10000"/>
              <a:lumOff val="90000"/>
            </a:schemeClr>
          </a:solidFill>
          <a:ln>
            <a:noFill/>
          </a:ln>
        </p:spPr>
        <p:txBody>
          <a:bodyPr wrap="square" bIns="457200" anchor="b">
            <a:noAutofit/>
          </a:bodyPr>
          <a:lstStyle>
            <a:lvl1pPr algn="ctr" rtl="0">
              <a:buNone/>
              <a:defRPr sz="700">
                <a:solidFill>
                  <a:schemeClr val="tx1">
                    <a:lumMod val="50000"/>
                    <a:lumOff val="50000"/>
                  </a:schemeClr>
                </a:solidFill>
              </a:defRPr>
            </a:lvl1pPr>
          </a:lstStyle>
          <a:p>
            <a:r>
              <a:rPr lang="en-US" dirty="0"/>
              <a:t>Image Holder</a:t>
            </a:r>
          </a:p>
        </p:txBody>
      </p:sp>
      <p:sp>
        <p:nvSpPr>
          <p:cNvPr id="16" name="Picture Placeholder 15"/>
          <p:cNvSpPr>
            <a:spLocks noGrp="1"/>
          </p:cNvSpPr>
          <p:nvPr>
            <p:ph type="pic" sz="quarter" idx="34" hasCustomPrompt="1"/>
          </p:nvPr>
        </p:nvSpPr>
        <p:spPr>
          <a:xfrm>
            <a:off x="0" y="1931390"/>
            <a:ext cx="4287520" cy="1595680"/>
          </a:xfrm>
          <a:custGeom>
            <a:avLst/>
            <a:gdLst>
              <a:gd name="connsiteX0" fmla="*/ 0 w 4287520"/>
              <a:gd name="connsiteY0" fmla="*/ 0 h 1595680"/>
              <a:gd name="connsiteX1" fmla="*/ 4287520 w 4287520"/>
              <a:gd name="connsiteY1" fmla="*/ 0 h 1595680"/>
              <a:gd name="connsiteX2" fmla="*/ 4287520 w 4287520"/>
              <a:gd name="connsiteY2" fmla="*/ 1595680 h 1595680"/>
              <a:gd name="connsiteX3" fmla="*/ 0 w 4287520"/>
              <a:gd name="connsiteY3" fmla="*/ 1595680 h 1595680"/>
            </a:gdLst>
            <a:ahLst/>
            <a:cxnLst>
              <a:cxn ang="0">
                <a:pos x="connsiteX0" y="connsiteY0"/>
              </a:cxn>
              <a:cxn ang="0">
                <a:pos x="connsiteX1" y="connsiteY1"/>
              </a:cxn>
              <a:cxn ang="0">
                <a:pos x="connsiteX2" y="connsiteY2"/>
              </a:cxn>
              <a:cxn ang="0">
                <a:pos x="connsiteX3" y="connsiteY3"/>
              </a:cxn>
            </a:cxnLst>
            <a:rect l="l" t="t" r="r" b="b"/>
            <a:pathLst>
              <a:path w="4287520" h="1595680">
                <a:moveTo>
                  <a:pt x="0" y="0"/>
                </a:moveTo>
                <a:lnTo>
                  <a:pt x="4287520" y="0"/>
                </a:lnTo>
                <a:lnTo>
                  <a:pt x="4287520" y="1595680"/>
                </a:lnTo>
                <a:lnTo>
                  <a:pt x="0" y="1595680"/>
                </a:lnTo>
                <a:close/>
              </a:path>
            </a:pathLst>
          </a:custGeom>
          <a:solidFill>
            <a:schemeClr val="tx2">
              <a:lumMod val="10000"/>
              <a:lumOff val="90000"/>
            </a:schemeClr>
          </a:solidFill>
          <a:ln>
            <a:noFill/>
          </a:ln>
        </p:spPr>
        <p:txBody>
          <a:bodyPr wrap="square" bIns="457200" anchor="b">
            <a:noAutofit/>
          </a:bodyPr>
          <a:lstStyle>
            <a:lvl1pPr algn="ctr" rtl="0">
              <a:buNone/>
              <a:defRPr sz="700">
                <a:solidFill>
                  <a:schemeClr val="tx1">
                    <a:lumMod val="50000"/>
                    <a:lumOff val="50000"/>
                  </a:schemeClr>
                </a:solidFill>
              </a:defRPr>
            </a:lvl1pPr>
          </a:lstStyle>
          <a:p>
            <a:r>
              <a:rPr lang="en-US" dirty="0"/>
              <a:t>Image Holder</a:t>
            </a:r>
          </a:p>
        </p:txBody>
      </p:sp>
      <p:sp>
        <p:nvSpPr>
          <p:cNvPr id="21" name="Picture Placeholder 20"/>
          <p:cNvSpPr>
            <a:spLocks noGrp="1"/>
          </p:cNvSpPr>
          <p:nvPr>
            <p:ph type="pic" sz="quarter" idx="35" hasCustomPrompt="1"/>
          </p:nvPr>
        </p:nvSpPr>
        <p:spPr>
          <a:xfrm>
            <a:off x="2156968" y="314959"/>
            <a:ext cx="2130552" cy="1595680"/>
          </a:xfrm>
          <a:custGeom>
            <a:avLst/>
            <a:gdLst>
              <a:gd name="connsiteX0" fmla="*/ 0 w 2118108"/>
              <a:gd name="connsiteY0" fmla="*/ 0 h 1595680"/>
              <a:gd name="connsiteX1" fmla="*/ 2118108 w 2118108"/>
              <a:gd name="connsiteY1" fmla="*/ 0 h 1595680"/>
              <a:gd name="connsiteX2" fmla="*/ 2118108 w 2118108"/>
              <a:gd name="connsiteY2" fmla="*/ 1595680 h 1595680"/>
              <a:gd name="connsiteX3" fmla="*/ 0 w 2118108"/>
              <a:gd name="connsiteY3" fmla="*/ 1595680 h 1595680"/>
            </a:gdLst>
            <a:ahLst/>
            <a:cxnLst>
              <a:cxn ang="0">
                <a:pos x="connsiteX0" y="connsiteY0"/>
              </a:cxn>
              <a:cxn ang="0">
                <a:pos x="connsiteX1" y="connsiteY1"/>
              </a:cxn>
              <a:cxn ang="0">
                <a:pos x="connsiteX2" y="connsiteY2"/>
              </a:cxn>
              <a:cxn ang="0">
                <a:pos x="connsiteX3" y="connsiteY3"/>
              </a:cxn>
            </a:cxnLst>
            <a:rect l="l" t="t" r="r" b="b"/>
            <a:pathLst>
              <a:path w="2118108" h="1595680">
                <a:moveTo>
                  <a:pt x="0" y="0"/>
                </a:moveTo>
                <a:lnTo>
                  <a:pt x="2118108" y="0"/>
                </a:lnTo>
                <a:lnTo>
                  <a:pt x="2118108" y="1595680"/>
                </a:lnTo>
                <a:lnTo>
                  <a:pt x="0" y="1595680"/>
                </a:lnTo>
                <a:close/>
              </a:path>
            </a:pathLst>
          </a:custGeom>
          <a:solidFill>
            <a:schemeClr val="tx2">
              <a:lumMod val="10000"/>
              <a:lumOff val="90000"/>
            </a:schemeClr>
          </a:solidFill>
          <a:ln>
            <a:noFill/>
          </a:ln>
        </p:spPr>
        <p:txBody>
          <a:bodyPr wrap="square" bIns="457200" anchor="b">
            <a:noAutofit/>
          </a:bodyPr>
          <a:lstStyle>
            <a:lvl1pPr algn="ctr" rtl="0">
              <a:buNone/>
              <a:defRPr sz="700">
                <a:solidFill>
                  <a:schemeClr val="tx1">
                    <a:lumMod val="50000"/>
                    <a:lumOff val="50000"/>
                  </a:schemeClr>
                </a:solidFill>
              </a:defRPr>
            </a:lvl1pPr>
          </a:lstStyle>
          <a:p>
            <a:r>
              <a:rPr lang="en-US" dirty="0"/>
              <a:t>Image Holder</a:t>
            </a:r>
          </a:p>
        </p:txBody>
      </p:sp>
    </p:spTree>
    <p:extLst>
      <p:ext uri="{BB962C8B-B14F-4D97-AF65-F5344CB8AC3E}">
        <p14:creationId xmlns:p14="http://schemas.microsoft.com/office/powerpoint/2010/main" val="2315125988"/>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M147">
    <p:spTree>
      <p:nvGrpSpPr>
        <p:cNvPr id="1" name=""/>
        <p:cNvGrpSpPr/>
        <p:nvPr/>
      </p:nvGrpSpPr>
      <p:grpSpPr>
        <a:xfrm>
          <a:off x="0" y="0"/>
          <a:ext cx="0" cy="0"/>
          <a:chOff x="0" y="0"/>
          <a:chExt cx="0" cy="0"/>
        </a:xfrm>
      </p:grpSpPr>
      <p:sp>
        <p:nvSpPr>
          <p:cNvPr id="27" name="Picture Placeholder 26"/>
          <p:cNvSpPr>
            <a:spLocks noGrp="1"/>
          </p:cNvSpPr>
          <p:nvPr userDrawn="1">
            <p:ph type="pic" sz="quarter" idx="31" hasCustomPrompt="1"/>
          </p:nvPr>
        </p:nvSpPr>
        <p:spPr>
          <a:xfrm>
            <a:off x="4856480" y="341315"/>
            <a:ext cx="4287520" cy="1595680"/>
          </a:xfrm>
          <a:custGeom>
            <a:avLst/>
            <a:gdLst>
              <a:gd name="connsiteX0" fmla="*/ 0 w 4287520"/>
              <a:gd name="connsiteY0" fmla="*/ 0 h 1595680"/>
              <a:gd name="connsiteX1" fmla="*/ 4287520 w 4287520"/>
              <a:gd name="connsiteY1" fmla="*/ 0 h 1595680"/>
              <a:gd name="connsiteX2" fmla="*/ 4287520 w 4287520"/>
              <a:gd name="connsiteY2" fmla="*/ 1595680 h 1595680"/>
              <a:gd name="connsiteX3" fmla="*/ 0 w 4287520"/>
              <a:gd name="connsiteY3" fmla="*/ 1595680 h 1595680"/>
            </a:gdLst>
            <a:ahLst/>
            <a:cxnLst>
              <a:cxn ang="0">
                <a:pos x="connsiteX0" y="connsiteY0"/>
              </a:cxn>
              <a:cxn ang="0">
                <a:pos x="connsiteX1" y="connsiteY1"/>
              </a:cxn>
              <a:cxn ang="0">
                <a:pos x="connsiteX2" y="connsiteY2"/>
              </a:cxn>
              <a:cxn ang="0">
                <a:pos x="connsiteX3" y="connsiteY3"/>
              </a:cxn>
            </a:cxnLst>
            <a:rect l="l" t="t" r="r" b="b"/>
            <a:pathLst>
              <a:path w="4287520" h="1595680">
                <a:moveTo>
                  <a:pt x="0" y="0"/>
                </a:moveTo>
                <a:lnTo>
                  <a:pt x="4287520" y="0"/>
                </a:lnTo>
                <a:lnTo>
                  <a:pt x="4287520" y="1595680"/>
                </a:lnTo>
                <a:lnTo>
                  <a:pt x="0" y="1595680"/>
                </a:lnTo>
                <a:close/>
              </a:path>
            </a:pathLst>
          </a:custGeom>
          <a:solidFill>
            <a:schemeClr val="tx2">
              <a:lumMod val="10000"/>
              <a:lumOff val="90000"/>
            </a:schemeClr>
          </a:solidFill>
          <a:ln>
            <a:noFill/>
          </a:ln>
        </p:spPr>
        <p:txBody>
          <a:bodyPr wrap="square" bIns="457200" anchor="b">
            <a:noAutofit/>
          </a:bodyPr>
          <a:lstStyle>
            <a:lvl1pPr algn="ctr" rtl="0">
              <a:buNone/>
              <a:defRPr sz="700">
                <a:solidFill>
                  <a:schemeClr val="tx1">
                    <a:lumMod val="50000"/>
                    <a:lumOff val="50000"/>
                  </a:schemeClr>
                </a:solidFill>
              </a:defRPr>
            </a:lvl1pPr>
          </a:lstStyle>
          <a:p>
            <a:r>
              <a:rPr lang="en-US" dirty="0"/>
              <a:t>Image Holder</a:t>
            </a:r>
          </a:p>
        </p:txBody>
      </p:sp>
      <p:sp>
        <p:nvSpPr>
          <p:cNvPr id="20" name="Text Placeholder 3"/>
          <p:cNvSpPr>
            <a:spLocks noGrp="1"/>
          </p:cNvSpPr>
          <p:nvPr userDrawn="1">
            <p:ph type="body" sz="half" idx="2" hasCustomPrompt="1"/>
          </p:nvPr>
        </p:nvSpPr>
        <p:spPr>
          <a:xfrm>
            <a:off x="381002" y="883822"/>
            <a:ext cx="4329764" cy="173255"/>
          </a:xfrm>
          <a:prstGeom prst="rect">
            <a:avLst/>
          </a:prstGeom>
        </p:spPr>
        <p:txBody>
          <a:bodyPr wrap="none" lIns="0" tIns="0" rIns="0" bIns="0" anchor="ctr">
            <a:noAutofit/>
          </a:bodyPr>
          <a:lstStyle>
            <a:lvl1pPr marL="0" indent="0" algn="l" rtl="0">
              <a:buNone/>
              <a:defRPr sz="1200" b="0" baseline="0">
                <a:solidFill>
                  <a:schemeClr val="bg1">
                    <a:lumMod val="65000"/>
                  </a:schemeClr>
                </a:solidFill>
                <a:latin typeface="+mn-lt"/>
                <a:ea typeface="Roboto" panose="02000000000000000000" pitchFamily="2" charset="0"/>
              </a:defRPr>
            </a:lvl1pPr>
            <a:lvl2pPr marL="457178" indent="0">
              <a:buNone/>
              <a:defRPr sz="1200"/>
            </a:lvl2pPr>
            <a:lvl3pPr marL="914354" indent="0">
              <a:buNone/>
              <a:defRPr sz="1000"/>
            </a:lvl3pPr>
            <a:lvl4pPr marL="1371532" indent="0">
              <a:buNone/>
              <a:defRPr sz="900"/>
            </a:lvl4pPr>
            <a:lvl5pPr marL="1828709" indent="0">
              <a:buNone/>
              <a:defRPr sz="900"/>
            </a:lvl5pPr>
            <a:lvl6pPr marL="2285886" indent="0">
              <a:buNone/>
              <a:defRPr sz="900"/>
            </a:lvl6pPr>
            <a:lvl7pPr marL="2743062" indent="0">
              <a:buNone/>
              <a:defRPr sz="900"/>
            </a:lvl7pPr>
            <a:lvl8pPr marL="3200240" indent="0">
              <a:buNone/>
              <a:defRPr sz="900"/>
            </a:lvl8pPr>
            <a:lvl9pPr marL="3657418" indent="0">
              <a:buNone/>
              <a:defRPr sz="900"/>
            </a:lvl9pPr>
          </a:lstStyle>
          <a:p>
            <a:pPr lvl="0"/>
            <a:r>
              <a:rPr lang="en-US" dirty="0"/>
              <a:t>CLICK TO EDITE SUBTITLE</a:t>
            </a:r>
          </a:p>
        </p:txBody>
      </p:sp>
      <p:sp>
        <p:nvSpPr>
          <p:cNvPr id="21" name="Title 2"/>
          <p:cNvSpPr>
            <a:spLocks noGrp="1"/>
          </p:cNvSpPr>
          <p:nvPr userDrawn="1">
            <p:ph type="title" hasCustomPrompt="1"/>
          </p:nvPr>
        </p:nvSpPr>
        <p:spPr>
          <a:xfrm>
            <a:off x="381002" y="341315"/>
            <a:ext cx="4329764" cy="495383"/>
          </a:xfrm>
          <a:prstGeom prst="rect">
            <a:avLst/>
          </a:prstGeom>
        </p:spPr>
        <p:txBody>
          <a:bodyPr lIns="0" tIns="0" rIns="0" bIns="0" anchor="ctr"/>
          <a:lstStyle>
            <a:lvl1pPr algn="l" rtl="0">
              <a:defRPr sz="3200">
                <a:solidFill>
                  <a:schemeClr val="bg1">
                    <a:lumMod val="50000"/>
                  </a:schemeClr>
                </a:solidFill>
              </a:defRPr>
            </a:lvl1pPr>
          </a:lstStyle>
          <a:p>
            <a:r>
              <a:rPr lang="en-US" dirty="0"/>
              <a:t>Click to edit title</a:t>
            </a:r>
          </a:p>
        </p:txBody>
      </p:sp>
      <p:sp>
        <p:nvSpPr>
          <p:cNvPr id="29" name="Picture Placeholder 28"/>
          <p:cNvSpPr>
            <a:spLocks noGrp="1"/>
          </p:cNvSpPr>
          <p:nvPr>
            <p:ph type="pic" sz="quarter" idx="32" hasCustomPrompt="1"/>
          </p:nvPr>
        </p:nvSpPr>
        <p:spPr>
          <a:xfrm>
            <a:off x="4856480" y="3547820"/>
            <a:ext cx="4287520" cy="1595680"/>
          </a:xfrm>
          <a:custGeom>
            <a:avLst/>
            <a:gdLst>
              <a:gd name="connsiteX0" fmla="*/ 0 w 4287520"/>
              <a:gd name="connsiteY0" fmla="*/ 0 h 1595680"/>
              <a:gd name="connsiteX1" fmla="*/ 4287520 w 4287520"/>
              <a:gd name="connsiteY1" fmla="*/ 0 h 1595680"/>
              <a:gd name="connsiteX2" fmla="*/ 4287520 w 4287520"/>
              <a:gd name="connsiteY2" fmla="*/ 1595680 h 1595680"/>
              <a:gd name="connsiteX3" fmla="*/ 0 w 4287520"/>
              <a:gd name="connsiteY3" fmla="*/ 1595680 h 1595680"/>
            </a:gdLst>
            <a:ahLst/>
            <a:cxnLst>
              <a:cxn ang="0">
                <a:pos x="connsiteX0" y="connsiteY0"/>
              </a:cxn>
              <a:cxn ang="0">
                <a:pos x="connsiteX1" y="connsiteY1"/>
              </a:cxn>
              <a:cxn ang="0">
                <a:pos x="connsiteX2" y="connsiteY2"/>
              </a:cxn>
              <a:cxn ang="0">
                <a:pos x="connsiteX3" y="connsiteY3"/>
              </a:cxn>
            </a:cxnLst>
            <a:rect l="l" t="t" r="r" b="b"/>
            <a:pathLst>
              <a:path w="4287520" h="1595680">
                <a:moveTo>
                  <a:pt x="0" y="0"/>
                </a:moveTo>
                <a:lnTo>
                  <a:pt x="4287520" y="0"/>
                </a:lnTo>
                <a:lnTo>
                  <a:pt x="4287520" y="1595680"/>
                </a:lnTo>
                <a:lnTo>
                  <a:pt x="0" y="1595680"/>
                </a:lnTo>
                <a:close/>
              </a:path>
            </a:pathLst>
          </a:custGeom>
          <a:solidFill>
            <a:schemeClr val="tx2">
              <a:lumMod val="10000"/>
              <a:lumOff val="90000"/>
            </a:schemeClr>
          </a:solidFill>
          <a:ln>
            <a:noFill/>
          </a:ln>
        </p:spPr>
        <p:txBody>
          <a:bodyPr wrap="square" bIns="457200" anchor="b">
            <a:noAutofit/>
          </a:bodyPr>
          <a:lstStyle>
            <a:lvl1pPr algn="ctr" rtl="0">
              <a:buNone/>
              <a:defRPr sz="700">
                <a:solidFill>
                  <a:schemeClr val="tx1">
                    <a:lumMod val="50000"/>
                    <a:lumOff val="50000"/>
                  </a:schemeClr>
                </a:solidFill>
              </a:defRPr>
            </a:lvl1pPr>
          </a:lstStyle>
          <a:p>
            <a:r>
              <a:rPr lang="en-US" dirty="0"/>
              <a:t>Image Holder</a:t>
            </a:r>
          </a:p>
        </p:txBody>
      </p:sp>
      <p:sp>
        <p:nvSpPr>
          <p:cNvPr id="28" name="Picture Placeholder 27"/>
          <p:cNvSpPr>
            <a:spLocks noGrp="1"/>
          </p:cNvSpPr>
          <p:nvPr>
            <p:ph type="pic" sz="quarter" idx="33" hasCustomPrompt="1"/>
          </p:nvPr>
        </p:nvSpPr>
        <p:spPr>
          <a:xfrm>
            <a:off x="7013448" y="1952724"/>
            <a:ext cx="2130552" cy="1579367"/>
          </a:xfrm>
          <a:custGeom>
            <a:avLst/>
            <a:gdLst>
              <a:gd name="connsiteX0" fmla="*/ 0 w 4287520"/>
              <a:gd name="connsiteY0" fmla="*/ 0 h 1579367"/>
              <a:gd name="connsiteX1" fmla="*/ 4287520 w 4287520"/>
              <a:gd name="connsiteY1" fmla="*/ 0 h 1579367"/>
              <a:gd name="connsiteX2" fmla="*/ 4287520 w 4287520"/>
              <a:gd name="connsiteY2" fmla="*/ 1579367 h 1579367"/>
              <a:gd name="connsiteX3" fmla="*/ 0 w 4287520"/>
              <a:gd name="connsiteY3" fmla="*/ 1579367 h 1579367"/>
            </a:gdLst>
            <a:ahLst/>
            <a:cxnLst>
              <a:cxn ang="0">
                <a:pos x="connsiteX0" y="connsiteY0"/>
              </a:cxn>
              <a:cxn ang="0">
                <a:pos x="connsiteX1" y="connsiteY1"/>
              </a:cxn>
              <a:cxn ang="0">
                <a:pos x="connsiteX2" y="connsiteY2"/>
              </a:cxn>
              <a:cxn ang="0">
                <a:pos x="connsiteX3" y="connsiteY3"/>
              </a:cxn>
            </a:cxnLst>
            <a:rect l="l" t="t" r="r" b="b"/>
            <a:pathLst>
              <a:path w="4287520" h="1579367">
                <a:moveTo>
                  <a:pt x="0" y="0"/>
                </a:moveTo>
                <a:lnTo>
                  <a:pt x="4287520" y="0"/>
                </a:lnTo>
                <a:lnTo>
                  <a:pt x="4287520" y="1579367"/>
                </a:lnTo>
                <a:lnTo>
                  <a:pt x="0" y="1579367"/>
                </a:lnTo>
                <a:close/>
              </a:path>
            </a:pathLst>
          </a:custGeom>
          <a:solidFill>
            <a:schemeClr val="tx2">
              <a:lumMod val="10000"/>
              <a:lumOff val="90000"/>
            </a:schemeClr>
          </a:solidFill>
          <a:ln>
            <a:noFill/>
          </a:ln>
        </p:spPr>
        <p:txBody>
          <a:bodyPr wrap="square" bIns="457200" anchor="b">
            <a:noAutofit/>
          </a:bodyPr>
          <a:lstStyle>
            <a:lvl1pPr algn="ctr" rtl="0">
              <a:buNone/>
              <a:defRPr sz="700">
                <a:solidFill>
                  <a:schemeClr val="tx1">
                    <a:lumMod val="50000"/>
                    <a:lumOff val="50000"/>
                  </a:schemeClr>
                </a:solidFill>
              </a:defRPr>
            </a:lvl1pPr>
          </a:lstStyle>
          <a:p>
            <a:r>
              <a:rPr lang="en-US" dirty="0"/>
              <a:t>Image Holder</a:t>
            </a:r>
          </a:p>
        </p:txBody>
      </p:sp>
      <p:sp>
        <p:nvSpPr>
          <p:cNvPr id="32" name="Picture Placeholder 31"/>
          <p:cNvSpPr>
            <a:spLocks noGrp="1"/>
          </p:cNvSpPr>
          <p:nvPr>
            <p:ph type="pic" sz="quarter" idx="36" hasCustomPrompt="1"/>
          </p:nvPr>
        </p:nvSpPr>
        <p:spPr>
          <a:xfrm>
            <a:off x="4856480" y="1952724"/>
            <a:ext cx="2130552" cy="1579367"/>
          </a:xfrm>
          <a:custGeom>
            <a:avLst/>
            <a:gdLst>
              <a:gd name="connsiteX0" fmla="*/ 0 w 4287520"/>
              <a:gd name="connsiteY0" fmla="*/ 0 h 1579367"/>
              <a:gd name="connsiteX1" fmla="*/ 4287520 w 4287520"/>
              <a:gd name="connsiteY1" fmla="*/ 0 h 1579367"/>
              <a:gd name="connsiteX2" fmla="*/ 4287520 w 4287520"/>
              <a:gd name="connsiteY2" fmla="*/ 1579367 h 1579367"/>
              <a:gd name="connsiteX3" fmla="*/ 0 w 4287520"/>
              <a:gd name="connsiteY3" fmla="*/ 1579367 h 1579367"/>
            </a:gdLst>
            <a:ahLst/>
            <a:cxnLst>
              <a:cxn ang="0">
                <a:pos x="connsiteX0" y="connsiteY0"/>
              </a:cxn>
              <a:cxn ang="0">
                <a:pos x="connsiteX1" y="connsiteY1"/>
              </a:cxn>
              <a:cxn ang="0">
                <a:pos x="connsiteX2" y="connsiteY2"/>
              </a:cxn>
              <a:cxn ang="0">
                <a:pos x="connsiteX3" y="connsiteY3"/>
              </a:cxn>
            </a:cxnLst>
            <a:rect l="l" t="t" r="r" b="b"/>
            <a:pathLst>
              <a:path w="4287520" h="1579367">
                <a:moveTo>
                  <a:pt x="0" y="0"/>
                </a:moveTo>
                <a:lnTo>
                  <a:pt x="4287520" y="0"/>
                </a:lnTo>
                <a:lnTo>
                  <a:pt x="4287520" y="1579367"/>
                </a:lnTo>
                <a:lnTo>
                  <a:pt x="0" y="1579367"/>
                </a:lnTo>
                <a:close/>
              </a:path>
            </a:pathLst>
          </a:custGeom>
          <a:solidFill>
            <a:schemeClr val="tx2">
              <a:lumMod val="10000"/>
              <a:lumOff val="90000"/>
            </a:schemeClr>
          </a:solidFill>
          <a:ln>
            <a:noFill/>
          </a:ln>
        </p:spPr>
        <p:txBody>
          <a:bodyPr wrap="square" bIns="457200" anchor="b">
            <a:noAutofit/>
          </a:bodyPr>
          <a:lstStyle>
            <a:lvl1pPr algn="ctr" rtl="0">
              <a:buNone/>
              <a:defRPr sz="700">
                <a:solidFill>
                  <a:schemeClr val="tx1">
                    <a:lumMod val="50000"/>
                    <a:lumOff val="50000"/>
                  </a:schemeClr>
                </a:solidFill>
              </a:defRPr>
            </a:lvl1pPr>
          </a:lstStyle>
          <a:p>
            <a:r>
              <a:rPr lang="en-US" dirty="0"/>
              <a:t>Image Holder</a:t>
            </a:r>
          </a:p>
        </p:txBody>
      </p:sp>
    </p:spTree>
    <p:extLst>
      <p:ext uri="{BB962C8B-B14F-4D97-AF65-F5344CB8AC3E}">
        <p14:creationId xmlns:p14="http://schemas.microsoft.com/office/powerpoint/2010/main" val="4131468287"/>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M148">
    <p:spTree>
      <p:nvGrpSpPr>
        <p:cNvPr id="1" name=""/>
        <p:cNvGrpSpPr/>
        <p:nvPr/>
      </p:nvGrpSpPr>
      <p:grpSpPr>
        <a:xfrm>
          <a:off x="0" y="0"/>
          <a:ext cx="0" cy="0"/>
          <a:chOff x="0" y="0"/>
          <a:chExt cx="0" cy="0"/>
        </a:xfrm>
      </p:grpSpPr>
      <p:sp>
        <p:nvSpPr>
          <p:cNvPr id="10" name="Picture Placeholder 9"/>
          <p:cNvSpPr>
            <a:spLocks noGrp="1"/>
          </p:cNvSpPr>
          <p:nvPr>
            <p:ph type="pic" sz="quarter" idx="30" hasCustomPrompt="1"/>
          </p:nvPr>
        </p:nvSpPr>
        <p:spPr>
          <a:xfrm>
            <a:off x="2325793" y="314959"/>
            <a:ext cx="2166621" cy="4437778"/>
          </a:xfrm>
          <a:custGeom>
            <a:avLst/>
            <a:gdLst>
              <a:gd name="connsiteX0" fmla="*/ 0 w 2118108"/>
              <a:gd name="connsiteY0" fmla="*/ 0 h 4828540"/>
              <a:gd name="connsiteX1" fmla="*/ 2118108 w 2118108"/>
              <a:gd name="connsiteY1" fmla="*/ 0 h 4828540"/>
              <a:gd name="connsiteX2" fmla="*/ 2118108 w 2118108"/>
              <a:gd name="connsiteY2" fmla="*/ 4828540 h 4828540"/>
              <a:gd name="connsiteX3" fmla="*/ 0 w 2118108"/>
              <a:gd name="connsiteY3" fmla="*/ 4828540 h 4828540"/>
            </a:gdLst>
            <a:ahLst/>
            <a:cxnLst>
              <a:cxn ang="0">
                <a:pos x="connsiteX0" y="connsiteY0"/>
              </a:cxn>
              <a:cxn ang="0">
                <a:pos x="connsiteX1" y="connsiteY1"/>
              </a:cxn>
              <a:cxn ang="0">
                <a:pos x="connsiteX2" y="connsiteY2"/>
              </a:cxn>
              <a:cxn ang="0">
                <a:pos x="connsiteX3" y="connsiteY3"/>
              </a:cxn>
            </a:cxnLst>
            <a:rect l="l" t="t" r="r" b="b"/>
            <a:pathLst>
              <a:path w="2118108" h="4828540">
                <a:moveTo>
                  <a:pt x="0" y="0"/>
                </a:moveTo>
                <a:lnTo>
                  <a:pt x="2118108" y="0"/>
                </a:lnTo>
                <a:lnTo>
                  <a:pt x="2118108" y="4828540"/>
                </a:lnTo>
                <a:lnTo>
                  <a:pt x="0" y="4828540"/>
                </a:lnTo>
                <a:close/>
              </a:path>
            </a:pathLst>
          </a:custGeom>
          <a:solidFill>
            <a:schemeClr val="tx2">
              <a:lumMod val="10000"/>
              <a:lumOff val="90000"/>
            </a:schemeClr>
          </a:solidFill>
          <a:ln>
            <a:noFill/>
          </a:ln>
        </p:spPr>
        <p:txBody>
          <a:bodyPr wrap="square" bIns="457200" anchor="b">
            <a:noAutofit/>
          </a:bodyPr>
          <a:lstStyle>
            <a:lvl1pPr algn="ctr" rtl="0">
              <a:buNone/>
              <a:defRPr sz="700">
                <a:solidFill>
                  <a:schemeClr val="tx1">
                    <a:lumMod val="50000"/>
                    <a:lumOff val="50000"/>
                  </a:schemeClr>
                </a:solidFill>
              </a:defRPr>
            </a:lvl1pPr>
          </a:lstStyle>
          <a:p>
            <a:r>
              <a:rPr lang="en-US" dirty="0"/>
              <a:t>Image Holder</a:t>
            </a:r>
          </a:p>
        </p:txBody>
      </p:sp>
      <p:sp>
        <p:nvSpPr>
          <p:cNvPr id="11" name="Picture Placeholder 10"/>
          <p:cNvSpPr>
            <a:spLocks noGrp="1"/>
          </p:cNvSpPr>
          <p:nvPr>
            <p:ph type="pic" sz="quarter" idx="31" hasCustomPrompt="1"/>
          </p:nvPr>
        </p:nvSpPr>
        <p:spPr>
          <a:xfrm>
            <a:off x="6977379" y="314959"/>
            <a:ext cx="2166621" cy="4437778"/>
          </a:xfrm>
          <a:custGeom>
            <a:avLst/>
            <a:gdLst>
              <a:gd name="connsiteX0" fmla="*/ 0 w 2118108"/>
              <a:gd name="connsiteY0" fmla="*/ 0 h 4828540"/>
              <a:gd name="connsiteX1" fmla="*/ 2118108 w 2118108"/>
              <a:gd name="connsiteY1" fmla="*/ 0 h 4828540"/>
              <a:gd name="connsiteX2" fmla="*/ 2118108 w 2118108"/>
              <a:gd name="connsiteY2" fmla="*/ 4828540 h 4828540"/>
              <a:gd name="connsiteX3" fmla="*/ 0 w 2118108"/>
              <a:gd name="connsiteY3" fmla="*/ 4828540 h 4828540"/>
            </a:gdLst>
            <a:ahLst/>
            <a:cxnLst>
              <a:cxn ang="0">
                <a:pos x="connsiteX0" y="connsiteY0"/>
              </a:cxn>
              <a:cxn ang="0">
                <a:pos x="connsiteX1" y="connsiteY1"/>
              </a:cxn>
              <a:cxn ang="0">
                <a:pos x="connsiteX2" y="connsiteY2"/>
              </a:cxn>
              <a:cxn ang="0">
                <a:pos x="connsiteX3" y="connsiteY3"/>
              </a:cxn>
            </a:cxnLst>
            <a:rect l="l" t="t" r="r" b="b"/>
            <a:pathLst>
              <a:path w="2118108" h="4828540">
                <a:moveTo>
                  <a:pt x="0" y="0"/>
                </a:moveTo>
                <a:lnTo>
                  <a:pt x="2118108" y="0"/>
                </a:lnTo>
                <a:lnTo>
                  <a:pt x="2118108" y="4828540"/>
                </a:lnTo>
                <a:lnTo>
                  <a:pt x="0" y="4828540"/>
                </a:lnTo>
                <a:close/>
              </a:path>
            </a:pathLst>
          </a:custGeom>
          <a:solidFill>
            <a:schemeClr val="tx2">
              <a:lumMod val="10000"/>
              <a:lumOff val="90000"/>
            </a:schemeClr>
          </a:solidFill>
          <a:ln>
            <a:noFill/>
          </a:ln>
        </p:spPr>
        <p:txBody>
          <a:bodyPr wrap="square" bIns="457200" anchor="b">
            <a:noAutofit/>
          </a:bodyPr>
          <a:lstStyle>
            <a:lvl1pPr algn="ctr" rtl="0">
              <a:buNone/>
              <a:defRPr sz="700">
                <a:solidFill>
                  <a:schemeClr val="tx1">
                    <a:lumMod val="50000"/>
                    <a:lumOff val="50000"/>
                  </a:schemeClr>
                </a:solidFill>
              </a:defRPr>
            </a:lvl1pPr>
          </a:lstStyle>
          <a:p>
            <a:r>
              <a:rPr lang="en-US" dirty="0"/>
              <a:t>Image Holder</a:t>
            </a:r>
          </a:p>
        </p:txBody>
      </p:sp>
      <p:sp>
        <p:nvSpPr>
          <p:cNvPr id="6" name="Picture Placeholder 5"/>
          <p:cNvSpPr>
            <a:spLocks noGrp="1"/>
          </p:cNvSpPr>
          <p:nvPr>
            <p:ph type="pic" sz="quarter" idx="32" hasCustomPrompt="1"/>
          </p:nvPr>
        </p:nvSpPr>
        <p:spPr>
          <a:xfrm>
            <a:off x="4651586" y="314959"/>
            <a:ext cx="2166621" cy="4437778"/>
          </a:xfrm>
          <a:custGeom>
            <a:avLst/>
            <a:gdLst>
              <a:gd name="connsiteX0" fmla="*/ 0 w 2118108"/>
              <a:gd name="connsiteY0" fmla="*/ 0 h 4828540"/>
              <a:gd name="connsiteX1" fmla="*/ 2118108 w 2118108"/>
              <a:gd name="connsiteY1" fmla="*/ 0 h 4828540"/>
              <a:gd name="connsiteX2" fmla="*/ 2118108 w 2118108"/>
              <a:gd name="connsiteY2" fmla="*/ 4828540 h 4828540"/>
              <a:gd name="connsiteX3" fmla="*/ 0 w 2118108"/>
              <a:gd name="connsiteY3" fmla="*/ 4828540 h 4828540"/>
            </a:gdLst>
            <a:ahLst/>
            <a:cxnLst>
              <a:cxn ang="0">
                <a:pos x="connsiteX0" y="connsiteY0"/>
              </a:cxn>
              <a:cxn ang="0">
                <a:pos x="connsiteX1" y="connsiteY1"/>
              </a:cxn>
              <a:cxn ang="0">
                <a:pos x="connsiteX2" y="connsiteY2"/>
              </a:cxn>
              <a:cxn ang="0">
                <a:pos x="connsiteX3" y="connsiteY3"/>
              </a:cxn>
            </a:cxnLst>
            <a:rect l="l" t="t" r="r" b="b"/>
            <a:pathLst>
              <a:path w="2118108" h="4828540">
                <a:moveTo>
                  <a:pt x="0" y="0"/>
                </a:moveTo>
                <a:lnTo>
                  <a:pt x="2118108" y="0"/>
                </a:lnTo>
                <a:lnTo>
                  <a:pt x="2118108" y="4828540"/>
                </a:lnTo>
                <a:lnTo>
                  <a:pt x="0" y="4828540"/>
                </a:lnTo>
                <a:close/>
              </a:path>
            </a:pathLst>
          </a:custGeom>
          <a:solidFill>
            <a:schemeClr val="tx2">
              <a:lumMod val="10000"/>
              <a:lumOff val="90000"/>
            </a:schemeClr>
          </a:solidFill>
          <a:ln>
            <a:noFill/>
          </a:ln>
        </p:spPr>
        <p:txBody>
          <a:bodyPr wrap="square" bIns="457200" anchor="b">
            <a:noAutofit/>
          </a:bodyPr>
          <a:lstStyle>
            <a:lvl1pPr algn="ctr" rtl="0">
              <a:buNone/>
              <a:defRPr sz="700">
                <a:solidFill>
                  <a:schemeClr val="tx1">
                    <a:lumMod val="50000"/>
                    <a:lumOff val="50000"/>
                  </a:schemeClr>
                </a:solidFill>
              </a:defRPr>
            </a:lvl1pPr>
          </a:lstStyle>
          <a:p>
            <a:r>
              <a:rPr lang="en-US" dirty="0"/>
              <a:t>Image Holder</a:t>
            </a:r>
          </a:p>
        </p:txBody>
      </p:sp>
      <p:sp>
        <p:nvSpPr>
          <p:cNvPr id="7" name="Picture Placeholder 6"/>
          <p:cNvSpPr>
            <a:spLocks noGrp="1"/>
          </p:cNvSpPr>
          <p:nvPr>
            <p:ph type="pic" sz="quarter" idx="33" hasCustomPrompt="1"/>
          </p:nvPr>
        </p:nvSpPr>
        <p:spPr>
          <a:xfrm>
            <a:off x="0" y="314959"/>
            <a:ext cx="2166621" cy="4437778"/>
          </a:xfrm>
          <a:custGeom>
            <a:avLst/>
            <a:gdLst>
              <a:gd name="connsiteX0" fmla="*/ 0 w 2118108"/>
              <a:gd name="connsiteY0" fmla="*/ 0 h 4828540"/>
              <a:gd name="connsiteX1" fmla="*/ 2118108 w 2118108"/>
              <a:gd name="connsiteY1" fmla="*/ 0 h 4828540"/>
              <a:gd name="connsiteX2" fmla="*/ 2118108 w 2118108"/>
              <a:gd name="connsiteY2" fmla="*/ 4828540 h 4828540"/>
              <a:gd name="connsiteX3" fmla="*/ 0 w 2118108"/>
              <a:gd name="connsiteY3" fmla="*/ 4828540 h 4828540"/>
            </a:gdLst>
            <a:ahLst/>
            <a:cxnLst>
              <a:cxn ang="0">
                <a:pos x="connsiteX0" y="connsiteY0"/>
              </a:cxn>
              <a:cxn ang="0">
                <a:pos x="connsiteX1" y="connsiteY1"/>
              </a:cxn>
              <a:cxn ang="0">
                <a:pos x="connsiteX2" y="connsiteY2"/>
              </a:cxn>
              <a:cxn ang="0">
                <a:pos x="connsiteX3" y="connsiteY3"/>
              </a:cxn>
            </a:cxnLst>
            <a:rect l="l" t="t" r="r" b="b"/>
            <a:pathLst>
              <a:path w="2118108" h="4828540">
                <a:moveTo>
                  <a:pt x="0" y="0"/>
                </a:moveTo>
                <a:lnTo>
                  <a:pt x="2118108" y="0"/>
                </a:lnTo>
                <a:lnTo>
                  <a:pt x="2118108" y="4828540"/>
                </a:lnTo>
                <a:lnTo>
                  <a:pt x="0" y="4828540"/>
                </a:lnTo>
                <a:close/>
              </a:path>
            </a:pathLst>
          </a:custGeom>
          <a:solidFill>
            <a:schemeClr val="tx2">
              <a:lumMod val="10000"/>
              <a:lumOff val="90000"/>
            </a:schemeClr>
          </a:solidFill>
          <a:ln>
            <a:noFill/>
          </a:ln>
        </p:spPr>
        <p:txBody>
          <a:bodyPr wrap="square" bIns="457200" anchor="b">
            <a:noAutofit/>
          </a:bodyPr>
          <a:lstStyle>
            <a:lvl1pPr algn="ctr" rtl="0">
              <a:buNone/>
              <a:defRPr sz="700">
                <a:solidFill>
                  <a:schemeClr val="tx1">
                    <a:lumMod val="50000"/>
                    <a:lumOff val="50000"/>
                  </a:schemeClr>
                </a:solidFill>
              </a:defRPr>
            </a:lvl1pPr>
          </a:lstStyle>
          <a:p>
            <a:r>
              <a:rPr lang="en-US" dirty="0"/>
              <a:t>Image Holder</a:t>
            </a:r>
          </a:p>
        </p:txBody>
      </p:sp>
    </p:spTree>
    <p:extLst>
      <p:ext uri="{BB962C8B-B14F-4D97-AF65-F5344CB8AC3E}">
        <p14:creationId xmlns:p14="http://schemas.microsoft.com/office/powerpoint/2010/main" val="2904380119"/>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M149">
    <p:spTree>
      <p:nvGrpSpPr>
        <p:cNvPr id="1" name=""/>
        <p:cNvGrpSpPr/>
        <p:nvPr/>
      </p:nvGrpSpPr>
      <p:grpSpPr>
        <a:xfrm>
          <a:off x="0" y="0"/>
          <a:ext cx="0" cy="0"/>
          <a:chOff x="0" y="0"/>
          <a:chExt cx="0" cy="0"/>
        </a:xfrm>
      </p:grpSpPr>
      <p:sp>
        <p:nvSpPr>
          <p:cNvPr id="17" name="Text Placeholder 3"/>
          <p:cNvSpPr>
            <a:spLocks noGrp="1"/>
          </p:cNvSpPr>
          <p:nvPr>
            <p:ph type="body" sz="half" idx="2" hasCustomPrompt="1"/>
          </p:nvPr>
        </p:nvSpPr>
        <p:spPr>
          <a:xfrm>
            <a:off x="4419600" y="883822"/>
            <a:ext cx="4329764" cy="173255"/>
          </a:xfrm>
          <a:prstGeom prst="rect">
            <a:avLst/>
          </a:prstGeom>
        </p:spPr>
        <p:txBody>
          <a:bodyPr wrap="none" lIns="0" tIns="0" rIns="0" bIns="0" anchor="ctr">
            <a:noAutofit/>
          </a:bodyPr>
          <a:lstStyle>
            <a:lvl1pPr marL="0" indent="0" algn="l" rtl="0">
              <a:buNone/>
              <a:defRPr sz="1200" b="0" baseline="0">
                <a:solidFill>
                  <a:schemeClr val="bg1">
                    <a:lumMod val="65000"/>
                  </a:schemeClr>
                </a:solidFill>
                <a:latin typeface="+mn-lt"/>
                <a:ea typeface="Roboto" panose="02000000000000000000" pitchFamily="2" charset="0"/>
              </a:defRPr>
            </a:lvl1pPr>
            <a:lvl2pPr marL="457178" indent="0">
              <a:buNone/>
              <a:defRPr sz="1200"/>
            </a:lvl2pPr>
            <a:lvl3pPr marL="914354" indent="0">
              <a:buNone/>
              <a:defRPr sz="1000"/>
            </a:lvl3pPr>
            <a:lvl4pPr marL="1371532" indent="0">
              <a:buNone/>
              <a:defRPr sz="900"/>
            </a:lvl4pPr>
            <a:lvl5pPr marL="1828709" indent="0">
              <a:buNone/>
              <a:defRPr sz="900"/>
            </a:lvl5pPr>
            <a:lvl6pPr marL="2285886" indent="0">
              <a:buNone/>
              <a:defRPr sz="900"/>
            </a:lvl6pPr>
            <a:lvl7pPr marL="2743062" indent="0">
              <a:buNone/>
              <a:defRPr sz="900"/>
            </a:lvl7pPr>
            <a:lvl8pPr marL="3200240" indent="0">
              <a:buNone/>
              <a:defRPr sz="900"/>
            </a:lvl8pPr>
            <a:lvl9pPr marL="3657418" indent="0">
              <a:buNone/>
              <a:defRPr sz="900"/>
            </a:lvl9pPr>
          </a:lstStyle>
          <a:p>
            <a:pPr lvl="0"/>
            <a:r>
              <a:rPr lang="en-US" dirty="0"/>
              <a:t>CLICK TO EDITE SUBTITLE</a:t>
            </a:r>
          </a:p>
        </p:txBody>
      </p:sp>
      <p:sp>
        <p:nvSpPr>
          <p:cNvPr id="18" name="Title 2"/>
          <p:cNvSpPr>
            <a:spLocks noGrp="1"/>
          </p:cNvSpPr>
          <p:nvPr>
            <p:ph type="title" hasCustomPrompt="1"/>
          </p:nvPr>
        </p:nvSpPr>
        <p:spPr>
          <a:xfrm>
            <a:off x="4419600" y="341315"/>
            <a:ext cx="4329764" cy="495383"/>
          </a:xfrm>
          <a:prstGeom prst="rect">
            <a:avLst/>
          </a:prstGeom>
        </p:spPr>
        <p:txBody>
          <a:bodyPr lIns="0" tIns="0" rIns="0" bIns="0" anchor="ctr"/>
          <a:lstStyle>
            <a:lvl1pPr algn="l" rtl="0">
              <a:defRPr sz="3200">
                <a:solidFill>
                  <a:schemeClr val="bg1">
                    <a:lumMod val="50000"/>
                  </a:schemeClr>
                </a:solidFill>
              </a:defRPr>
            </a:lvl1pPr>
          </a:lstStyle>
          <a:p>
            <a:r>
              <a:rPr lang="en-US" dirty="0"/>
              <a:t>Click to edit title</a:t>
            </a:r>
          </a:p>
        </p:txBody>
      </p:sp>
      <p:sp>
        <p:nvSpPr>
          <p:cNvPr id="8" name="Picture Placeholder 7"/>
          <p:cNvSpPr>
            <a:spLocks noGrp="1"/>
          </p:cNvSpPr>
          <p:nvPr>
            <p:ph type="pic" sz="quarter" idx="36" hasCustomPrompt="1"/>
          </p:nvPr>
        </p:nvSpPr>
        <p:spPr>
          <a:xfrm>
            <a:off x="0" y="341315"/>
            <a:ext cx="4287520" cy="1595680"/>
          </a:xfrm>
          <a:custGeom>
            <a:avLst/>
            <a:gdLst>
              <a:gd name="connsiteX0" fmla="*/ 0 w 4287520"/>
              <a:gd name="connsiteY0" fmla="*/ 0 h 1595680"/>
              <a:gd name="connsiteX1" fmla="*/ 4287520 w 4287520"/>
              <a:gd name="connsiteY1" fmla="*/ 0 h 1595680"/>
              <a:gd name="connsiteX2" fmla="*/ 4287520 w 4287520"/>
              <a:gd name="connsiteY2" fmla="*/ 1595680 h 1595680"/>
              <a:gd name="connsiteX3" fmla="*/ 0 w 4287520"/>
              <a:gd name="connsiteY3" fmla="*/ 1595680 h 1595680"/>
            </a:gdLst>
            <a:ahLst/>
            <a:cxnLst>
              <a:cxn ang="0">
                <a:pos x="connsiteX0" y="connsiteY0"/>
              </a:cxn>
              <a:cxn ang="0">
                <a:pos x="connsiteX1" y="connsiteY1"/>
              </a:cxn>
              <a:cxn ang="0">
                <a:pos x="connsiteX2" y="connsiteY2"/>
              </a:cxn>
              <a:cxn ang="0">
                <a:pos x="connsiteX3" y="connsiteY3"/>
              </a:cxn>
            </a:cxnLst>
            <a:rect l="l" t="t" r="r" b="b"/>
            <a:pathLst>
              <a:path w="4287520" h="1595680">
                <a:moveTo>
                  <a:pt x="0" y="0"/>
                </a:moveTo>
                <a:lnTo>
                  <a:pt x="4287520" y="0"/>
                </a:lnTo>
                <a:lnTo>
                  <a:pt x="4287520" y="1595680"/>
                </a:lnTo>
                <a:lnTo>
                  <a:pt x="0" y="1595680"/>
                </a:lnTo>
                <a:close/>
              </a:path>
            </a:pathLst>
          </a:custGeom>
          <a:solidFill>
            <a:schemeClr val="tx2">
              <a:lumMod val="10000"/>
              <a:lumOff val="90000"/>
            </a:schemeClr>
          </a:solidFill>
          <a:ln>
            <a:noFill/>
          </a:ln>
        </p:spPr>
        <p:txBody>
          <a:bodyPr wrap="square" bIns="457200" anchor="b">
            <a:noAutofit/>
          </a:bodyPr>
          <a:lstStyle>
            <a:lvl1pPr algn="ctr" rtl="0">
              <a:buNone/>
              <a:defRPr sz="700">
                <a:solidFill>
                  <a:schemeClr val="tx1">
                    <a:lumMod val="50000"/>
                    <a:lumOff val="50000"/>
                  </a:schemeClr>
                </a:solidFill>
              </a:defRPr>
            </a:lvl1pPr>
          </a:lstStyle>
          <a:p>
            <a:r>
              <a:rPr lang="en-US" dirty="0"/>
              <a:t>Image Holder</a:t>
            </a:r>
          </a:p>
        </p:txBody>
      </p:sp>
      <p:sp>
        <p:nvSpPr>
          <p:cNvPr id="9" name="Picture Placeholder 8"/>
          <p:cNvSpPr>
            <a:spLocks noGrp="1"/>
          </p:cNvSpPr>
          <p:nvPr>
            <p:ph type="pic" sz="quarter" idx="32" hasCustomPrompt="1"/>
          </p:nvPr>
        </p:nvSpPr>
        <p:spPr>
          <a:xfrm>
            <a:off x="0" y="3547820"/>
            <a:ext cx="3048000" cy="1595680"/>
          </a:xfrm>
          <a:custGeom>
            <a:avLst/>
            <a:gdLst>
              <a:gd name="connsiteX0" fmla="*/ 0 w 4287520"/>
              <a:gd name="connsiteY0" fmla="*/ 0 h 1595680"/>
              <a:gd name="connsiteX1" fmla="*/ 4287520 w 4287520"/>
              <a:gd name="connsiteY1" fmla="*/ 0 h 1595680"/>
              <a:gd name="connsiteX2" fmla="*/ 4287520 w 4287520"/>
              <a:gd name="connsiteY2" fmla="*/ 1595680 h 1595680"/>
              <a:gd name="connsiteX3" fmla="*/ 0 w 4287520"/>
              <a:gd name="connsiteY3" fmla="*/ 1595680 h 1595680"/>
            </a:gdLst>
            <a:ahLst/>
            <a:cxnLst>
              <a:cxn ang="0">
                <a:pos x="connsiteX0" y="connsiteY0"/>
              </a:cxn>
              <a:cxn ang="0">
                <a:pos x="connsiteX1" y="connsiteY1"/>
              </a:cxn>
              <a:cxn ang="0">
                <a:pos x="connsiteX2" y="connsiteY2"/>
              </a:cxn>
              <a:cxn ang="0">
                <a:pos x="connsiteX3" y="connsiteY3"/>
              </a:cxn>
            </a:cxnLst>
            <a:rect l="l" t="t" r="r" b="b"/>
            <a:pathLst>
              <a:path w="4287520" h="1595680">
                <a:moveTo>
                  <a:pt x="0" y="0"/>
                </a:moveTo>
                <a:lnTo>
                  <a:pt x="4287520" y="0"/>
                </a:lnTo>
                <a:lnTo>
                  <a:pt x="4287520" y="1595680"/>
                </a:lnTo>
                <a:lnTo>
                  <a:pt x="0" y="1595680"/>
                </a:lnTo>
                <a:close/>
              </a:path>
            </a:pathLst>
          </a:custGeom>
          <a:solidFill>
            <a:schemeClr val="tx2">
              <a:lumMod val="10000"/>
              <a:lumOff val="90000"/>
            </a:schemeClr>
          </a:solidFill>
          <a:ln>
            <a:noFill/>
          </a:ln>
        </p:spPr>
        <p:txBody>
          <a:bodyPr wrap="square" bIns="457200" anchor="b">
            <a:noAutofit/>
          </a:bodyPr>
          <a:lstStyle>
            <a:lvl1pPr algn="ctr" rtl="0">
              <a:buNone/>
              <a:defRPr sz="700">
                <a:solidFill>
                  <a:schemeClr val="tx1">
                    <a:lumMod val="50000"/>
                    <a:lumOff val="50000"/>
                  </a:schemeClr>
                </a:solidFill>
              </a:defRPr>
            </a:lvl1pPr>
          </a:lstStyle>
          <a:p>
            <a:r>
              <a:rPr lang="en-US" dirty="0"/>
              <a:t>Image Holder</a:t>
            </a:r>
          </a:p>
        </p:txBody>
      </p:sp>
      <p:sp>
        <p:nvSpPr>
          <p:cNvPr id="10" name="Picture Placeholder 9"/>
          <p:cNvSpPr>
            <a:spLocks noGrp="1"/>
          </p:cNvSpPr>
          <p:nvPr>
            <p:ph type="pic" sz="quarter" idx="37" hasCustomPrompt="1"/>
          </p:nvPr>
        </p:nvSpPr>
        <p:spPr>
          <a:xfrm>
            <a:off x="2156968" y="1952724"/>
            <a:ext cx="2130552" cy="1579367"/>
          </a:xfrm>
          <a:custGeom>
            <a:avLst/>
            <a:gdLst>
              <a:gd name="connsiteX0" fmla="*/ 0 w 4287520"/>
              <a:gd name="connsiteY0" fmla="*/ 0 h 1579367"/>
              <a:gd name="connsiteX1" fmla="*/ 4287520 w 4287520"/>
              <a:gd name="connsiteY1" fmla="*/ 0 h 1579367"/>
              <a:gd name="connsiteX2" fmla="*/ 4287520 w 4287520"/>
              <a:gd name="connsiteY2" fmla="*/ 1579367 h 1579367"/>
              <a:gd name="connsiteX3" fmla="*/ 0 w 4287520"/>
              <a:gd name="connsiteY3" fmla="*/ 1579367 h 1579367"/>
            </a:gdLst>
            <a:ahLst/>
            <a:cxnLst>
              <a:cxn ang="0">
                <a:pos x="connsiteX0" y="connsiteY0"/>
              </a:cxn>
              <a:cxn ang="0">
                <a:pos x="connsiteX1" y="connsiteY1"/>
              </a:cxn>
              <a:cxn ang="0">
                <a:pos x="connsiteX2" y="connsiteY2"/>
              </a:cxn>
              <a:cxn ang="0">
                <a:pos x="connsiteX3" y="connsiteY3"/>
              </a:cxn>
            </a:cxnLst>
            <a:rect l="l" t="t" r="r" b="b"/>
            <a:pathLst>
              <a:path w="4287520" h="1579367">
                <a:moveTo>
                  <a:pt x="0" y="0"/>
                </a:moveTo>
                <a:lnTo>
                  <a:pt x="4287520" y="0"/>
                </a:lnTo>
                <a:lnTo>
                  <a:pt x="4287520" y="1579367"/>
                </a:lnTo>
                <a:lnTo>
                  <a:pt x="0" y="1579367"/>
                </a:lnTo>
                <a:close/>
              </a:path>
            </a:pathLst>
          </a:custGeom>
          <a:solidFill>
            <a:schemeClr val="tx2">
              <a:lumMod val="10000"/>
              <a:lumOff val="90000"/>
            </a:schemeClr>
          </a:solidFill>
          <a:ln>
            <a:noFill/>
          </a:ln>
        </p:spPr>
        <p:txBody>
          <a:bodyPr wrap="square" bIns="457200" anchor="b">
            <a:noAutofit/>
          </a:bodyPr>
          <a:lstStyle>
            <a:lvl1pPr algn="ctr" rtl="0">
              <a:buNone/>
              <a:defRPr sz="700">
                <a:solidFill>
                  <a:schemeClr val="tx1">
                    <a:lumMod val="50000"/>
                    <a:lumOff val="50000"/>
                  </a:schemeClr>
                </a:solidFill>
              </a:defRPr>
            </a:lvl1pPr>
          </a:lstStyle>
          <a:p>
            <a:r>
              <a:rPr lang="en-US" dirty="0"/>
              <a:t>Image Holder</a:t>
            </a:r>
          </a:p>
        </p:txBody>
      </p:sp>
      <p:sp>
        <p:nvSpPr>
          <p:cNvPr id="11" name="Picture Placeholder 10"/>
          <p:cNvSpPr>
            <a:spLocks noGrp="1"/>
          </p:cNvSpPr>
          <p:nvPr>
            <p:ph type="pic" sz="quarter" idx="38" hasCustomPrompt="1"/>
          </p:nvPr>
        </p:nvSpPr>
        <p:spPr>
          <a:xfrm>
            <a:off x="0" y="1952724"/>
            <a:ext cx="2130552" cy="1579367"/>
          </a:xfrm>
          <a:custGeom>
            <a:avLst/>
            <a:gdLst>
              <a:gd name="connsiteX0" fmla="*/ 0 w 4287520"/>
              <a:gd name="connsiteY0" fmla="*/ 0 h 1579367"/>
              <a:gd name="connsiteX1" fmla="*/ 4287520 w 4287520"/>
              <a:gd name="connsiteY1" fmla="*/ 0 h 1579367"/>
              <a:gd name="connsiteX2" fmla="*/ 4287520 w 4287520"/>
              <a:gd name="connsiteY2" fmla="*/ 1579367 h 1579367"/>
              <a:gd name="connsiteX3" fmla="*/ 0 w 4287520"/>
              <a:gd name="connsiteY3" fmla="*/ 1579367 h 1579367"/>
            </a:gdLst>
            <a:ahLst/>
            <a:cxnLst>
              <a:cxn ang="0">
                <a:pos x="connsiteX0" y="connsiteY0"/>
              </a:cxn>
              <a:cxn ang="0">
                <a:pos x="connsiteX1" y="connsiteY1"/>
              </a:cxn>
              <a:cxn ang="0">
                <a:pos x="connsiteX2" y="connsiteY2"/>
              </a:cxn>
              <a:cxn ang="0">
                <a:pos x="connsiteX3" y="connsiteY3"/>
              </a:cxn>
            </a:cxnLst>
            <a:rect l="l" t="t" r="r" b="b"/>
            <a:pathLst>
              <a:path w="4287520" h="1579367">
                <a:moveTo>
                  <a:pt x="0" y="0"/>
                </a:moveTo>
                <a:lnTo>
                  <a:pt x="4287520" y="0"/>
                </a:lnTo>
                <a:lnTo>
                  <a:pt x="4287520" y="1579367"/>
                </a:lnTo>
                <a:lnTo>
                  <a:pt x="0" y="1579367"/>
                </a:lnTo>
                <a:close/>
              </a:path>
            </a:pathLst>
          </a:custGeom>
          <a:solidFill>
            <a:schemeClr val="tx2">
              <a:lumMod val="10000"/>
              <a:lumOff val="90000"/>
            </a:schemeClr>
          </a:solidFill>
          <a:ln>
            <a:noFill/>
          </a:ln>
        </p:spPr>
        <p:txBody>
          <a:bodyPr wrap="square" bIns="457200" anchor="b">
            <a:noAutofit/>
          </a:bodyPr>
          <a:lstStyle>
            <a:lvl1pPr algn="ctr" rtl="0">
              <a:buNone/>
              <a:defRPr sz="700">
                <a:solidFill>
                  <a:schemeClr val="tx1">
                    <a:lumMod val="50000"/>
                    <a:lumOff val="50000"/>
                  </a:schemeClr>
                </a:solidFill>
              </a:defRPr>
            </a:lvl1pPr>
          </a:lstStyle>
          <a:p>
            <a:r>
              <a:rPr lang="en-US" dirty="0"/>
              <a:t>Image Holder</a:t>
            </a:r>
          </a:p>
        </p:txBody>
      </p:sp>
      <p:sp>
        <p:nvSpPr>
          <p:cNvPr id="13" name="Picture Placeholder 12"/>
          <p:cNvSpPr>
            <a:spLocks noGrp="1"/>
          </p:cNvSpPr>
          <p:nvPr>
            <p:ph type="pic" sz="quarter" idx="39" hasCustomPrompt="1"/>
          </p:nvPr>
        </p:nvSpPr>
        <p:spPr>
          <a:xfrm>
            <a:off x="3058160" y="3547820"/>
            <a:ext cx="5691204" cy="1595680"/>
          </a:xfrm>
          <a:custGeom>
            <a:avLst/>
            <a:gdLst>
              <a:gd name="connsiteX0" fmla="*/ 0 w 4287520"/>
              <a:gd name="connsiteY0" fmla="*/ 0 h 1595680"/>
              <a:gd name="connsiteX1" fmla="*/ 4287520 w 4287520"/>
              <a:gd name="connsiteY1" fmla="*/ 0 h 1595680"/>
              <a:gd name="connsiteX2" fmla="*/ 4287520 w 4287520"/>
              <a:gd name="connsiteY2" fmla="*/ 1595680 h 1595680"/>
              <a:gd name="connsiteX3" fmla="*/ 0 w 4287520"/>
              <a:gd name="connsiteY3" fmla="*/ 1595680 h 1595680"/>
            </a:gdLst>
            <a:ahLst/>
            <a:cxnLst>
              <a:cxn ang="0">
                <a:pos x="connsiteX0" y="connsiteY0"/>
              </a:cxn>
              <a:cxn ang="0">
                <a:pos x="connsiteX1" y="connsiteY1"/>
              </a:cxn>
              <a:cxn ang="0">
                <a:pos x="connsiteX2" y="connsiteY2"/>
              </a:cxn>
              <a:cxn ang="0">
                <a:pos x="connsiteX3" y="connsiteY3"/>
              </a:cxn>
            </a:cxnLst>
            <a:rect l="l" t="t" r="r" b="b"/>
            <a:pathLst>
              <a:path w="4287520" h="1595680">
                <a:moveTo>
                  <a:pt x="0" y="0"/>
                </a:moveTo>
                <a:lnTo>
                  <a:pt x="4287520" y="0"/>
                </a:lnTo>
                <a:lnTo>
                  <a:pt x="4287520" y="1595680"/>
                </a:lnTo>
                <a:lnTo>
                  <a:pt x="0" y="1595680"/>
                </a:lnTo>
                <a:close/>
              </a:path>
            </a:pathLst>
          </a:custGeom>
          <a:solidFill>
            <a:schemeClr val="tx2">
              <a:lumMod val="10000"/>
              <a:lumOff val="90000"/>
            </a:schemeClr>
          </a:solidFill>
          <a:ln>
            <a:noFill/>
          </a:ln>
        </p:spPr>
        <p:txBody>
          <a:bodyPr wrap="square" bIns="457200" anchor="b">
            <a:noAutofit/>
          </a:bodyPr>
          <a:lstStyle>
            <a:lvl1pPr algn="ctr" rtl="0">
              <a:buNone/>
              <a:defRPr sz="700">
                <a:solidFill>
                  <a:schemeClr val="tx1">
                    <a:lumMod val="50000"/>
                    <a:lumOff val="50000"/>
                  </a:schemeClr>
                </a:solidFill>
              </a:defRPr>
            </a:lvl1pPr>
          </a:lstStyle>
          <a:p>
            <a:r>
              <a:rPr lang="en-US" dirty="0"/>
              <a:t>Image Holder</a:t>
            </a:r>
          </a:p>
        </p:txBody>
      </p:sp>
    </p:spTree>
    <p:extLst>
      <p:ext uri="{BB962C8B-B14F-4D97-AF65-F5344CB8AC3E}">
        <p14:creationId xmlns:p14="http://schemas.microsoft.com/office/powerpoint/2010/main" val="3897544697"/>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M150">
    <p:spTree>
      <p:nvGrpSpPr>
        <p:cNvPr id="1" name=""/>
        <p:cNvGrpSpPr/>
        <p:nvPr/>
      </p:nvGrpSpPr>
      <p:grpSpPr>
        <a:xfrm>
          <a:off x="0" y="0"/>
          <a:ext cx="0" cy="0"/>
          <a:chOff x="0" y="0"/>
          <a:chExt cx="0" cy="0"/>
        </a:xfrm>
      </p:grpSpPr>
      <p:sp>
        <p:nvSpPr>
          <p:cNvPr id="8" name="Picture Placeholder 7"/>
          <p:cNvSpPr>
            <a:spLocks noGrp="1"/>
          </p:cNvSpPr>
          <p:nvPr>
            <p:ph type="pic" sz="quarter" idx="36" hasCustomPrompt="1"/>
          </p:nvPr>
        </p:nvSpPr>
        <p:spPr>
          <a:xfrm>
            <a:off x="4856480" y="341315"/>
            <a:ext cx="4287520" cy="1595680"/>
          </a:xfrm>
          <a:custGeom>
            <a:avLst/>
            <a:gdLst>
              <a:gd name="connsiteX0" fmla="*/ 0 w 4287520"/>
              <a:gd name="connsiteY0" fmla="*/ 0 h 1595680"/>
              <a:gd name="connsiteX1" fmla="*/ 4287520 w 4287520"/>
              <a:gd name="connsiteY1" fmla="*/ 0 h 1595680"/>
              <a:gd name="connsiteX2" fmla="*/ 4287520 w 4287520"/>
              <a:gd name="connsiteY2" fmla="*/ 1595680 h 1595680"/>
              <a:gd name="connsiteX3" fmla="*/ 0 w 4287520"/>
              <a:gd name="connsiteY3" fmla="*/ 1595680 h 1595680"/>
            </a:gdLst>
            <a:ahLst/>
            <a:cxnLst>
              <a:cxn ang="0">
                <a:pos x="connsiteX0" y="connsiteY0"/>
              </a:cxn>
              <a:cxn ang="0">
                <a:pos x="connsiteX1" y="connsiteY1"/>
              </a:cxn>
              <a:cxn ang="0">
                <a:pos x="connsiteX2" y="connsiteY2"/>
              </a:cxn>
              <a:cxn ang="0">
                <a:pos x="connsiteX3" y="connsiteY3"/>
              </a:cxn>
            </a:cxnLst>
            <a:rect l="l" t="t" r="r" b="b"/>
            <a:pathLst>
              <a:path w="4287520" h="1595680">
                <a:moveTo>
                  <a:pt x="0" y="0"/>
                </a:moveTo>
                <a:lnTo>
                  <a:pt x="4287520" y="0"/>
                </a:lnTo>
                <a:lnTo>
                  <a:pt x="4287520" y="1595680"/>
                </a:lnTo>
                <a:lnTo>
                  <a:pt x="0" y="1595680"/>
                </a:lnTo>
                <a:close/>
              </a:path>
            </a:pathLst>
          </a:custGeom>
          <a:solidFill>
            <a:schemeClr val="tx2">
              <a:lumMod val="10000"/>
              <a:lumOff val="90000"/>
            </a:schemeClr>
          </a:solidFill>
          <a:ln>
            <a:noFill/>
          </a:ln>
        </p:spPr>
        <p:txBody>
          <a:bodyPr wrap="square" bIns="457200" anchor="b">
            <a:noAutofit/>
          </a:bodyPr>
          <a:lstStyle>
            <a:lvl1pPr algn="ctr" rtl="0">
              <a:buNone/>
              <a:defRPr sz="700">
                <a:solidFill>
                  <a:schemeClr val="tx1">
                    <a:lumMod val="50000"/>
                    <a:lumOff val="50000"/>
                  </a:schemeClr>
                </a:solidFill>
              </a:defRPr>
            </a:lvl1pPr>
          </a:lstStyle>
          <a:p>
            <a:r>
              <a:rPr lang="en-US" dirty="0"/>
              <a:t>Image Holder</a:t>
            </a:r>
          </a:p>
        </p:txBody>
      </p:sp>
      <p:sp>
        <p:nvSpPr>
          <p:cNvPr id="9" name="Picture Placeholder 8"/>
          <p:cNvSpPr>
            <a:spLocks noGrp="1"/>
          </p:cNvSpPr>
          <p:nvPr>
            <p:ph type="pic" sz="quarter" idx="32" hasCustomPrompt="1"/>
          </p:nvPr>
        </p:nvSpPr>
        <p:spPr>
          <a:xfrm>
            <a:off x="381002" y="3547820"/>
            <a:ext cx="3032758" cy="1595680"/>
          </a:xfrm>
          <a:custGeom>
            <a:avLst/>
            <a:gdLst>
              <a:gd name="connsiteX0" fmla="*/ 0 w 4287520"/>
              <a:gd name="connsiteY0" fmla="*/ 0 h 1595680"/>
              <a:gd name="connsiteX1" fmla="*/ 4287520 w 4287520"/>
              <a:gd name="connsiteY1" fmla="*/ 0 h 1595680"/>
              <a:gd name="connsiteX2" fmla="*/ 4287520 w 4287520"/>
              <a:gd name="connsiteY2" fmla="*/ 1595680 h 1595680"/>
              <a:gd name="connsiteX3" fmla="*/ 0 w 4287520"/>
              <a:gd name="connsiteY3" fmla="*/ 1595680 h 1595680"/>
            </a:gdLst>
            <a:ahLst/>
            <a:cxnLst>
              <a:cxn ang="0">
                <a:pos x="connsiteX0" y="connsiteY0"/>
              </a:cxn>
              <a:cxn ang="0">
                <a:pos x="connsiteX1" y="connsiteY1"/>
              </a:cxn>
              <a:cxn ang="0">
                <a:pos x="connsiteX2" y="connsiteY2"/>
              </a:cxn>
              <a:cxn ang="0">
                <a:pos x="connsiteX3" y="connsiteY3"/>
              </a:cxn>
            </a:cxnLst>
            <a:rect l="l" t="t" r="r" b="b"/>
            <a:pathLst>
              <a:path w="4287520" h="1595680">
                <a:moveTo>
                  <a:pt x="0" y="0"/>
                </a:moveTo>
                <a:lnTo>
                  <a:pt x="4287520" y="0"/>
                </a:lnTo>
                <a:lnTo>
                  <a:pt x="4287520" y="1595680"/>
                </a:lnTo>
                <a:lnTo>
                  <a:pt x="0" y="1595680"/>
                </a:lnTo>
                <a:close/>
              </a:path>
            </a:pathLst>
          </a:custGeom>
          <a:solidFill>
            <a:schemeClr val="tx2">
              <a:lumMod val="10000"/>
              <a:lumOff val="90000"/>
            </a:schemeClr>
          </a:solidFill>
          <a:ln>
            <a:noFill/>
          </a:ln>
        </p:spPr>
        <p:txBody>
          <a:bodyPr wrap="square" bIns="457200" anchor="b">
            <a:noAutofit/>
          </a:bodyPr>
          <a:lstStyle>
            <a:lvl1pPr algn="ctr" rtl="0">
              <a:buNone/>
              <a:defRPr sz="700">
                <a:solidFill>
                  <a:schemeClr val="tx1">
                    <a:lumMod val="50000"/>
                    <a:lumOff val="50000"/>
                  </a:schemeClr>
                </a:solidFill>
              </a:defRPr>
            </a:lvl1pPr>
          </a:lstStyle>
          <a:p>
            <a:r>
              <a:rPr lang="en-US" dirty="0"/>
              <a:t>Image Holder</a:t>
            </a:r>
          </a:p>
        </p:txBody>
      </p:sp>
      <p:sp>
        <p:nvSpPr>
          <p:cNvPr id="10" name="Picture Placeholder 9"/>
          <p:cNvSpPr>
            <a:spLocks noGrp="1"/>
          </p:cNvSpPr>
          <p:nvPr>
            <p:ph type="pic" sz="quarter" idx="37" hasCustomPrompt="1"/>
          </p:nvPr>
        </p:nvSpPr>
        <p:spPr>
          <a:xfrm>
            <a:off x="7013448" y="1952724"/>
            <a:ext cx="2130552" cy="1579367"/>
          </a:xfrm>
          <a:custGeom>
            <a:avLst/>
            <a:gdLst>
              <a:gd name="connsiteX0" fmla="*/ 0 w 4287520"/>
              <a:gd name="connsiteY0" fmla="*/ 0 h 1579367"/>
              <a:gd name="connsiteX1" fmla="*/ 4287520 w 4287520"/>
              <a:gd name="connsiteY1" fmla="*/ 0 h 1579367"/>
              <a:gd name="connsiteX2" fmla="*/ 4287520 w 4287520"/>
              <a:gd name="connsiteY2" fmla="*/ 1579367 h 1579367"/>
              <a:gd name="connsiteX3" fmla="*/ 0 w 4287520"/>
              <a:gd name="connsiteY3" fmla="*/ 1579367 h 1579367"/>
            </a:gdLst>
            <a:ahLst/>
            <a:cxnLst>
              <a:cxn ang="0">
                <a:pos x="connsiteX0" y="connsiteY0"/>
              </a:cxn>
              <a:cxn ang="0">
                <a:pos x="connsiteX1" y="connsiteY1"/>
              </a:cxn>
              <a:cxn ang="0">
                <a:pos x="connsiteX2" y="connsiteY2"/>
              </a:cxn>
              <a:cxn ang="0">
                <a:pos x="connsiteX3" y="connsiteY3"/>
              </a:cxn>
            </a:cxnLst>
            <a:rect l="l" t="t" r="r" b="b"/>
            <a:pathLst>
              <a:path w="4287520" h="1579367">
                <a:moveTo>
                  <a:pt x="0" y="0"/>
                </a:moveTo>
                <a:lnTo>
                  <a:pt x="4287520" y="0"/>
                </a:lnTo>
                <a:lnTo>
                  <a:pt x="4287520" y="1579367"/>
                </a:lnTo>
                <a:lnTo>
                  <a:pt x="0" y="1579367"/>
                </a:lnTo>
                <a:close/>
              </a:path>
            </a:pathLst>
          </a:custGeom>
          <a:solidFill>
            <a:schemeClr val="tx2">
              <a:lumMod val="10000"/>
              <a:lumOff val="90000"/>
            </a:schemeClr>
          </a:solidFill>
          <a:ln>
            <a:noFill/>
          </a:ln>
        </p:spPr>
        <p:txBody>
          <a:bodyPr wrap="square" bIns="457200" anchor="b">
            <a:noAutofit/>
          </a:bodyPr>
          <a:lstStyle>
            <a:lvl1pPr algn="ctr" rtl="0">
              <a:buNone/>
              <a:defRPr sz="700">
                <a:solidFill>
                  <a:schemeClr val="tx1">
                    <a:lumMod val="50000"/>
                    <a:lumOff val="50000"/>
                  </a:schemeClr>
                </a:solidFill>
              </a:defRPr>
            </a:lvl1pPr>
          </a:lstStyle>
          <a:p>
            <a:r>
              <a:rPr lang="en-US" dirty="0"/>
              <a:t>Image Holder</a:t>
            </a:r>
          </a:p>
        </p:txBody>
      </p:sp>
      <p:sp>
        <p:nvSpPr>
          <p:cNvPr id="11" name="Picture Placeholder 10"/>
          <p:cNvSpPr>
            <a:spLocks noGrp="1"/>
          </p:cNvSpPr>
          <p:nvPr>
            <p:ph type="pic" sz="quarter" idx="38" hasCustomPrompt="1"/>
          </p:nvPr>
        </p:nvSpPr>
        <p:spPr>
          <a:xfrm>
            <a:off x="4856480" y="1952724"/>
            <a:ext cx="2130552" cy="1579367"/>
          </a:xfrm>
          <a:custGeom>
            <a:avLst/>
            <a:gdLst>
              <a:gd name="connsiteX0" fmla="*/ 0 w 4287520"/>
              <a:gd name="connsiteY0" fmla="*/ 0 h 1579367"/>
              <a:gd name="connsiteX1" fmla="*/ 4287520 w 4287520"/>
              <a:gd name="connsiteY1" fmla="*/ 0 h 1579367"/>
              <a:gd name="connsiteX2" fmla="*/ 4287520 w 4287520"/>
              <a:gd name="connsiteY2" fmla="*/ 1579367 h 1579367"/>
              <a:gd name="connsiteX3" fmla="*/ 0 w 4287520"/>
              <a:gd name="connsiteY3" fmla="*/ 1579367 h 1579367"/>
            </a:gdLst>
            <a:ahLst/>
            <a:cxnLst>
              <a:cxn ang="0">
                <a:pos x="connsiteX0" y="connsiteY0"/>
              </a:cxn>
              <a:cxn ang="0">
                <a:pos x="connsiteX1" y="connsiteY1"/>
              </a:cxn>
              <a:cxn ang="0">
                <a:pos x="connsiteX2" y="connsiteY2"/>
              </a:cxn>
              <a:cxn ang="0">
                <a:pos x="connsiteX3" y="connsiteY3"/>
              </a:cxn>
            </a:cxnLst>
            <a:rect l="l" t="t" r="r" b="b"/>
            <a:pathLst>
              <a:path w="4287520" h="1579367">
                <a:moveTo>
                  <a:pt x="0" y="0"/>
                </a:moveTo>
                <a:lnTo>
                  <a:pt x="4287520" y="0"/>
                </a:lnTo>
                <a:lnTo>
                  <a:pt x="4287520" y="1579367"/>
                </a:lnTo>
                <a:lnTo>
                  <a:pt x="0" y="1579367"/>
                </a:lnTo>
                <a:close/>
              </a:path>
            </a:pathLst>
          </a:custGeom>
          <a:solidFill>
            <a:schemeClr val="tx2">
              <a:lumMod val="10000"/>
              <a:lumOff val="90000"/>
            </a:schemeClr>
          </a:solidFill>
          <a:ln>
            <a:noFill/>
          </a:ln>
        </p:spPr>
        <p:txBody>
          <a:bodyPr wrap="square" bIns="457200" anchor="b">
            <a:noAutofit/>
          </a:bodyPr>
          <a:lstStyle>
            <a:lvl1pPr algn="ctr" rtl="0">
              <a:buNone/>
              <a:defRPr sz="700">
                <a:solidFill>
                  <a:schemeClr val="tx1">
                    <a:lumMod val="50000"/>
                    <a:lumOff val="50000"/>
                  </a:schemeClr>
                </a:solidFill>
              </a:defRPr>
            </a:lvl1pPr>
          </a:lstStyle>
          <a:p>
            <a:r>
              <a:rPr lang="en-US" dirty="0"/>
              <a:t>Image Holder</a:t>
            </a:r>
          </a:p>
        </p:txBody>
      </p:sp>
      <p:sp>
        <p:nvSpPr>
          <p:cNvPr id="13" name="Picture Placeholder 12"/>
          <p:cNvSpPr>
            <a:spLocks noGrp="1"/>
          </p:cNvSpPr>
          <p:nvPr>
            <p:ph type="pic" sz="quarter" idx="39" hasCustomPrompt="1"/>
          </p:nvPr>
        </p:nvSpPr>
        <p:spPr>
          <a:xfrm>
            <a:off x="3452796" y="3547820"/>
            <a:ext cx="5691204" cy="1595680"/>
          </a:xfrm>
          <a:custGeom>
            <a:avLst/>
            <a:gdLst>
              <a:gd name="connsiteX0" fmla="*/ 0 w 4287520"/>
              <a:gd name="connsiteY0" fmla="*/ 0 h 1595680"/>
              <a:gd name="connsiteX1" fmla="*/ 4287520 w 4287520"/>
              <a:gd name="connsiteY1" fmla="*/ 0 h 1595680"/>
              <a:gd name="connsiteX2" fmla="*/ 4287520 w 4287520"/>
              <a:gd name="connsiteY2" fmla="*/ 1595680 h 1595680"/>
              <a:gd name="connsiteX3" fmla="*/ 0 w 4287520"/>
              <a:gd name="connsiteY3" fmla="*/ 1595680 h 1595680"/>
            </a:gdLst>
            <a:ahLst/>
            <a:cxnLst>
              <a:cxn ang="0">
                <a:pos x="connsiteX0" y="connsiteY0"/>
              </a:cxn>
              <a:cxn ang="0">
                <a:pos x="connsiteX1" y="connsiteY1"/>
              </a:cxn>
              <a:cxn ang="0">
                <a:pos x="connsiteX2" y="connsiteY2"/>
              </a:cxn>
              <a:cxn ang="0">
                <a:pos x="connsiteX3" y="connsiteY3"/>
              </a:cxn>
            </a:cxnLst>
            <a:rect l="l" t="t" r="r" b="b"/>
            <a:pathLst>
              <a:path w="4287520" h="1595680">
                <a:moveTo>
                  <a:pt x="0" y="0"/>
                </a:moveTo>
                <a:lnTo>
                  <a:pt x="4287520" y="0"/>
                </a:lnTo>
                <a:lnTo>
                  <a:pt x="4287520" y="1595680"/>
                </a:lnTo>
                <a:lnTo>
                  <a:pt x="0" y="1595680"/>
                </a:lnTo>
                <a:close/>
              </a:path>
            </a:pathLst>
          </a:custGeom>
          <a:solidFill>
            <a:schemeClr val="tx2">
              <a:lumMod val="10000"/>
              <a:lumOff val="90000"/>
            </a:schemeClr>
          </a:solidFill>
          <a:ln>
            <a:noFill/>
          </a:ln>
        </p:spPr>
        <p:txBody>
          <a:bodyPr wrap="square" bIns="457200" anchor="b">
            <a:noAutofit/>
          </a:bodyPr>
          <a:lstStyle>
            <a:lvl1pPr algn="ctr" rtl="0">
              <a:buNone/>
              <a:defRPr sz="700">
                <a:solidFill>
                  <a:schemeClr val="tx1">
                    <a:lumMod val="50000"/>
                    <a:lumOff val="50000"/>
                  </a:schemeClr>
                </a:solidFill>
              </a:defRPr>
            </a:lvl1pPr>
          </a:lstStyle>
          <a:p>
            <a:r>
              <a:rPr lang="en-US" dirty="0"/>
              <a:t>Image Holder</a:t>
            </a:r>
          </a:p>
        </p:txBody>
      </p:sp>
      <p:sp>
        <p:nvSpPr>
          <p:cNvPr id="12" name="Text Placeholder 3"/>
          <p:cNvSpPr>
            <a:spLocks noGrp="1"/>
          </p:cNvSpPr>
          <p:nvPr>
            <p:ph type="body" sz="half" idx="2" hasCustomPrompt="1"/>
          </p:nvPr>
        </p:nvSpPr>
        <p:spPr>
          <a:xfrm>
            <a:off x="381002" y="883822"/>
            <a:ext cx="4329764" cy="173255"/>
          </a:xfrm>
          <a:prstGeom prst="rect">
            <a:avLst/>
          </a:prstGeom>
        </p:spPr>
        <p:txBody>
          <a:bodyPr wrap="none" lIns="0" tIns="0" rIns="0" bIns="0" anchor="ctr">
            <a:noAutofit/>
          </a:bodyPr>
          <a:lstStyle>
            <a:lvl1pPr marL="0" indent="0" algn="l" rtl="0">
              <a:buNone/>
              <a:defRPr sz="1200" b="0" baseline="0">
                <a:solidFill>
                  <a:schemeClr val="bg1">
                    <a:lumMod val="65000"/>
                  </a:schemeClr>
                </a:solidFill>
                <a:latin typeface="+mn-lt"/>
                <a:ea typeface="Roboto" panose="02000000000000000000" pitchFamily="2" charset="0"/>
              </a:defRPr>
            </a:lvl1pPr>
            <a:lvl2pPr marL="457178" indent="0">
              <a:buNone/>
              <a:defRPr sz="1200"/>
            </a:lvl2pPr>
            <a:lvl3pPr marL="914354" indent="0">
              <a:buNone/>
              <a:defRPr sz="1000"/>
            </a:lvl3pPr>
            <a:lvl4pPr marL="1371532" indent="0">
              <a:buNone/>
              <a:defRPr sz="900"/>
            </a:lvl4pPr>
            <a:lvl5pPr marL="1828709" indent="0">
              <a:buNone/>
              <a:defRPr sz="900"/>
            </a:lvl5pPr>
            <a:lvl6pPr marL="2285886" indent="0">
              <a:buNone/>
              <a:defRPr sz="900"/>
            </a:lvl6pPr>
            <a:lvl7pPr marL="2743062" indent="0">
              <a:buNone/>
              <a:defRPr sz="900"/>
            </a:lvl7pPr>
            <a:lvl8pPr marL="3200240" indent="0">
              <a:buNone/>
              <a:defRPr sz="900"/>
            </a:lvl8pPr>
            <a:lvl9pPr marL="3657418" indent="0">
              <a:buNone/>
              <a:defRPr sz="900"/>
            </a:lvl9pPr>
          </a:lstStyle>
          <a:p>
            <a:pPr lvl="0"/>
            <a:r>
              <a:rPr lang="en-US" dirty="0"/>
              <a:t>CLICK TO EDITE SUBTITLE</a:t>
            </a:r>
          </a:p>
        </p:txBody>
      </p:sp>
      <p:sp>
        <p:nvSpPr>
          <p:cNvPr id="14" name="Title 2"/>
          <p:cNvSpPr>
            <a:spLocks noGrp="1"/>
          </p:cNvSpPr>
          <p:nvPr>
            <p:ph type="title" hasCustomPrompt="1"/>
          </p:nvPr>
        </p:nvSpPr>
        <p:spPr>
          <a:xfrm>
            <a:off x="381002" y="341315"/>
            <a:ext cx="4329764" cy="495383"/>
          </a:xfrm>
          <a:prstGeom prst="rect">
            <a:avLst/>
          </a:prstGeom>
        </p:spPr>
        <p:txBody>
          <a:bodyPr lIns="0" tIns="0" rIns="0" bIns="0" anchor="ctr"/>
          <a:lstStyle>
            <a:lvl1pPr algn="l" rtl="0">
              <a:defRPr sz="3200">
                <a:solidFill>
                  <a:schemeClr val="bg1">
                    <a:lumMod val="50000"/>
                  </a:schemeClr>
                </a:solidFill>
              </a:defRPr>
            </a:lvl1pPr>
          </a:lstStyle>
          <a:p>
            <a:r>
              <a:rPr lang="en-US" dirty="0"/>
              <a:t>Click to edit title</a:t>
            </a:r>
          </a:p>
        </p:txBody>
      </p:sp>
    </p:spTree>
    <p:extLst>
      <p:ext uri="{BB962C8B-B14F-4D97-AF65-F5344CB8AC3E}">
        <p14:creationId xmlns:p14="http://schemas.microsoft.com/office/powerpoint/2010/main" val="1537911865"/>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M151">
    <p:spTree>
      <p:nvGrpSpPr>
        <p:cNvPr id="1" name=""/>
        <p:cNvGrpSpPr/>
        <p:nvPr/>
      </p:nvGrpSpPr>
      <p:grpSpPr>
        <a:xfrm>
          <a:off x="0" y="0"/>
          <a:ext cx="0" cy="0"/>
          <a:chOff x="0" y="0"/>
          <a:chExt cx="0" cy="0"/>
        </a:xfrm>
      </p:grpSpPr>
      <p:sp>
        <p:nvSpPr>
          <p:cNvPr id="10" name="Picture Placeholder 9"/>
          <p:cNvSpPr>
            <a:spLocks noGrp="1"/>
          </p:cNvSpPr>
          <p:nvPr>
            <p:ph type="pic" sz="quarter" idx="30" hasCustomPrompt="1"/>
          </p:nvPr>
        </p:nvSpPr>
        <p:spPr>
          <a:xfrm>
            <a:off x="2325793" y="2190750"/>
            <a:ext cx="2166621" cy="2561986"/>
          </a:xfrm>
          <a:custGeom>
            <a:avLst/>
            <a:gdLst>
              <a:gd name="connsiteX0" fmla="*/ 0 w 2118108"/>
              <a:gd name="connsiteY0" fmla="*/ 0 h 4828540"/>
              <a:gd name="connsiteX1" fmla="*/ 2118108 w 2118108"/>
              <a:gd name="connsiteY1" fmla="*/ 0 h 4828540"/>
              <a:gd name="connsiteX2" fmla="*/ 2118108 w 2118108"/>
              <a:gd name="connsiteY2" fmla="*/ 4828540 h 4828540"/>
              <a:gd name="connsiteX3" fmla="*/ 0 w 2118108"/>
              <a:gd name="connsiteY3" fmla="*/ 4828540 h 4828540"/>
            </a:gdLst>
            <a:ahLst/>
            <a:cxnLst>
              <a:cxn ang="0">
                <a:pos x="connsiteX0" y="connsiteY0"/>
              </a:cxn>
              <a:cxn ang="0">
                <a:pos x="connsiteX1" y="connsiteY1"/>
              </a:cxn>
              <a:cxn ang="0">
                <a:pos x="connsiteX2" y="connsiteY2"/>
              </a:cxn>
              <a:cxn ang="0">
                <a:pos x="connsiteX3" y="connsiteY3"/>
              </a:cxn>
            </a:cxnLst>
            <a:rect l="l" t="t" r="r" b="b"/>
            <a:pathLst>
              <a:path w="2118108" h="4828540">
                <a:moveTo>
                  <a:pt x="0" y="0"/>
                </a:moveTo>
                <a:lnTo>
                  <a:pt x="2118108" y="0"/>
                </a:lnTo>
                <a:lnTo>
                  <a:pt x="2118108" y="4828540"/>
                </a:lnTo>
                <a:lnTo>
                  <a:pt x="0" y="4828540"/>
                </a:lnTo>
                <a:close/>
              </a:path>
            </a:pathLst>
          </a:custGeom>
          <a:solidFill>
            <a:schemeClr val="tx2">
              <a:lumMod val="10000"/>
              <a:lumOff val="90000"/>
            </a:schemeClr>
          </a:solidFill>
          <a:ln>
            <a:noFill/>
          </a:ln>
        </p:spPr>
        <p:txBody>
          <a:bodyPr wrap="square" bIns="457200" anchor="b">
            <a:noAutofit/>
          </a:bodyPr>
          <a:lstStyle>
            <a:lvl1pPr algn="ctr" rtl="0">
              <a:buNone/>
              <a:defRPr sz="700">
                <a:solidFill>
                  <a:schemeClr val="tx1">
                    <a:lumMod val="50000"/>
                    <a:lumOff val="50000"/>
                  </a:schemeClr>
                </a:solidFill>
              </a:defRPr>
            </a:lvl1pPr>
          </a:lstStyle>
          <a:p>
            <a:r>
              <a:rPr lang="en-US" dirty="0"/>
              <a:t>Image Holder</a:t>
            </a:r>
          </a:p>
        </p:txBody>
      </p:sp>
      <p:sp>
        <p:nvSpPr>
          <p:cNvPr id="11" name="Picture Placeholder 10"/>
          <p:cNvSpPr>
            <a:spLocks noGrp="1"/>
          </p:cNvSpPr>
          <p:nvPr>
            <p:ph type="pic" sz="quarter" idx="31" hasCustomPrompt="1"/>
          </p:nvPr>
        </p:nvSpPr>
        <p:spPr>
          <a:xfrm>
            <a:off x="6977379" y="2190750"/>
            <a:ext cx="2166621" cy="2561986"/>
          </a:xfrm>
          <a:custGeom>
            <a:avLst/>
            <a:gdLst>
              <a:gd name="connsiteX0" fmla="*/ 0 w 2118108"/>
              <a:gd name="connsiteY0" fmla="*/ 0 h 4828540"/>
              <a:gd name="connsiteX1" fmla="*/ 2118108 w 2118108"/>
              <a:gd name="connsiteY1" fmla="*/ 0 h 4828540"/>
              <a:gd name="connsiteX2" fmla="*/ 2118108 w 2118108"/>
              <a:gd name="connsiteY2" fmla="*/ 4828540 h 4828540"/>
              <a:gd name="connsiteX3" fmla="*/ 0 w 2118108"/>
              <a:gd name="connsiteY3" fmla="*/ 4828540 h 4828540"/>
            </a:gdLst>
            <a:ahLst/>
            <a:cxnLst>
              <a:cxn ang="0">
                <a:pos x="connsiteX0" y="connsiteY0"/>
              </a:cxn>
              <a:cxn ang="0">
                <a:pos x="connsiteX1" y="connsiteY1"/>
              </a:cxn>
              <a:cxn ang="0">
                <a:pos x="connsiteX2" y="connsiteY2"/>
              </a:cxn>
              <a:cxn ang="0">
                <a:pos x="connsiteX3" y="connsiteY3"/>
              </a:cxn>
            </a:cxnLst>
            <a:rect l="l" t="t" r="r" b="b"/>
            <a:pathLst>
              <a:path w="2118108" h="4828540">
                <a:moveTo>
                  <a:pt x="0" y="0"/>
                </a:moveTo>
                <a:lnTo>
                  <a:pt x="2118108" y="0"/>
                </a:lnTo>
                <a:lnTo>
                  <a:pt x="2118108" y="4828540"/>
                </a:lnTo>
                <a:lnTo>
                  <a:pt x="0" y="4828540"/>
                </a:lnTo>
                <a:close/>
              </a:path>
            </a:pathLst>
          </a:custGeom>
          <a:solidFill>
            <a:schemeClr val="tx2">
              <a:lumMod val="10000"/>
              <a:lumOff val="90000"/>
            </a:schemeClr>
          </a:solidFill>
          <a:ln>
            <a:noFill/>
          </a:ln>
        </p:spPr>
        <p:txBody>
          <a:bodyPr wrap="square" bIns="457200" anchor="b">
            <a:noAutofit/>
          </a:bodyPr>
          <a:lstStyle>
            <a:lvl1pPr algn="ctr" rtl="0">
              <a:buNone/>
              <a:defRPr sz="700">
                <a:solidFill>
                  <a:schemeClr val="tx1">
                    <a:lumMod val="50000"/>
                    <a:lumOff val="50000"/>
                  </a:schemeClr>
                </a:solidFill>
              </a:defRPr>
            </a:lvl1pPr>
          </a:lstStyle>
          <a:p>
            <a:r>
              <a:rPr lang="en-US" dirty="0"/>
              <a:t>Image Holder</a:t>
            </a:r>
          </a:p>
        </p:txBody>
      </p:sp>
      <p:sp>
        <p:nvSpPr>
          <p:cNvPr id="6" name="Picture Placeholder 5"/>
          <p:cNvSpPr>
            <a:spLocks noGrp="1"/>
          </p:cNvSpPr>
          <p:nvPr>
            <p:ph type="pic" sz="quarter" idx="32" hasCustomPrompt="1"/>
          </p:nvPr>
        </p:nvSpPr>
        <p:spPr>
          <a:xfrm>
            <a:off x="4651586" y="2190750"/>
            <a:ext cx="2166621" cy="2561986"/>
          </a:xfrm>
          <a:custGeom>
            <a:avLst/>
            <a:gdLst>
              <a:gd name="connsiteX0" fmla="*/ 0 w 2118108"/>
              <a:gd name="connsiteY0" fmla="*/ 0 h 4828540"/>
              <a:gd name="connsiteX1" fmla="*/ 2118108 w 2118108"/>
              <a:gd name="connsiteY1" fmla="*/ 0 h 4828540"/>
              <a:gd name="connsiteX2" fmla="*/ 2118108 w 2118108"/>
              <a:gd name="connsiteY2" fmla="*/ 4828540 h 4828540"/>
              <a:gd name="connsiteX3" fmla="*/ 0 w 2118108"/>
              <a:gd name="connsiteY3" fmla="*/ 4828540 h 4828540"/>
            </a:gdLst>
            <a:ahLst/>
            <a:cxnLst>
              <a:cxn ang="0">
                <a:pos x="connsiteX0" y="connsiteY0"/>
              </a:cxn>
              <a:cxn ang="0">
                <a:pos x="connsiteX1" y="connsiteY1"/>
              </a:cxn>
              <a:cxn ang="0">
                <a:pos x="connsiteX2" y="connsiteY2"/>
              </a:cxn>
              <a:cxn ang="0">
                <a:pos x="connsiteX3" y="connsiteY3"/>
              </a:cxn>
            </a:cxnLst>
            <a:rect l="l" t="t" r="r" b="b"/>
            <a:pathLst>
              <a:path w="2118108" h="4828540">
                <a:moveTo>
                  <a:pt x="0" y="0"/>
                </a:moveTo>
                <a:lnTo>
                  <a:pt x="2118108" y="0"/>
                </a:lnTo>
                <a:lnTo>
                  <a:pt x="2118108" y="4828540"/>
                </a:lnTo>
                <a:lnTo>
                  <a:pt x="0" y="4828540"/>
                </a:lnTo>
                <a:close/>
              </a:path>
            </a:pathLst>
          </a:custGeom>
          <a:solidFill>
            <a:schemeClr val="tx2">
              <a:lumMod val="10000"/>
              <a:lumOff val="90000"/>
            </a:schemeClr>
          </a:solidFill>
          <a:ln>
            <a:noFill/>
          </a:ln>
        </p:spPr>
        <p:txBody>
          <a:bodyPr wrap="square" bIns="457200" anchor="b">
            <a:noAutofit/>
          </a:bodyPr>
          <a:lstStyle>
            <a:lvl1pPr algn="ctr" rtl="0">
              <a:buNone/>
              <a:defRPr sz="700">
                <a:solidFill>
                  <a:schemeClr val="tx1">
                    <a:lumMod val="50000"/>
                    <a:lumOff val="50000"/>
                  </a:schemeClr>
                </a:solidFill>
              </a:defRPr>
            </a:lvl1pPr>
          </a:lstStyle>
          <a:p>
            <a:r>
              <a:rPr lang="en-US" dirty="0"/>
              <a:t>Image Holder</a:t>
            </a:r>
          </a:p>
        </p:txBody>
      </p:sp>
      <p:sp>
        <p:nvSpPr>
          <p:cNvPr id="7" name="Picture Placeholder 6"/>
          <p:cNvSpPr>
            <a:spLocks noGrp="1"/>
          </p:cNvSpPr>
          <p:nvPr>
            <p:ph type="pic" sz="quarter" idx="33" hasCustomPrompt="1"/>
          </p:nvPr>
        </p:nvSpPr>
        <p:spPr>
          <a:xfrm>
            <a:off x="0" y="2190750"/>
            <a:ext cx="2166621" cy="2561986"/>
          </a:xfrm>
          <a:custGeom>
            <a:avLst/>
            <a:gdLst>
              <a:gd name="connsiteX0" fmla="*/ 0 w 2118108"/>
              <a:gd name="connsiteY0" fmla="*/ 0 h 4828540"/>
              <a:gd name="connsiteX1" fmla="*/ 2118108 w 2118108"/>
              <a:gd name="connsiteY1" fmla="*/ 0 h 4828540"/>
              <a:gd name="connsiteX2" fmla="*/ 2118108 w 2118108"/>
              <a:gd name="connsiteY2" fmla="*/ 4828540 h 4828540"/>
              <a:gd name="connsiteX3" fmla="*/ 0 w 2118108"/>
              <a:gd name="connsiteY3" fmla="*/ 4828540 h 4828540"/>
            </a:gdLst>
            <a:ahLst/>
            <a:cxnLst>
              <a:cxn ang="0">
                <a:pos x="connsiteX0" y="connsiteY0"/>
              </a:cxn>
              <a:cxn ang="0">
                <a:pos x="connsiteX1" y="connsiteY1"/>
              </a:cxn>
              <a:cxn ang="0">
                <a:pos x="connsiteX2" y="connsiteY2"/>
              </a:cxn>
              <a:cxn ang="0">
                <a:pos x="connsiteX3" y="connsiteY3"/>
              </a:cxn>
            </a:cxnLst>
            <a:rect l="l" t="t" r="r" b="b"/>
            <a:pathLst>
              <a:path w="2118108" h="4828540">
                <a:moveTo>
                  <a:pt x="0" y="0"/>
                </a:moveTo>
                <a:lnTo>
                  <a:pt x="2118108" y="0"/>
                </a:lnTo>
                <a:lnTo>
                  <a:pt x="2118108" y="4828540"/>
                </a:lnTo>
                <a:lnTo>
                  <a:pt x="0" y="4828540"/>
                </a:lnTo>
                <a:close/>
              </a:path>
            </a:pathLst>
          </a:custGeom>
          <a:solidFill>
            <a:schemeClr val="tx2">
              <a:lumMod val="10000"/>
              <a:lumOff val="90000"/>
            </a:schemeClr>
          </a:solidFill>
          <a:ln>
            <a:noFill/>
          </a:ln>
        </p:spPr>
        <p:txBody>
          <a:bodyPr wrap="square" bIns="457200" anchor="b">
            <a:noAutofit/>
          </a:bodyPr>
          <a:lstStyle>
            <a:lvl1pPr algn="ctr" rtl="0">
              <a:buNone/>
              <a:defRPr sz="700">
                <a:solidFill>
                  <a:schemeClr val="tx1">
                    <a:lumMod val="50000"/>
                    <a:lumOff val="50000"/>
                  </a:schemeClr>
                </a:solidFill>
              </a:defRPr>
            </a:lvl1pPr>
          </a:lstStyle>
          <a:p>
            <a:r>
              <a:rPr lang="en-US" dirty="0"/>
              <a:t>Image Holder</a:t>
            </a:r>
          </a:p>
        </p:txBody>
      </p:sp>
      <p:sp>
        <p:nvSpPr>
          <p:cNvPr id="12" name="Picture Placeholder 11"/>
          <p:cNvSpPr>
            <a:spLocks noGrp="1"/>
          </p:cNvSpPr>
          <p:nvPr>
            <p:ph type="pic" sz="quarter" idx="35" hasCustomPrompt="1"/>
          </p:nvPr>
        </p:nvSpPr>
        <p:spPr>
          <a:xfrm>
            <a:off x="-3" y="314961"/>
            <a:ext cx="9144003" cy="1799589"/>
          </a:xfrm>
          <a:custGeom>
            <a:avLst/>
            <a:gdLst>
              <a:gd name="connsiteX0" fmla="*/ 0 w 9144003"/>
              <a:gd name="connsiteY0" fmla="*/ 0 h 1799589"/>
              <a:gd name="connsiteX1" fmla="*/ 9144003 w 9144003"/>
              <a:gd name="connsiteY1" fmla="*/ 0 h 1799589"/>
              <a:gd name="connsiteX2" fmla="*/ 9144003 w 9144003"/>
              <a:gd name="connsiteY2" fmla="*/ 1799589 h 1799589"/>
              <a:gd name="connsiteX3" fmla="*/ 0 w 9144003"/>
              <a:gd name="connsiteY3" fmla="*/ 1799589 h 1799589"/>
            </a:gdLst>
            <a:ahLst/>
            <a:cxnLst>
              <a:cxn ang="0">
                <a:pos x="connsiteX0" y="connsiteY0"/>
              </a:cxn>
              <a:cxn ang="0">
                <a:pos x="connsiteX1" y="connsiteY1"/>
              </a:cxn>
              <a:cxn ang="0">
                <a:pos x="connsiteX2" y="connsiteY2"/>
              </a:cxn>
              <a:cxn ang="0">
                <a:pos x="connsiteX3" y="connsiteY3"/>
              </a:cxn>
            </a:cxnLst>
            <a:rect l="l" t="t" r="r" b="b"/>
            <a:pathLst>
              <a:path w="9144003" h="1799589">
                <a:moveTo>
                  <a:pt x="0" y="0"/>
                </a:moveTo>
                <a:lnTo>
                  <a:pt x="9144003" y="0"/>
                </a:lnTo>
                <a:lnTo>
                  <a:pt x="9144003" y="1799589"/>
                </a:lnTo>
                <a:lnTo>
                  <a:pt x="0" y="1799589"/>
                </a:lnTo>
                <a:close/>
              </a:path>
            </a:pathLst>
          </a:custGeom>
          <a:solidFill>
            <a:schemeClr val="tx2">
              <a:lumMod val="10000"/>
              <a:lumOff val="90000"/>
            </a:schemeClr>
          </a:solidFill>
          <a:ln>
            <a:noFill/>
          </a:ln>
        </p:spPr>
        <p:txBody>
          <a:bodyPr wrap="square" bIns="457200" anchor="b">
            <a:noAutofit/>
          </a:bodyPr>
          <a:lstStyle>
            <a:lvl1pPr algn="ctr" rtl="0">
              <a:buNone/>
              <a:defRPr sz="700">
                <a:solidFill>
                  <a:schemeClr val="tx1">
                    <a:lumMod val="50000"/>
                    <a:lumOff val="50000"/>
                  </a:schemeClr>
                </a:solidFill>
              </a:defRPr>
            </a:lvl1pPr>
          </a:lstStyle>
          <a:p>
            <a:r>
              <a:rPr lang="en-US" dirty="0"/>
              <a:t>Image Holder</a:t>
            </a:r>
          </a:p>
        </p:txBody>
      </p:sp>
    </p:spTree>
    <p:extLst>
      <p:ext uri="{BB962C8B-B14F-4D97-AF65-F5344CB8AC3E}">
        <p14:creationId xmlns:p14="http://schemas.microsoft.com/office/powerpoint/2010/main" val="77158348"/>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M152">
    <p:spTree>
      <p:nvGrpSpPr>
        <p:cNvPr id="1" name=""/>
        <p:cNvGrpSpPr/>
        <p:nvPr/>
      </p:nvGrpSpPr>
      <p:grpSpPr>
        <a:xfrm>
          <a:off x="0" y="0"/>
          <a:ext cx="0" cy="0"/>
          <a:chOff x="0" y="0"/>
          <a:chExt cx="0" cy="0"/>
        </a:xfrm>
      </p:grpSpPr>
      <p:sp>
        <p:nvSpPr>
          <p:cNvPr id="17" name="Text Placeholder 3"/>
          <p:cNvSpPr>
            <a:spLocks noGrp="1"/>
          </p:cNvSpPr>
          <p:nvPr>
            <p:ph type="body" sz="half" idx="2" hasCustomPrompt="1"/>
          </p:nvPr>
        </p:nvSpPr>
        <p:spPr>
          <a:xfrm>
            <a:off x="4419600" y="883822"/>
            <a:ext cx="4329764" cy="173255"/>
          </a:xfrm>
          <a:prstGeom prst="rect">
            <a:avLst/>
          </a:prstGeom>
        </p:spPr>
        <p:txBody>
          <a:bodyPr wrap="none" lIns="0" tIns="0" rIns="0" bIns="0" anchor="ctr">
            <a:noAutofit/>
          </a:bodyPr>
          <a:lstStyle>
            <a:lvl1pPr marL="0" indent="0" algn="l" rtl="0">
              <a:buNone/>
              <a:defRPr sz="1200" b="0" baseline="0">
                <a:solidFill>
                  <a:schemeClr val="bg1">
                    <a:lumMod val="65000"/>
                  </a:schemeClr>
                </a:solidFill>
                <a:latin typeface="+mn-lt"/>
                <a:ea typeface="Roboto" panose="02000000000000000000" pitchFamily="2" charset="0"/>
              </a:defRPr>
            </a:lvl1pPr>
            <a:lvl2pPr marL="457178" indent="0">
              <a:buNone/>
              <a:defRPr sz="1200"/>
            </a:lvl2pPr>
            <a:lvl3pPr marL="914354" indent="0">
              <a:buNone/>
              <a:defRPr sz="1000"/>
            </a:lvl3pPr>
            <a:lvl4pPr marL="1371532" indent="0">
              <a:buNone/>
              <a:defRPr sz="900"/>
            </a:lvl4pPr>
            <a:lvl5pPr marL="1828709" indent="0">
              <a:buNone/>
              <a:defRPr sz="900"/>
            </a:lvl5pPr>
            <a:lvl6pPr marL="2285886" indent="0">
              <a:buNone/>
              <a:defRPr sz="900"/>
            </a:lvl6pPr>
            <a:lvl7pPr marL="2743062" indent="0">
              <a:buNone/>
              <a:defRPr sz="900"/>
            </a:lvl7pPr>
            <a:lvl8pPr marL="3200240" indent="0">
              <a:buNone/>
              <a:defRPr sz="900"/>
            </a:lvl8pPr>
            <a:lvl9pPr marL="3657418" indent="0">
              <a:buNone/>
              <a:defRPr sz="900"/>
            </a:lvl9pPr>
          </a:lstStyle>
          <a:p>
            <a:pPr lvl="0"/>
            <a:r>
              <a:rPr lang="en-US" dirty="0"/>
              <a:t>CLICK TO EDITE SUBTITLE</a:t>
            </a:r>
          </a:p>
        </p:txBody>
      </p:sp>
      <p:sp>
        <p:nvSpPr>
          <p:cNvPr id="18" name="Title 2"/>
          <p:cNvSpPr>
            <a:spLocks noGrp="1"/>
          </p:cNvSpPr>
          <p:nvPr>
            <p:ph type="title" hasCustomPrompt="1"/>
          </p:nvPr>
        </p:nvSpPr>
        <p:spPr>
          <a:xfrm>
            <a:off x="4419600" y="341315"/>
            <a:ext cx="4329764" cy="495383"/>
          </a:xfrm>
          <a:prstGeom prst="rect">
            <a:avLst/>
          </a:prstGeom>
        </p:spPr>
        <p:txBody>
          <a:bodyPr lIns="0" tIns="0" rIns="0" bIns="0" anchor="ctr"/>
          <a:lstStyle>
            <a:lvl1pPr algn="l" rtl="0">
              <a:defRPr sz="3200">
                <a:solidFill>
                  <a:schemeClr val="bg1">
                    <a:lumMod val="50000"/>
                  </a:schemeClr>
                </a:solidFill>
              </a:defRPr>
            </a:lvl1pPr>
          </a:lstStyle>
          <a:p>
            <a:r>
              <a:rPr lang="en-US" dirty="0"/>
              <a:t>Click to edit title</a:t>
            </a:r>
          </a:p>
        </p:txBody>
      </p:sp>
      <p:sp>
        <p:nvSpPr>
          <p:cNvPr id="12" name="Picture Placeholder 11"/>
          <p:cNvSpPr>
            <a:spLocks noGrp="1"/>
          </p:cNvSpPr>
          <p:nvPr>
            <p:ph type="pic" sz="quarter" idx="31" hasCustomPrompt="1"/>
          </p:nvPr>
        </p:nvSpPr>
        <p:spPr>
          <a:xfrm>
            <a:off x="0" y="314960"/>
            <a:ext cx="2130552" cy="1595680"/>
          </a:xfrm>
          <a:custGeom>
            <a:avLst/>
            <a:gdLst>
              <a:gd name="connsiteX0" fmla="*/ 0 w 2118108"/>
              <a:gd name="connsiteY0" fmla="*/ 0 h 4828540"/>
              <a:gd name="connsiteX1" fmla="*/ 2118108 w 2118108"/>
              <a:gd name="connsiteY1" fmla="*/ 0 h 4828540"/>
              <a:gd name="connsiteX2" fmla="*/ 2118108 w 2118108"/>
              <a:gd name="connsiteY2" fmla="*/ 4828540 h 4828540"/>
              <a:gd name="connsiteX3" fmla="*/ 0 w 2118108"/>
              <a:gd name="connsiteY3" fmla="*/ 4828540 h 4828540"/>
            </a:gdLst>
            <a:ahLst/>
            <a:cxnLst>
              <a:cxn ang="0">
                <a:pos x="connsiteX0" y="connsiteY0"/>
              </a:cxn>
              <a:cxn ang="0">
                <a:pos x="connsiteX1" y="connsiteY1"/>
              </a:cxn>
              <a:cxn ang="0">
                <a:pos x="connsiteX2" y="connsiteY2"/>
              </a:cxn>
              <a:cxn ang="0">
                <a:pos x="connsiteX3" y="connsiteY3"/>
              </a:cxn>
            </a:cxnLst>
            <a:rect l="l" t="t" r="r" b="b"/>
            <a:pathLst>
              <a:path w="2118108" h="4828540">
                <a:moveTo>
                  <a:pt x="0" y="0"/>
                </a:moveTo>
                <a:lnTo>
                  <a:pt x="2118108" y="0"/>
                </a:lnTo>
                <a:lnTo>
                  <a:pt x="2118108" y="4828540"/>
                </a:lnTo>
                <a:lnTo>
                  <a:pt x="0" y="4828540"/>
                </a:lnTo>
                <a:close/>
              </a:path>
            </a:pathLst>
          </a:custGeom>
          <a:solidFill>
            <a:schemeClr val="tx2">
              <a:lumMod val="10000"/>
              <a:lumOff val="90000"/>
            </a:schemeClr>
          </a:solidFill>
          <a:ln>
            <a:noFill/>
          </a:ln>
        </p:spPr>
        <p:txBody>
          <a:bodyPr wrap="square" bIns="457200" anchor="b">
            <a:noAutofit/>
          </a:bodyPr>
          <a:lstStyle>
            <a:lvl1pPr algn="ctr" rtl="0">
              <a:buNone/>
              <a:defRPr sz="700">
                <a:solidFill>
                  <a:schemeClr val="tx1">
                    <a:lumMod val="50000"/>
                    <a:lumOff val="50000"/>
                  </a:schemeClr>
                </a:solidFill>
              </a:defRPr>
            </a:lvl1pPr>
          </a:lstStyle>
          <a:p>
            <a:r>
              <a:rPr lang="en-US" dirty="0"/>
              <a:t>Image Holder</a:t>
            </a:r>
          </a:p>
        </p:txBody>
      </p:sp>
      <p:sp>
        <p:nvSpPr>
          <p:cNvPr id="19" name="Picture Placeholder 18"/>
          <p:cNvSpPr>
            <a:spLocks noGrp="1"/>
          </p:cNvSpPr>
          <p:nvPr>
            <p:ph type="pic" sz="quarter" idx="33" hasCustomPrompt="1"/>
          </p:nvPr>
        </p:nvSpPr>
        <p:spPr>
          <a:xfrm>
            <a:off x="2156968" y="3547820"/>
            <a:ext cx="2130552" cy="1595680"/>
          </a:xfrm>
          <a:custGeom>
            <a:avLst/>
            <a:gdLst>
              <a:gd name="connsiteX0" fmla="*/ 0 w 4287520"/>
              <a:gd name="connsiteY0" fmla="*/ 0 h 1595680"/>
              <a:gd name="connsiteX1" fmla="*/ 4287520 w 4287520"/>
              <a:gd name="connsiteY1" fmla="*/ 0 h 1595680"/>
              <a:gd name="connsiteX2" fmla="*/ 4287520 w 4287520"/>
              <a:gd name="connsiteY2" fmla="*/ 163371 h 1595680"/>
              <a:gd name="connsiteX3" fmla="*/ 4287520 w 4287520"/>
              <a:gd name="connsiteY3" fmla="*/ 1595679 h 1595680"/>
              <a:gd name="connsiteX4" fmla="*/ 4287520 w 4287520"/>
              <a:gd name="connsiteY4" fmla="*/ 1595680 h 1595680"/>
              <a:gd name="connsiteX5" fmla="*/ 0 w 4287520"/>
              <a:gd name="connsiteY5" fmla="*/ 1595680 h 1595680"/>
              <a:gd name="connsiteX6" fmla="*/ 0 w 4287520"/>
              <a:gd name="connsiteY6" fmla="*/ 1595679 h 1595680"/>
              <a:gd name="connsiteX7" fmla="*/ 0 w 4287520"/>
              <a:gd name="connsiteY7" fmla="*/ 163371 h 1595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87520" h="1595680">
                <a:moveTo>
                  <a:pt x="0" y="0"/>
                </a:moveTo>
                <a:lnTo>
                  <a:pt x="4287520" y="0"/>
                </a:lnTo>
                <a:lnTo>
                  <a:pt x="4287520" y="163371"/>
                </a:lnTo>
                <a:lnTo>
                  <a:pt x="4287520" y="1595679"/>
                </a:lnTo>
                <a:lnTo>
                  <a:pt x="4287520" y="1595680"/>
                </a:lnTo>
                <a:lnTo>
                  <a:pt x="0" y="1595680"/>
                </a:lnTo>
                <a:lnTo>
                  <a:pt x="0" y="1595679"/>
                </a:lnTo>
                <a:lnTo>
                  <a:pt x="0" y="163371"/>
                </a:lnTo>
                <a:close/>
              </a:path>
            </a:pathLst>
          </a:custGeom>
          <a:solidFill>
            <a:schemeClr val="tx2">
              <a:lumMod val="10000"/>
              <a:lumOff val="90000"/>
            </a:schemeClr>
          </a:solidFill>
          <a:ln>
            <a:noFill/>
          </a:ln>
        </p:spPr>
        <p:txBody>
          <a:bodyPr wrap="square" bIns="457200" anchor="b">
            <a:noAutofit/>
          </a:bodyPr>
          <a:lstStyle>
            <a:lvl1pPr algn="ctr" rtl="0">
              <a:buNone/>
              <a:defRPr sz="700">
                <a:solidFill>
                  <a:schemeClr val="tx1">
                    <a:lumMod val="50000"/>
                    <a:lumOff val="50000"/>
                  </a:schemeClr>
                </a:solidFill>
              </a:defRPr>
            </a:lvl1pPr>
          </a:lstStyle>
          <a:p>
            <a:r>
              <a:rPr lang="en-US" dirty="0"/>
              <a:t>Image Holder</a:t>
            </a:r>
          </a:p>
        </p:txBody>
      </p:sp>
      <p:sp>
        <p:nvSpPr>
          <p:cNvPr id="16" name="Picture Placeholder 15"/>
          <p:cNvSpPr>
            <a:spLocks noGrp="1"/>
          </p:cNvSpPr>
          <p:nvPr>
            <p:ph type="pic" sz="quarter" idx="34" hasCustomPrompt="1"/>
          </p:nvPr>
        </p:nvSpPr>
        <p:spPr>
          <a:xfrm>
            <a:off x="2156968" y="1931390"/>
            <a:ext cx="2130552" cy="1595680"/>
          </a:xfrm>
          <a:custGeom>
            <a:avLst/>
            <a:gdLst>
              <a:gd name="connsiteX0" fmla="*/ 0 w 4287520"/>
              <a:gd name="connsiteY0" fmla="*/ 0 h 1595680"/>
              <a:gd name="connsiteX1" fmla="*/ 4287520 w 4287520"/>
              <a:gd name="connsiteY1" fmla="*/ 0 h 1595680"/>
              <a:gd name="connsiteX2" fmla="*/ 4287520 w 4287520"/>
              <a:gd name="connsiteY2" fmla="*/ 1595680 h 1595680"/>
              <a:gd name="connsiteX3" fmla="*/ 0 w 4287520"/>
              <a:gd name="connsiteY3" fmla="*/ 1595680 h 1595680"/>
            </a:gdLst>
            <a:ahLst/>
            <a:cxnLst>
              <a:cxn ang="0">
                <a:pos x="connsiteX0" y="connsiteY0"/>
              </a:cxn>
              <a:cxn ang="0">
                <a:pos x="connsiteX1" y="connsiteY1"/>
              </a:cxn>
              <a:cxn ang="0">
                <a:pos x="connsiteX2" y="connsiteY2"/>
              </a:cxn>
              <a:cxn ang="0">
                <a:pos x="connsiteX3" y="connsiteY3"/>
              </a:cxn>
            </a:cxnLst>
            <a:rect l="l" t="t" r="r" b="b"/>
            <a:pathLst>
              <a:path w="4287520" h="1595680">
                <a:moveTo>
                  <a:pt x="0" y="0"/>
                </a:moveTo>
                <a:lnTo>
                  <a:pt x="4287520" y="0"/>
                </a:lnTo>
                <a:lnTo>
                  <a:pt x="4287520" y="1595680"/>
                </a:lnTo>
                <a:lnTo>
                  <a:pt x="0" y="1595680"/>
                </a:lnTo>
                <a:close/>
              </a:path>
            </a:pathLst>
          </a:custGeom>
          <a:solidFill>
            <a:schemeClr val="tx2">
              <a:lumMod val="10000"/>
              <a:lumOff val="90000"/>
            </a:schemeClr>
          </a:solidFill>
          <a:ln>
            <a:noFill/>
          </a:ln>
        </p:spPr>
        <p:txBody>
          <a:bodyPr wrap="square" bIns="457200" anchor="b">
            <a:noAutofit/>
          </a:bodyPr>
          <a:lstStyle>
            <a:lvl1pPr algn="ctr" rtl="0">
              <a:buNone/>
              <a:defRPr sz="700">
                <a:solidFill>
                  <a:schemeClr val="tx1">
                    <a:lumMod val="50000"/>
                    <a:lumOff val="50000"/>
                  </a:schemeClr>
                </a:solidFill>
              </a:defRPr>
            </a:lvl1pPr>
          </a:lstStyle>
          <a:p>
            <a:r>
              <a:rPr lang="en-US" dirty="0"/>
              <a:t>Image Holder</a:t>
            </a:r>
          </a:p>
        </p:txBody>
      </p:sp>
      <p:sp>
        <p:nvSpPr>
          <p:cNvPr id="21" name="Picture Placeholder 20"/>
          <p:cNvSpPr>
            <a:spLocks noGrp="1"/>
          </p:cNvSpPr>
          <p:nvPr>
            <p:ph type="pic" sz="quarter" idx="35" hasCustomPrompt="1"/>
          </p:nvPr>
        </p:nvSpPr>
        <p:spPr>
          <a:xfrm>
            <a:off x="2156968" y="314959"/>
            <a:ext cx="2130552" cy="1595680"/>
          </a:xfrm>
          <a:custGeom>
            <a:avLst/>
            <a:gdLst>
              <a:gd name="connsiteX0" fmla="*/ 0 w 2118108"/>
              <a:gd name="connsiteY0" fmla="*/ 0 h 1595680"/>
              <a:gd name="connsiteX1" fmla="*/ 2118108 w 2118108"/>
              <a:gd name="connsiteY1" fmla="*/ 0 h 1595680"/>
              <a:gd name="connsiteX2" fmla="*/ 2118108 w 2118108"/>
              <a:gd name="connsiteY2" fmla="*/ 1595680 h 1595680"/>
              <a:gd name="connsiteX3" fmla="*/ 0 w 2118108"/>
              <a:gd name="connsiteY3" fmla="*/ 1595680 h 1595680"/>
            </a:gdLst>
            <a:ahLst/>
            <a:cxnLst>
              <a:cxn ang="0">
                <a:pos x="connsiteX0" y="connsiteY0"/>
              </a:cxn>
              <a:cxn ang="0">
                <a:pos x="connsiteX1" y="connsiteY1"/>
              </a:cxn>
              <a:cxn ang="0">
                <a:pos x="connsiteX2" y="connsiteY2"/>
              </a:cxn>
              <a:cxn ang="0">
                <a:pos x="connsiteX3" y="connsiteY3"/>
              </a:cxn>
            </a:cxnLst>
            <a:rect l="l" t="t" r="r" b="b"/>
            <a:pathLst>
              <a:path w="2118108" h="1595680">
                <a:moveTo>
                  <a:pt x="0" y="0"/>
                </a:moveTo>
                <a:lnTo>
                  <a:pt x="2118108" y="0"/>
                </a:lnTo>
                <a:lnTo>
                  <a:pt x="2118108" y="1595680"/>
                </a:lnTo>
                <a:lnTo>
                  <a:pt x="0" y="1595680"/>
                </a:lnTo>
                <a:close/>
              </a:path>
            </a:pathLst>
          </a:custGeom>
          <a:solidFill>
            <a:schemeClr val="tx2">
              <a:lumMod val="10000"/>
              <a:lumOff val="90000"/>
            </a:schemeClr>
          </a:solidFill>
          <a:ln>
            <a:noFill/>
          </a:ln>
        </p:spPr>
        <p:txBody>
          <a:bodyPr wrap="square" bIns="457200" anchor="b">
            <a:noAutofit/>
          </a:bodyPr>
          <a:lstStyle>
            <a:lvl1pPr algn="ctr" rtl="0">
              <a:buNone/>
              <a:defRPr sz="700">
                <a:solidFill>
                  <a:schemeClr val="tx1">
                    <a:lumMod val="50000"/>
                    <a:lumOff val="50000"/>
                  </a:schemeClr>
                </a:solidFill>
              </a:defRPr>
            </a:lvl1pPr>
          </a:lstStyle>
          <a:p>
            <a:r>
              <a:rPr lang="en-US" dirty="0"/>
              <a:t>Image Holder</a:t>
            </a:r>
          </a:p>
        </p:txBody>
      </p:sp>
      <p:sp>
        <p:nvSpPr>
          <p:cNvPr id="8" name="Picture Placeholder 7"/>
          <p:cNvSpPr>
            <a:spLocks noGrp="1"/>
          </p:cNvSpPr>
          <p:nvPr>
            <p:ph type="pic" sz="quarter" idx="36" hasCustomPrompt="1"/>
          </p:nvPr>
        </p:nvSpPr>
        <p:spPr>
          <a:xfrm>
            <a:off x="0" y="3547820"/>
            <a:ext cx="2130552" cy="1595680"/>
          </a:xfrm>
          <a:custGeom>
            <a:avLst/>
            <a:gdLst>
              <a:gd name="connsiteX0" fmla="*/ 0 w 4287520"/>
              <a:gd name="connsiteY0" fmla="*/ 0 h 1595680"/>
              <a:gd name="connsiteX1" fmla="*/ 4287520 w 4287520"/>
              <a:gd name="connsiteY1" fmla="*/ 0 h 1595680"/>
              <a:gd name="connsiteX2" fmla="*/ 4287520 w 4287520"/>
              <a:gd name="connsiteY2" fmla="*/ 163371 h 1595680"/>
              <a:gd name="connsiteX3" fmla="*/ 4287520 w 4287520"/>
              <a:gd name="connsiteY3" fmla="*/ 1595679 h 1595680"/>
              <a:gd name="connsiteX4" fmla="*/ 4287520 w 4287520"/>
              <a:gd name="connsiteY4" fmla="*/ 1595680 h 1595680"/>
              <a:gd name="connsiteX5" fmla="*/ 0 w 4287520"/>
              <a:gd name="connsiteY5" fmla="*/ 1595680 h 1595680"/>
              <a:gd name="connsiteX6" fmla="*/ 0 w 4287520"/>
              <a:gd name="connsiteY6" fmla="*/ 1595679 h 1595680"/>
              <a:gd name="connsiteX7" fmla="*/ 0 w 4287520"/>
              <a:gd name="connsiteY7" fmla="*/ 163371 h 1595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87520" h="1595680">
                <a:moveTo>
                  <a:pt x="0" y="0"/>
                </a:moveTo>
                <a:lnTo>
                  <a:pt x="4287520" y="0"/>
                </a:lnTo>
                <a:lnTo>
                  <a:pt x="4287520" y="163371"/>
                </a:lnTo>
                <a:lnTo>
                  <a:pt x="4287520" y="1595679"/>
                </a:lnTo>
                <a:lnTo>
                  <a:pt x="4287520" y="1595680"/>
                </a:lnTo>
                <a:lnTo>
                  <a:pt x="0" y="1595680"/>
                </a:lnTo>
                <a:lnTo>
                  <a:pt x="0" y="1595679"/>
                </a:lnTo>
                <a:lnTo>
                  <a:pt x="0" y="163371"/>
                </a:lnTo>
                <a:close/>
              </a:path>
            </a:pathLst>
          </a:custGeom>
          <a:solidFill>
            <a:schemeClr val="tx2">
              <a:lumMod val="10000"/>
              <a:lumOff val="90000"/>
            </a:schemeClr>
          </a:solidFill>
          <a:ln>
            <a:noFill/>
          </a:ln>
        </p:spPr>
        <p:txBody>
          <a:bodyPr wrap="square" bIns="457200" anchor="b">
            <a:noAutofit/>
          </a:bodyPr>
          <a:lstStyle>
            <a:lvl1pPr algn="ctr" rtl="0">
              <a:buNone/>
              <a:defRPr sz="700">
                <a:solidFill>
                  <a:schemeClr val="tx1">
                    <a:lumMod val="50000"/>
                    <a:lumOff val="50000"/>
                  </a:schemeClr>
                </a:solidFill>
              </a:defRPr>
            </a:lvl1pPr>
          </a:lstStyle>
          <a:p>
            <a:r>
              <a:rPr lang="en-US" dirty="0"/>
              <a:t>Image Holder</a:t>
            </a:r>
          </a:p>
        </p:txBody>
      </p:sp>
      <p:sp>
        <p:nvSpPr>
          <p:cNvPr id="9" name="Picture Placeholder 8"/>
          <p:cNvSpPr>
            <a:spLocks noGrp="1"/>
          </p:cNvSpPr>
          <p:nvPr>
            <p:ph type="pic" sz="quarter" idx="37" hasCustomPrompt="1"/>
          </p:nvPr>
        </p:nvSpPr>
        <p:spPr>
          <a:xfrm>
            <a:off x="0" y="1931390"/>
            <a:ext cx="2130552" cy="1595680"/>
          </a:xfrm>
          <a:custGeom>
            <a:avLst/>
            <a:gdLst>
              <a:gd name="connsiteX0" fmla="*/ 0 w 4287520"/>
              <a:gd name="connsiteY0" fmla="*/ 0 h 1595680"/>
              <a:gd name="connsiteX1" fmla="*/ 4287520 w 4287520"/>
              <a:gd name="connsiteY1" fmla="*/ 0 h 1595680"/>
              <a:gd name="connsiteX2" fmla="*/ 4287520 w 4287520"/>
              <a:gd name="connsiteY2" fmla="*/ 1595680 h 1595680"/>
              <a:gd name="connsiteX3" fmla="*/ 0 w 4287520"/>
              <a:gd name="connsiteY3" fmla="*/ 1595680 h 1595680"/>
            </a:gdLst>
            <a:ahLst/>
            <a:cxnLst>
              <a:cxn ang="0">
                <a:pos x="connsiteX0" y="connsiteY0"/>
              </a:cxn>
              <a:cxn ang="0">
                <a:pos x="connsiteX1" y="connsiteY1"/>
              </a:cxn>
              <a:cxn ang="0">
                <a:pos x="connsiteX2" y="connsiteY2"/>
              </a:cxn>
              <a:cxn ang="0">
                <a:pos x="connsiteX3" y="connsiteY3"/>
              </a:cxn>
            </a:cxnLst>
            <a:rect l="l" t="t" r="r" b="b"/>
            <a:pathLst>
              <a:path w="4287520" h="1595680">
                <a:moveTo>
                  <a:pt x="0" y="0"/>
                </a:moveTo>
                <a:lnTo>
                  <a:pt x="4287520" y="0"/>
                </a:lnTo>
                <a:lnTo>
                  <a:pt x="4287520" y="1595680"/>
                </a:lnTo>
                <a:lnTo>
                  <a:pt x="0" y="1595680"/>
                </a:lnTo>
                <a:close/>
              </a:path>
            </a:pathLst>
          </a:custGeom>
          <a:solidFill>
            <a:schemeClr val="tx2">
              <a:lumMod val="10000"/>
              <a:lumOff val="90000"/>
            </a:schemeClr>
          </a:solidFill>
          <a:ln>
            <a:noFill/>
          </a:ln>
        </p:spPr>
        <p:txBody>
          <a:bodyPr wrap="square" bIns="457200" anchor="b">
            <a:noAutofit/>
          </a:bodyPr>
          <a:lstStyle>
            <a:lvl1pPr algn="ctr" rtl="0">
              <a:buNone/>
              <a:defRPr sz="700">
                <a:solidFill>
                  <a:schemeClr val="tx1">
                    <a:lumMod val="50000"/>
                    <a:lumOff val="50000"/>
                  </a:schemeClr>
                </a:solidFill>
              </a:defRPr>
            </a:lvl1pPr>
          </a:lstStyle>
          <a:p>
            <a:r>
              <a:rPr lang="en-US" dirty="0"/>
              <a:t>Image Holder</a:t>
            </a:r>
          </a:p>
        </p:txBody>
      </p:sp>
    </p:spTree>
    <p:extLst>
      <p:ext uri="{BB962C8B-B14F-4D97-AF65-F5344CB8AC3E}">
        <p14:creationId xmlns:p14="http://schemas.microsoft.com/office/powerpoint/2010/main" val="126257206"/>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M153">
    <p:spTree>
      <p:nvGrpSpPr>
        <p:cNvPr id="1" name=""/>
        <p:cNvGrpSpPr/>
        <p:nvPr/>
      </p:nvGrpSpPr>
      <p:grpSpPr>
        <a:xfrm>
          <a:off x="0" y="0"/>
          <a:ext cx="0" cy="0"/>
          <a:chOff x="0" y="0"/>
          <a:chExt cx="0" cy="0"/>
        </a:xfrm>
      </p:grpSpPr>
      <p:sp>
        <p:nvSpPr>
          <p:cNvPr id="27" name="Picture Placeholder 26"/>
          <p:cNvSpPr>
            <a:spLocks noGrp="1"/>
          </p:cNvSpPr>
          <p:nvPr userDrawn="1">
            <p:ph type="pic" sz="quarter" idx="31" hasCustomPrompt="1"/>
          </p:nvPr>
        </p:nvSpPr>
        <p:spPr>
          <a:xfrm>
            <a:off x="7010400" y="341315"/>
            <a:ext cx="2133600" cy="1595680"/>
          </a:xfrm>
          <a:custGeom>
            <a:avLst/>
            <a:gdLst>
              <a:gd name="connsiteX0" fmla="*/ 0 w 4287520"/>
              <a:gd name="connsiteY0" fmla="*/ 0 h 1595680"/>
              <a:gd name="connsiteX1" fmla="*/ 4287520 w 4287520"/>
              <a:gd name="connsiteY1" fmla="*/ 0 h 1595680"/>
              <a:gd name="connsiteX2" fmla="*/ 4287520 w 4287520"/>
              <a:gd name="connsiteY2" fmla="*/ 1595680 h 1595680"/>
              <a:gd name="connsiteX3" fmla="*/ 0 w 4287520"/>
              <a:gd name="connsiteY3" fmla="*/ 1595680 h 1595680"/>
            </a:gdLst>
            <a:ahLst/>
            <a:cxnLst>
              <a:cxn ang="0">
                <a:pos x="connsiteX0" y="connsiteY0"/>
              </a:cxn>
              <a:cxn ang="0">
                <a:pos x="connsiteX1" y="connsiteY1"/>
              </a:cxn>
              <a:cxn ang="0">
                <a:pos x="connsiteX2" y="connsiteY2"/>
              </a:cxn>
              <a:cxn ang="0">
                <a:pos x="connsiteX3" y="connsiteY3"/>
              </a:cxn>
            </a:cxnLst>
            <a:rect l="l" t="t" r="r" b="b"/>
            <a:pathLst>
              <a:path w="4287520" h="1595680">
                <a:moveTo>
                  <a:pt x="0" y="0"/>
                </a:moveTo>
                <a:lnTo>
                  <a:pt x="4287520" y="0"/>
                </a:lnTo>
                <a:lnTo>
                  <a:pt x="4287520" y="1595680"/>
                </a:lnTo>
                <a:lnTo>
                  <a:pt x="0" y="1595680"/>
                </a:lnTo>
                <a:close/>
              </a:path>
            </a:pathLst>
          </a:custGeom>
          <a:solidFill>
            <a:schemeClr val="tx2">
              <a:lumMod val="10000"/>
              <a:lumOff val="90000"/>
            </a:schemeClr>
          </a:solidFill>
          <a:ln>
            <a:noFill/>
          </a:ln>
        </p:spPr>
        <p:txBody>
          <a:bodyPr wrap="square" bIns="457200" anchor="b">
            <a:noAutofit/>
          </a:bodyPr>
          <a:lstStyle>
            <a:lvl1pPr algn="ctr" rtl="0">
              <a:buNone/>
              <a:defRPr sz="700">
                <a:solidFill>
                  <a:schemeClr val="tx1">
                    <a:lumMod val="50000"/>
                    <a:lumOff val="50000"/>
                  </a:schemeClr>
                </a:solidFill>
              </a:defRPr>
            </a:lvl1pPr>
          </a:lstStyle>
          <a:p>
            <a:r>
              <a:rPr lang="en-US" dirty="0"/>
              <a:t>Image Holder</a:t>
            </a:r>
          </a:p>
        </p:txBody>
      </p:sp>
      <p:sp>
        <p:nvSpPr>
          <p:cNvPr id="20" name="Text Placeholder 3"/>
          <p:cNvSpPr>
            <a:spLocks noGrp="1"/>
          </p:cNvSpPr>
          <p:nvPr userDrawn="1">
            <p:ph type="body" sz="half" idx="2" hasCustomPrompt="1"/>
          </p:nvPr>
        </p:nvSpPr>
        <p:spPr>
          <a:xfrm>
            <a:off x="381002" y="883822"/>
            <a:ext cx="4329764" cy="173255"/>
          </a:xfrm>
          <a:prstGeom prst="rect">
            <a:avLst/>
          </a:prstGeom>
        </p:spPr>
        <p:txBody>
          <a:bodyPr wrap="none" lIns="0" tIns="0" rIns="0" bIns="0" anchor="ctr">
            <a:noAutofit/>
          </a:bodyPr>
          <a:lstStyle>
            <a:lvl1pPr marL="0" indent="0" algn="l" rtl="0">
              <a:buNone/>
              <a:defRPr sz="1200" b="0" baseline="0">
                <a:solidFill>
                  <a:schemeClr val="bg1">
                    <a:lumMod val="65000"/>
                  </a:schemeClr>
                </a:solidFill>
                <a:latin typeface="+mn-lt"/>
                <a:ea typeface="Roboto" panose="02000000000000000000" pitchFamily="2" charset="0"/>
              </a:defRPr>
            </a:lvl1pPr>
            <a:lvl2pPr marL="457178" indent="0">
              <a:buNone/>
              <a:defRPr sz="1200"/>
            </a:lvl2pPr>
            <a:lvl3pPr marL="914354" indent="0">
              <a:buNone/>
              <a:defRPr sz="1000"/>
            </a:lvl3pPr>
            <a:lvl4pPr marL="1371532" indent="0">
              <a:buNone/>
              <a:defRPr sz="900"/>
            </a:lvl4pPr>
            <a:lvl5pPr marL="1828709" indent="0">
              <a:buNone/>
              <a:defRPr sz="900"/>
            </a:lvl5pPr>
            <a:lvl6pPr marL="2285886" indent="0">
              <a:buNone/>
              <a:defRPr sz="900"/>
            </a:lvl6pPr>
            <a:lvl7pPr marL="2743062" indent="0">
              <a:buNone/>
              <a:defRPr sz="900"/>
            </a:lvl7pPr>
            <a:lvl8pPr marL="3200240" indent="0">
              <a:buNone/>
              <a:defRPr sz="900"/>
            </a:lvl8pPr>
            <a:lvl9pPr marL="3657418" indent="0">
              <a:buNone/>
              <a:defRPr sz="900"/>
            </a:lvl9pPr>
          </a:lstStyle>
          <a:p>
            <a:pPr lvl="0"/>
            <a:r>
              <a:rPr lang="en-US" dirty="0"/>
              <a:t>CLICK TO EDITE SUBTITLE</a:t>
            </a:r>
          </a:p>
        </p:txBody>
      </p:sp>
      <p:sp>
        <p:nvSpPr>
          <p:cNvPr id="21" name="Title 2"/>
          <p:cNvSpPr>
            <a:spLocks noGrp="1"/>
          </p:cNvSpPr>
          <p:nvPr userDrawn="1">
            <p:ph type="title" hasCustomPrompt="1"/>
          </p:nvPr>
        </p:nvSpPr>
        <p:spPr>
          <a:xfrm>
            <a:off x="381002" y="341315"/>
            <a:ext cx="4329764" cy="495383"/>
          </a:xfrm>
          <a:prstGeom prst="rect">
            <a:avLst/>
          </a:prstGeom>
        </p:spPr>
        <p:txBody>
          <a:bodyPr lIns="0" tIns="0" rIns="0" bIns="0" anchor="ctr"/>
          <a:lstStyle>
            <a:lvl1pPr algn="l" rtl="0">
              <a:defRPr sz="3200">
                <a:solidFill>
                  <a:schemeClr val="bg1">
                    <a:lumMod val="50000"/>
                  </a:schemeClr>
                </a:solidFill>
              </a:defRPr>
            </a:lvl1pPr>
          </a:lstStyle>
          <a:p>
            <a:r>
              <a:rPr lang="en-US" dirty="0"/>
              <a:t>Click to edit title</a:t>
            </a:r>
          </a:p>
        </p:txBody>
      </p:sp>
      <p:sp>
        <p:nvSpPr>
          <p:cNvPr id="29" name="Picture Placeholder 28"/>
          <p:cNvSpPr>
            <a:spLocks noGrp="1"/>
          </p:cNvSpPr>
          <p:nvPr>
            <p:ph type="pic" sz="quarter" idx="32" hasCustomPrompt="1"/>
          </p:nvPr>
        </p:nvSpPr>
        <p:spPr>
          <a:xfrm>
            <a:off x="7010400" y="3547820"/>
            <a:ext cx="2133600" cy="1595680"/>
          </a:xfrm>
          <a:custGeom>
            <a:avLst/>
            <a:gdLst>
              <a:gd name="connsiteX0" fmla="*/ 0 w 4287520"/>
              <a:gd name="connsiteY0" fmla="*/ 0 h 1595680"/>
              <a:gd name="connsiteX1" fmla="*/ 4287520 w 4287520"/>
              <a:gd name="connsiteY1" fmla="*/ 0 h 1595680"/>
              <a:gd name="connsiteX2" fmla="*/ 4287520 w 4287520"/>
              <a:gd name="connsiteY2" fmla="*/ 1595680 h 1595680"/>
              <a:gd name="connsiteX3" fmla="*/ 0 w 4287520"/>
              <a:gd name="connsiteY3" fmla="*/ 1595680 h 1595680"/>
            </a:gdLst>
            <a:ahLst/>
            <a:cxnLst>
              <a:cxn ang="0">
                <a:pos x="connsiteX0" y="connsiteY0"/>
              </a:cxn>
              <a:cxn ang="0">
                <a:pos x="connsiteX1" y="connsiteY1"/>
              </a:cxn>
              <a:cxn ang="0">
                <a:pos x="connsiteX2" y="connsiteY2"/>
              </a:cxn>
              <a:cxn ang="0">
                <a:pos x="connsiteX3" y="connsiteY3"/>
              </a:cxn>
            </a:cxnLst>
            <a:rect l="l" t="t" r="r" b="b"/>
            <a:pathLst>
              <a:path w="4287520" h="1595680">
                <a:moveTo>
                  <a:pt x="0" y="0"/>
                </a:moveTo>
                <a:lnTo>
                  <a:pt x="4287520" y="0"/>
                </a:lnTo>
                <a:lnTo>
                  <a:pt x="4287520" y="1595680"/>
                </a:lnTo>
                <a:lnTo>
                  <a:pt x="0" y="1595680"/>
                </a:lnTo>
                <a:close/>
              </a:path>
            </a:pathLst>
          </a:custGeom>
          <a:solidFill>
            <a:schemeClr val="tx2">
              <a:lumMod val="10000"/>
              <a:lumOff val="90000"/>
            </a:schemeClr>
          </a:solidFill>
          <a:ln>
            <a:noFill/>
          </a:ln>
        </p:spPr>
        <p:txBody>
          <a:bodyPr wrap="square" bIns="457200" anchor="b">
            <a:noAutofit/>
          </a:bodyPr>
          <a:lstStyle>
            <a:lvl1pPr algn="ctr" rtl="0">
              <a:buNone/>
              <a:defRPr sz="700">
                <a:solidFill>
                  <a:schemeClr val="tx1">
                    <a:lumMod val="50000"/>
                    <a:lumOff val="50000"/>
                  </a:schemeClr>
                </a:solidFill>
              </a:defRPr>
            </a:lvl1pPr>
          </a:lstStyle>
          <a:p>
            <a:r>
              <a:rPr lang="en-US" dirty="0"/>
              <a:t>Image Holder</a:t>
            </a:r>
          </a:p>
        </p:txBody>
      </p:sp>
      <p:sp>
        <p:nvSpPr>
          <p:cNvPr id="28" name="Picture Placeholder 27"/>
          <p:cNvSpPr>
            <a:spLocks noGrp="1"/>
          </p:cNvSpPr>
          <p:nvPr>
            <p:ph type="pic" sz="quarter" idx="33" hasCustomPrompt="1"/>
          </p:nvPr>
        </p:nvSpPr>
        <p:spPr>
          <a:xfrm>
            <a:off x="7013448" y="1952724"/>
            <a:ext cx="2130552" cy="1579367"/>
          </a:xfrm>
          <a:custGeom>
            <a:avLst/>
            <a:gdLst>
              <a:gd name="connsiteX0" fmla="*/ 0 w 4287520"/>
              <a:gd name="connsiteY0" fmla="*/ 0 h 1579367"/>
              <a:gd name="connsiteX1" fmla="*/ 4287520 w 4287520"/>
              <a:gd name="connsiteY1" fmla="*/ 0 h 1579367"/>
              <a:gd name="connsiteX2" fmla="*/ 4287520 w 4287520"/>
              <a:gd name="connsiteY2" fmla="*/ 1579367 h 1579367"/>
              <a:gd name="connsiteX3" fmla="*/ 0 w 4287520"/>
              <a:gd name="connsiteY3" fmla="*/ 1579367 h 1579367"/>
            </a:gdLst>
            <a:ahLst/>
            <a:cxnLst>
              <a:cxn ang="0">
                <a:pos x="connsiteX0" y="connsiteY0"/>
              </a:cxn>
              <a:cxn ang="0">
                <a:pos x="connsiteX1" y="connsiteY1"/>
              </a:cxn>
              <a:cxn ang="0">
                <a:pos x="connsiteX2" y="connsiteY2"/>
              </a:cxn>
              <a:cxn ang="0">
                <a:pos x="connsiteX3" y="connsiteY3"/>
              </a:cxn>
            </a:cxnLst>
            <a:rect l="l" t="t" r="r" b="b"/>
            <a:pathLst>
              <a:path w="4287520" h="1579367">
                <a:moveTo>
                  <a:pt x="0" y="0"/>
                </a:moveTo>
                <a:lnTo>
                  <a:pt x="4287520" y="0"/>
                </a:lnTo>
                <a:lnTo>
                  <a:pt x="4287520" y="1579367"/>
                </a:lnTo>
                <a:lnTo>
                  <a:pt x="0" y="1579367"/>
                </a:lnTo>
                <a:close/>
              </a:path>
            </a:pathLst>
          </a:custGeom>
          <a:solidFill>
            <a:schemeClr val="tx2">
              <a:lumMod val="10000"/>
              <a:lumOff val="90000"/>
            </a:schemeClr>
          </a:solidFill>
          <a:ln>
            <a:noFill/>
          </a:ln>
        </p:spPr>
        <p:txBody>
          <a:bodyPr wrap="square" bIns="457200" anchor="b">
            <a:noAutofit/>
          </a:bodyPr>
          <a:lstStyle>
            <a:lvl1pPr algn="ctr" rtl="0">
              <a:buNone/>
              <a:defRPr sz="700">
                <a:solidFill>
                  <a:schemeClr val="tx1">
                    <a:lumMod val="50000"/>
                    <a:lumOff val="50000"/>
                  </a:schemeClr>
                </a:solidFill>
              </a:defRPr>
            </a:lvl1pPr>
          </a:lstStyle>
          <a:p>
            <a:r>
              <a:rPr lang="en-US" dirty="0"/>
              <a:t>Image Holder</a:t>
            </a:r>
          </a:p>
        </p:txBody>
      </p:sp>
      <p:sp>
        <p:nvSpPr>
          <p:cNvPr id="32" name="Picture Placeholder 31"/>
          <p:cNvSpPr>
            <a:spLocks noGrp="1"/>
          </p:cNvSpPr>
          <p:nvPr>
            <p:ph type="pic" sz="quarter" idx="36" hasCustomPrompt="1"/>
          </p:nvPr>
        </p:nvSpPr>
        <p:spPr>
          <a:xfrm>
            <a:off x="4856480" y="1952724"/>
            <a:ext cx="2130552" cy="1579367"/>
          </a:xfrm>
          <a:custGeom>
            <a:avLst/>
            <a:gdLst>
              <a:gd name="connsiteX0" fmla="*/ 0 w 4287520"/>
              <a:gd name="connsiteY0" fmla="*/ 0 h 1579367"/>
              <a:gd name="connsiteX1" fmla="*/ 4287520 w 4287520"/>
              <a:gd name="connsiteY1" fmla="*/ 0 h 1579367"/>
              <a:gd name="connsiteX2" fmla="*/ 4287520 w 4287520"/>
              <a:gd name="connsiteY2" fmla="*/ 1579367 h 1579367"/>
              <a:gd name="connsiteX3" fmla="*/ 0 w 4287520"/>
              <a:gd name="connsiteY3" fmla="*/ 1579367 h 1579367"/>
            </a:gdLst>
            <a:ahLst/>
            <a:cxnLst>
              <a:cxn ang="0">
                <a:pos x="connsiteX0" y="connsiteY0"/>
              </a:cxn>
              <a:cxn ang="0">
                <a:pos x="connsiteX1" y="connsiteY1"/>
              </a:cxn>
              <a:cxn ang="0">
                <a:pos x="connsiteX2" y="connsiteY2"/>
              </a:cxn>
              <a:cxn ang="0">
                <a:pos x="connsiteX3" y="connsiteY3"/>
              </a:cxn>
            </a:cxnLst>
            <a:rect l="l" t="t" r="r" b="b"/>
            <a:pathLst>
              <a:path w="4287520" h="1579367">
                <a:moveTo>
                  <a:pt x="0" y="0"/>
                </a:moveTo>
                <a:lnTo>
                  <a:pt x="4287520" y="0"/>
                </a:lnTo>
                <a:lnTo>
                  <a:pt x="4287520" y="1579367"/>
                </a:lnTo>
                <a:lnTo>
                  <a:pt x="0" y="1579367"/>
                </a:lnTo>
                <a:close/>
              </a:path>
            </a:pathLst>
          </a:custGeom>
          <a:solidFill>
            <a:schemeClr val="tx2">
              <a:lumMod val="10000"/>
              <a:lumOff val="90000"/>
            </a:schemeClr>
          </a:solidFill>
          <a:ln>
            <a:noFill/>
          </a:ln>
        </p:spPr>
        <p:txBody>
          <a:bodyPr wrap="square" bIns="457200" anchor="b">
            <a:noAutofit/>
          </a:bodyPr>
          <a:lstStyle>
            <a:lvl1pPr algn="ctr" rtl="0">
              <a:buNone/>
              <a:defRPr sz="700">
                <a:solidFill>
                  <a:schemeClr val="tx1">
                    <a:lumMod val="50000"/>
                    <a:lumOff val="50000"/>
                  </a:schemeClr>
                </a:solidFill>
              </a:defRPr>
            </a:lvl1pPr>
          </a:lstStyle>
          <a:p>
            <a:r>
              <a:rPr lang="en-US" dirty="0"/>
              <a:t>Image Holder</a:t>
            </a:r>
          </a:p>
        </p:txBody>
      </p:sp>
      <p:sp>
        <p:nvSpPr>
          <p:cNvPr id="8" name="Picture Placeholder 7"/>
          <p:cNvSpPr>
            <a:spLocks noGrp="1"/>
          </p:cNvSpPr>
          <p:nvPr>
            <p:ph type="pic" sz="quarter" idx="37" hasCustomPrompt="1"/>
          </p:nvPr>
        </p:nvSpPr>
        <p:spPr>
          <a:xfrm>
            <a:off x="4856480" y="341315"/>
            <a:ext cx="2130552" cy="1579367"/>
          </a:xfrm>
          <a:custGeom>
            <a:avLst/>
            <a:gdLst>
              <a:gd name="connsiteX0" fmla="*/ 0 w 4287520"/>
              <a:gd name="connsiteY0" fmla="*/ 0 h 1579367"/>
              <a:gd name="connsiteX1" fmla="*/ 4287520 w 4287520"/>
              <a:gd name="connsiteY1" fmla="*/ 0 h 1579367"/>
              <a:gd name="connsiteX2" fmla="*/ 4287520 w 4287520"/>
              <a:gd name="connsiteY2" fmla="*/ 1579367 h 1579367"/>
              <a:gd name="connsiteX3" fmla="*/ 0 w 4287520"/>
              <a:gd name="connsiteY3" fmla="*/ 1579367 h 1579367"/>
            </a:gdLst>
            <a:ahLst/>
            <a:cxnLst>
              <a:cxn ang="0">
                <a:pos x="connsiteX0" y="connsiteY0"/>
              </a:cxn>
              <a:cxn ang="0">
                <a:pos x="connsiteX1" y="connsiteY1"/>
              </a:cxn>
              <a:cxn ang="0">
                <a:pos x="connsiteX2" y="connsiteY2"/>
              </a:cxn>
              <a:cxn ang="0">
                <a:pos x="connsiteX3" y="connsiteY3"/>
              </a:cxn>
            </a:cxnLst>
            <a:rect l="l" t="t" r="r" b="b"/>
            <a:pathLst>
              <a:path w="4287520" h="1579367">
                <a:moveTo>
                  <a:pt x="0" y="0"/>
                </a:moveTo>
                <a:lnTo>
                  <a:pt x="4287520" y="0"/>
                </a:lnTo>
                <a:lnTo>
                  <a:pt x="4287520" y="1579367"/>
                </a:lnTo>
                <a:lnTo>
                  <a:pt x="0" y="1579367"/>
                </a:lnTo>
                <a:close/>
              </a:path>
            </a:pathLst>
          </a:custGeom>
          <a:solidFill>
            <a:schemeClr val="tx2">
              <a:lumMod val="10000"/>
              <a:lumOff val="90000"/>
            </a:schemeClr>
          </a:solidFill>
          <a:ln>
            <a:noFill/>
          </a:ln>
        </p:spPr>
        <p:txBody>
          <a:bodyPr wrap="square" bIns="457200" anchor="b">
            <a:noAutofit/>
          </a:bodyPr>
          <a:lstStyle>
            <a:lvl1pPr algn="ctr" rtl="0">
              <a:buNone/>
              <a:defRPr sz="700">
                <a:solidFill>
                  <a:schemeClr val="tx1">
                    <a:lumMod val="50000"/>
                    <a:lumOff val="50000"/>
                  </a:schemeClr>
                </a:solidFill>
              </a:defRPr>
            </a:lvl1pPr>
          </a:lstStyle>
          <a:p>
            <a:r>
              <a:rPr lang="en-US" dirty="0"/>
              <a:t>Image Holder</a:t>
            </a:r>
          </a:p>
        </p:txBody>
      </p:sp>
      <p:sp>
        <p:nvSpPr>
          <p:cNvPr id="9" name="Picture Placeholder 8"/>
          <p:cNvSpPr>
            <a:spLocks noGrp="1"/>
          </p:cNvSpPr>
          <p:nvPr>
            <p:ph type="pic" sz="quarter" idx="38" hasCustomPrompt="1"/>
          </p:nvPr>
        </p:nvSpPr>
        <p:spPr>
          <a:xfrm>
            <a:off x="4856480" y="3564133"/>
            <a:ext cx="2130552" cy="1579367"/>
          </a:xfrm>
          <a:custGeom>
            <a:avLst/>
            <a:gdLst>
              <a:gd name="connsiteX0" fmla="*/ 0 w 4287520"/>
              <a:gd name="connsiteY0" fmla="*/ 0 h 1579367"/>
              <a:gd name="connsiteX1" fmla="*/ 4287520 w 4287520"/>
              <a:gd name="connsiteY1" fmla="*/ 0 h 1579367"/>
              <a:gd name="connsiteX2" fmla="*/ 4287520 w 4287520"/>
              <a:gd name="connsiteY2" fmla="*/ 1579367 h 1579367"/>
              <a:gd name="connsiteX3" fmla="*/ 0 w 4287520"/>
              <a:gd name="connsiteY3" fmla="*/ 1579367 h 1579367"/>
            </a:gdLst>
            <a:ahLst/>
            <a:cxnLst>
              <a:cxn ang="0">
                <a:pos x="connsiteX0" y="connsiteY0"/>
              </a:cxn>
              <a:cxn ang="0">
                <a:pos x="connsiteX1" y="connsiteY1"/>
              </a:cxn>
              <a:cxn ang="0">
                <a:pos x="connsiteX2" y="connsiteY2"/>
              </a:cxn>
              <a:cxn ang="0">
                <a:pos x="connsiteX3" y="connsiteY3"/>
              </a:cxn>
            </a:cxnLst>
            <a:rect l="l" t="t" r="r" b="b"/>
            <a:pathLst>
              <a:path w="4287520" h="1579367">
                <a:moveTo>
                  <a:pt x="0" y="0"/>
                </a:moveTo>
                <a:lnTo>
                  <a:pt x="4287520" y="0"/>
                </a:lnTo>
                <a:lnTo>
                  <a:pt x="4287520" y="1579367"/>
                </a:lnTo>
                <a:lnTo>
                  <a:pt x="0" y="1579367"/>
                </a:lnTo>
                <a:close/>
              </a:path>
            </a:pathLst>
          </a:custGeom>
          <a:solidFill>
            <a:schemeClr val="tx2">
              <a:lumMod val="10000"/>
              <a:lumOff val="90000"/>
            </a:schemeClr>
          </a:solidFill>
          <a:ln>
            <a:noFill/>
          </a:ln>
        </p:spPr>
        <p:txBody>
          <a:bodyPr wrap="square" bIns="457200" anchor="b">
            <a:noAutofit/>
          </a:bodyPr>
          <a:lstStyle>
            <a:lvl1pPr algn="ctr" rtl="0">
              <a:buNone/>
              <a:defRPr sz="700">
                <a:solidFill>
                  <a:schemeClr val="tx1">
                    <a:lumMod val="50000"/>
                    <a:lumOff val="50000"/>
                  </a:schemeClr>
                </a:solidFill>
              </a:defRPr>
            </a:lvl1pPr>
          </a:lstStyle>
          <a:p>
            <a:r>
              <a:rPr lang="en-US" dirty="0"/>
              <a:t>Image Holder</a:t>
            </a:r>
          </a:p>
        </p:txBody>
      </p:sp>
    </p:spTree>
    <p:extLst>
      <p:ext uri="{BB962C8B-B14F-4D97-AF65-F5344CB8AC3E}">
        <p14:creationId xmlns:p14="http://schemas.microsoft.com/office/powerpoint/2010/main" val="4210393874"/>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M154">
    <p:spTree>
      <p:nvGrpSpPr>
        <p:cNvPr id="1" name=""/>
        <p:cNvGrpSpPr/>
        <p:nvPr/>
      </p:nvGrpSpPr>
      <p:grpSpPr>
        <a:xfrm>
          <a:off x="0" y="0"/>
          <a:ext cx="0" cy="0"/>
          <a:chOff x="0" y="0"/>
          <a:chExt cx="0" cy="0"/>
        </a:xfrm>
      </p:grpSpPr>
      <p:sp>
        <p:nvSpPr>
          <p:cNvPr id="12" name="Picture Placeholder 11"/>
          <p:cNvSpPr>
            <a:spLocks noGrp="1"/>
          </p:cNvSpPr>
          <p:nvPr>
            <p:ph type="pic" sz="quarter" idx="35" hasCustomPrompt="1"/>
          </p:nvPr>
        </p:nvSpPr>
        <p:spPr>
          <a:xfrm>
            <a:off x="-3" y="314961"/>
            <a:ext cx="4492417" cy="1442719"/>
          </a:xfrm>
          <a:custGeom>
            <a:avLst/>
            <a:gdLst>
              <a:gd name="connsiteX0" fmla="*/ 0 w 9144003"/>
              <a:gd name="connsiteY0" fmla="*/ 0 h 1799589"/>
              <a:gd name="connsiteX1" fmla="*/ 9144003 w 9144003"/>
              <a:gd name="connsiteY1" fmla="*/ 0 h 1799589"/>
              <a:gd name="connsiteX2" fmla="*/ 9144003 w 9144003"/>
              <a:gd name="connsiteY2" fmla="*/ 1799589 h 1799589"/>
              <a:gd name="connsiteX3" fmla="*/ 0 w 9144003"/>
              <a:gd name="connsiteY3" fmla="*/ 1799589 h 1799589"/>
            </a:gdLst>
            <a:ahLst/>
            <a:cxnLst>
              <a:cxn ang="0">
                <a:pos x="connsiteX0" y="connsiteY0"/>
              </a:cxn>
              <a:cxn ang="0">
                <a:pos x="connsiteX1" y="connsiteY1"/>
              </a:cxn>
              <a:cxn ang="0">
                <a:pos x="connsiteX2" y="connsiteY2"/>
              </a:cxn>
              <a:cxn ang="0">
                <a:pos x="connsiteX3" y="connsiteY3"/>
              </a:cxn>
            </a:cxnLst>
            <a:rect l="l" t="t" r="r" b="b"/>
            <a:pathLst>
              <a:path w="9144003" h="1799589">
                <a:moveTo>
                  <a:pt x="0" y="0"/>
                </a:moveTo>
                <a:lnTo>
                  <a:pt x="9144003" y="0"/>
                </a:lnTo>
                <a:lnTo>
                  <a:pt x="9144003" y="1799589"/>
                </a:lnTo>
                <a:lnTo>
                  <a:pt x="0" y="1799589"/>
                </a:lnTo>
                <a:close/>
              </a:path>
            </a:pathLst>
          </a:custGeom>
          <a:solidFill>
            <a:schemeClr val="tx2">
              <a:lumMod val="10000"/>
              <a:lumOff val="90000"/>
            </a:schemeClr>
          </a:solidFill>
          <a:ln>
            <a:noFill/>
          </a:ln>
        </p:spPr>
        <p:txBody>
          <a:bodyPr wrap="square" bIns="457200" anchor="b">
            <a:noAutofit/>
          </a:bodyPr>
          <a:lstStyle>
            <a:lvl1pPr algn="ctr" rtl="0">
              <a:buNone/>
              <a:defRPr sz="700">
                <a:solidFill>
                  <a:schemeClr val="tx1">
                    <a:lumMod val="50000"/>
                    <a:lumOff val="50000"/>
                  </a:schemeClr>
                </a:solidFill>
              </a:defRPr>
            </a:lvl1pPr>
          </a:lstStyle>
          <a:p>
            <a:r>
              <a:rPr lang="en-US" dirty="0"/>
              <a:t>Image Holder</a:t>
            </a:r>
          </a:p>
        </p:txBody>
      </p:sp>
      <p:sp>
        <p:nvSpPr>
          <p:cNvPr id="13" name="Picture Placeholder 12"/>
          <p:cNvSpPr>
            <a:spLocks noGrp="1"/>
          </p:cNvSpPr>
          <p:nvPr>
            <p:ph type="pic" sz="quarter" idx="36" hasCustomPrompt="1"/>
          </p:nvPr>
        </p:nvSpPr>
        <p:spPr>
          <a:xfrm>
            <a:off x="-3" y="1812489"/>
            <a:ext cx="4492417" cy="1442719"/>
          </a:xfrm>
          <a:custGeom>
            <a:avLst/>
            <a:gdLst>
              <a:gd name="connsiteX0" fmla="*/ 0 w 9144003"/>
              <a:gd name="connsiteY0" fmla="*/ 0 h 1799589"/>
              <a:gd name="connsiteX1" fmla="*/ 9144003 w 9144003"/>
              <a:gd name="connsiteY1" fmla="*/ 0 h 1799589"/>
              <a:gd name="connsiteX2" fmla="*/ 9144003 w 9144003"/>
              <a:gd name="connsiteY2" fmla="*/ 1799589 h 1799589"/>
              <a:gd name="connsiteX3" fmla="*/ 0 w 9144003"/>
              <a:gd name="connsiteY3" fmla="*/ 1799589 h 1799589"/>
            </a:gdLst>
            <a:ahLst/>
            <a:cxnLst>
              <a:cxn ang="0">
                <a:pos x="connsiteX0" y="connsiteY0"/>
              </a:cxn>
              <a:cxn ang="0">
                <a:pos x="connsiteX1" y="connsiteY1"/>
              </a:cxn>
              <a:cxn ang="0">
                <a:pos x="connsiteX2" y="connsiteY2"/>
              </a:cxn>
              <a:cxn ang="0">
                <a:pos x="connsiteX3" y="connsiteY3"/>
              </a:cxn>
            </a:cxnLst>
            <a:rect l="l" t="t" r="r" b="b"/>
            <a:pathLst>
              <a:path w="9144003" h="1799589">
                <a:moveTo>
                  <a:pt x="0" y="0"/>
                </a:moveTo>
                <a:lnTo>
                  <a:pt x="9144003" y="0"/>
                </a:lnTo>
                <a:lnTo>
                  <a:pt x="9144003" y="1799589"/>
                </a:lnTo>
                <a:lnTo>
                  <a:pt x="0" y="1799589"/>
                </a:lnTo>
                <a:close/>
              </a:path>
            </a:pathLst>
          </a:custGeom>
          <a:solidFill>
            <a:schemeClr val="tx2">
              <a:lumMod val="10000"/>
              <a:lumOff val="90000"/>
            </a:schemeClr>
          </a:solidFill>
          <a:ln>
            <a:noFill/>
          </a:ln>
        </p:spPr>
        <p:txBody>
          <a:bodyPr wrap="square" bIns="457200" anchor="b">
            <a:noAutofit/>
          </a:bodyPr>
          <a:lstStyle>
            <a:lvl1pPr algn="ctr" rtl="0">
              <a:buNone/>
              <a:defRPr sz="700">
                <a:solidFill>
                  <a:schemeClr val="tx1">
                    <a:lumMod val="50000"/>
                    <a:lumOff val="50000"/>
                  </a:schemeClr>
                </a:solidFill>
              </a:defRPr>
            </a:lvl1pPr>
          </a:lstStyle>
          <a:p>
            <a:r>
              <a:rPr lang="en-US" dirty="0"/>
              <a:t>Image Holder</a:t>
            </a:r>
          </a:p>
        </p:txBody>
      </p:sp>
      <p:sp>
        <p:nvSpPr>
          <p:cNvPr id="14" name="Picture Placeholder 13"/>
          <p:cNvSpPr>
            <a:spLocks noGrp="1"/>
          </p:cNvSpPr>
          <p:nvPr>
            <p:ph type="pic" sz="quarter" idx="37" hasCustomPrompt="1"/>
          </p:nvPr>
        </p:nvSpPr>
        <p:spPr>
          <a:xfrm>
            <a:off x="-3" y="3310017"/>
            <a:ext cx="4492417" cy="1442719"/>
          </a:xfrm>
          <a:custGeom>
            <a:avLst/>
            <a:gdLst>
              <a:gd name="connsiteX0" fmla="*/ 0 w 9144003"/>
              <a:gd name="connsiteY0" fmla="*/ 0 h 1799589"/>
              <a:gd name="connsiteX1" fmla="*/ 9144003 w 9144003"/>
              <a:gd name="connsiteY1" fmla="*/ 0 h 1799589"/>
              <a:gd name="connsiteX2" fmla="*/ 9144003 w 9144003"/>
              <a:gd name="connsiteY2" fmla="*/ 1799589 h 1799589"/>
              <a:gd name="connsiteX3" fmla="*/ 0 w 9144003"/>
              <a:gd name="connsiteY3" fmla="*/ 1799589 h 1799589"/>
            </a:gdLst>
            <a:ahLst/>
            <a:cxnLst>
              <a:cxn ang="0">
                <a:pos x="connsiteX0" y="connsiteY0"/>
              </a:cxn>
              <a:cxn ang="0">
                <a:pos x="connsiteX1" y="connsiteY1"/>
              </a:cxn>
              <a:cxn ang="0">
                <a:pos x="connsiteX2" y="connsiteY2"/>
              </a:cxn>
              <a:cxn ang="0">
                <a:pos x="connsiteX3" y="connsiteY3"/>
              </a:cxn>
            </a:cxnLst>
            <a:rect l="l" t="t" r="r" b="b"/>
            <a:pathLst>
              <a:path w="9144003" h="1799589">
                <a:moveTo>
                  <a:pt x="0" y="0"/>
                </a:moveTo>
                <a:lnTo>
                  <a:pt x="9144003" y="0"/>
                </a:lnTo>
                <a:lnTo>
                  <a:pt x="9144003" y="1799589"/>
                </a:lnTo>
                <a:lnTo>
                  <a:pt x="0" y="1799589"/>
                </a:lnTo>
                <a:close/>
              </a:path>
            </a:pathLst>
          </a:custGeom>
          <a:solidFill>
            <a:schemeClr val="tx2">
              <a:lumMod val="10000"/>
              <a:lumOff val="90000"/>
            </a:schemeClr>
          </a:solidFill>
          <a:ln>
            <a:noFill/>
          </a:ln>
        </p:spPr>
        <p:txBody>
          <a:bodyPr wrap="square" bIns="457200" anchor="b">
            <a:noAutofit/>
          </a:bodyPr>
          <a:lstStyle>
            <a:lvl1pPr algn="ctr" rtl="0">
              <a:buNone/>
              <a:defRPr sz="700">
                <a:solidFill>
                  <a:schemeClr val="tx1">
                    <a:lumMod val="50000"/>
                    <a:lumOff val="50000"/>
                  </a:schemeClr>
                </a:solidFill>
              </a:defRPr>
            </a:lvl1pPr>
          </a:lstStyle>
          <a:p>
            <a:r>
              <a:rPr lang="en-US" dirty="0"/>
              <a:t>Image Holder</a:t>
            </a:r>
          </a:p>
        </p:txBody>
      </p:sp>
      <p:sp>
        <p:nvSpPr>
          <p:cNvPr id="15" name="Picture Placeholder 14"/>
          <p:cNvSpPr>
            <a:spLocks noGrp="1"/>
          </p:cNvSpPr>
          <p:nvPr>
            <p:ph type="pic" sz="quarter" idx="38" hasCustomPrompt="1"/>
          </p:nvPr>
        </p:nvSpPr>
        <p:spPr>
          <a:xfrm>
            <a:off x="4651583" y="314961"/>
            <a:ext cx="4492417" cy="1442719"/>
          </a:xfrm>
          <a:custGeom>
            <a:avLst/>
            <a:gdLst>
              <a:gd name="connsiteX0" fmla="*/ 0 w 9144003"/>
              <a:gd name="connsiteY0" fmla="*/ 0 h 1799589"/>
              <a:gd name="connsiteX1" fmla="*/ 9144003 w 9144003"/>
              <a:gd name="connsiteY1" fmla="*/ 0 h 1799589"/>
              <a:gd name="connsiteX2" fmla="*/ 9144003 w 9144003"/>
              <a:gd name="connsiteY2" fmla="*/ 1799589 h 1799589"/>
              <a:gd name="connsiteX3" fmla="*/ 0 w 9144003"/>
              <a:gd name="connsiteY3" fmla="*/ 1799589 h 1799589"/>
            </a:gdLst>
            <a:ahLst/>
            <a:cxnLst>
              <a:cxn ang="0">
                <a:pos x="connsiteX0" y="connsiteY0"/>
              </a:cxn>
              <a:cxn ang="0">
                <a:pos x="connsiteX1" y="connsiteY1"/>
              </a:cxn>
              <a:cxn ang="0">
                <a:pos x="connsiteX2" y="connsiteY2"/>
              </a:cxn>
              <a:cxn ang="0">
                <a:pos x="connsiteX3" y="connsiteY3"/>
              </a:cxn>
            </a:cxnLst>
            <a:rect l="l" t="t" r="r" b="b"/>
            <a:pathLst>
              <a:path w="9144003" h="1799589">
                <a:moveTo>
                  <a:pt x="0" y="0"/>
                </a:moveTo>
                <a:lnTo>
                  <a:pt x="9144003" y="0"/>
                </a:lnTo>
                <a:lnTo>
                  <a:pt x="9144003" y="1799589"/>
                </a:lnTo>
                <a:lnTo>
                  <a:pt x="0" y="1799589"/>
                </a:lnTo>
                <a:close/>
              </a:path>
            </a:pathLst>
          </a:custGeom>
          <a:solidFill>
            <a:schemeClr val="tx2">
              <a:lumMod val="10000"/>
              <a:lumOff val="90000"/>
            </a:schemeClr>
          </a:solidFill>
          <a:ln>
            <a:noFill/>
          </a:ln>
        </p:spPr>
        <p:txBody>
          <a:bodyPr wrap="square" bIns="457200" anchor="b">
            <a:noAutofit/>
          </a:bodyPr>
          <a:lstStyle>
            <a:lvl1pPr algn="ctr" rtl="0">
              <a:buNone/>
              <a:defRPr sz="700">
                <a:solidFill>
                  <a:schemeClr val="tx1">
                    <a:lumMod val="50000"/>
                    <a:lumOff val="50000"/>
                  </a:schemeClr>
                </a:solidFill>
              </a:defRPr>
            </a:lvl1pPr>
          </a:lstStyle>
          <a:p>
            <a:r>
              <a:rPr lang="en-US" dirty="0"/>
              <a:t>Image Holder</a:t>
            </a:r>
          </a:p>
        </p:txBody>
      </p:sp>
      <p:sp>
        <p:nvSpPr>
          <p:cNvPr id="16" name="Picture Placeholder 15"/>
          <p:cNvSpPr>
            <a:spLocks noGrp="1"/>
          </p:cNvSpPr>
          <p:nvPr>
            <p:ph type="pic" sz="quarter" idx="39" hasCustomPrompt="1"/>
          </p:nvPr>
        </p:nvSpPr>
        <p:spPr>
          <a:xfrm>
            <a:off x="4651583" y="1812489"/>
            <a:ext cx="4492417" cy="1442719"/>
          </a:xfrm>
          <a:custGeom>
            <a:avLst/>
            <a:gdLst>
              <a:gd name="connsiteX0" fmla="*/ 0 w 9144003"/>
              <a:gd name="connsiteY0" fmla="*/ 0 h 1799589"/>
              <a:gd name="connsiteX1" fmla="*/ 9144003 w 9144003"/>
              <a:gd name="connsiteY1" fmla="*/ 0 h 1799589"/>
              <a:gd name="connsiteX2" fmla="*/ 9144003 w 9144003"/>
              <a:gd name="connsiteY2" fmla="*/ 1799589 h 1799589"/>
              <a:gd name="connsiteX3" fmla="*/ 0 w 9144003"/>
              <a:gd name="connsiteY3" fmla="*/ 1799589 h 1799589"/>
            </a:gdLst>
            <a:ahLst/>
            <a:cxnLst>
              <a:cxn ang="0">
                <a:pos x="connsiteX0" y="connsiteY0"/>
              </a:cxn>
              <a:cxn ang="0">
                <a:pos x="connsiteX1" y="connsiteY1"/>
              </a:cxn>
              <a:cxn ang="0">
                <a:pos x="connsiteX2" y="connsiteY2"/>
              </a:cxn>
              <a:cxn ang="0">
                <a:pos x="connsiteX3" y="connsiteY3"/>
              </a:cxn>
            </a:cxnLst>
            <a:rect l="l" t="t" r="r" b="b"/>
            <a:pathLst>
              <a:path w="9144003" h="1799589">
                <a:moveTo>
                  <a:pt x="0" y="0"/>
                </a:moveTo>
                <a:lnTo>
                  <a:pt x="9144003" y="0"/>
                </a:lnTo>
                <a:lnTo>
                  <a:pt x="9144003" y="1799589"/>
                </a:lnTo>
                <a:lnTo>
                  <a:pt x="0" y="1799589"/>
                </a:lnTo>
                <a:close/>
              </a:path>
            </a:pathLst>
          </a:custGeom>
          <a:solidFill>
            <a:schemeClr val="tx2">
              <a:lumMod val="10000"/>
              <a:lumOff val="90000"/>
            </a:schemeClr>
          </a:solidFill>
          <a:ln>
            <a:noFill/>
          </a:ln>
        </p:spPr>
        <p:txBody>
          <a:bodyPr wrap="square" bIns="457200" anchor="b">
            <a:noAutofit/>
          </a:bodyPr>
          <a:lstStyle>
            <a:lvl1pPr algn="ctr" rtl="0">
              <a:buNone/>
              <a:defRPr sz="700">
                <a:solidFill>
                  <a:schemeClr val="tx1">
                    <a:lumMod val="50000"/>
                    <a:lumOff val="50000"/>
                  </a:schemeClr>
                </a:solidFill>
              </a:defRPr>
            </a:lvl1pPr>
          </a:lstStyle>
          <a:p>
            <a:r>
              <a:rPr lang="en-US" dirty="0"/>
              <a:t>Image Holder</a:t>
            </a:r>
          </a:p>
        </p:txBody>
      </p:sp>
      <p:sp>
        <p:nvSpPr>
          <p:cNvPr id="17" name="Picture Placeholder 16"/>
          <p:cNvSpPr>
            <a:spLocks noGrp="1"/>
          </p:cNvSpPr>
          <p:nvPr>
            <p:ph type="pic" sz="quarter" idx="40" hasCustomPrompt="1"/>
          </p:nvPr>
        </p:nvSpPr>
        <p:spPr>
          <a:xfrm>
            <a:off x="4651583" y="3310017"/>
            <a:ext cx="4492417" cy="1442719"/>
          </a:xfrm>
          <a:custGeom>
            <a:avLst/>
            <a:gdLst>
              <a:gd name="connsiteX0" fmla="*/ 0 w 9144003"/>
              <a:gd name="connsiteY0" fmla="*/ 0 h 1799589"/>
              <a:gd name="connsiteX1" fmla="*/ 9144003 w 9144003"/>
              <a:gd name="connsiteY1" fmla="*/ 0 h 1799589"/>
              <a:gd name="connsiteX2" fmla="*/ 9144003 w 9144003"/>
              <a:gd name="connsiteY2" fmla="*/ 1799589 h 1799589"/>
              <a:gd name="connsiteX3" fmla="*/ 0 w 9144003"/>
              <a:gd name="connsiteY3" fmla="*/ 1799589 h 1799589"/>
            </a:gdLst>
            <a:ahLst/>
            <a:cxnLst>
              <a:cxn ang="0">
                <a:pos x="connsiteX0" y="connsiteY0"/>
              </a:cxn>
              <a:cxn ang="0">
                <a:pos x="connsiteX1" y="connsiteY1"/>
              </a:cxn>
              <a:cxn ang="0">
                <a:pos x="connsiteX2" y="connsiteY2"/>
              </a:cxn>
              <a:cxn ang="0">
                <a:pos x="connsiteX3" y="connsiteY3"/>
              </a:cxn>
            </a:cxnLst>
            <a:rect l="l" t="t" r="r" b="b"/>
            <a:pathLst>
              <a:path w="9144003" h="1799589">
                <a:moveTo>
                  <a:pt x="0" y="0"/>
                </a:moveTo>
                <a:lnTo>
                  <a:pt x="9144003" y="0"/>
                </a:lnTo>
                <a:lnTo>
                  <a:pt x="9144003" y="1799589"/>
                </a:lnTo>
                <a:lnTo>
                  <a:pt x="0" y="1799589"/>
                </a:lnTo>
                <a:close/>
              </a:path>
            </a:pathLst>
          </a:custGeom>
          <a:solidFill>
            <a:schemeClr val="tx2">
              <a:lumMod val="10000"/>
              <a:lumOff val="90000"/>
            </a:schemeClr>
          </a:solidFill>
          <a:ln>
            <a:noFill/>
          </a:ln>
        </p:spPr>
        <p:txBody>
          <a:bodyPr wrap="square" bIns="457200" anchor="b">
            <a:noAutofit/>
          </a:bodyPr>
          <a:lstStyle>
            <a:lvl1pPr algn="ctr" rtl="0">
              <a:buNone/>
              <a:defRPr sz="700">
                <a:solidFill>
                  <a:schemeClr val="tx1">
                    <a:lumMod val="50000"/>
                    <a:lumOff val="50000"/>
                  </a:schemeClr>
                </a:solidFill>
              </a:defRPr>
            </a:lvl1pPr>
          </a:lstStyle>
          <a:p>
            <a:r>
              <a:rPr lang="en-US" dirty="0"/>
              <a:t>Image Holder</a:t>
            </a:r>
          </a:p>
        </p:txBody>
      </p:sp>
    </p:spTree>
    <p:extLst>
      <p:ext uri="{BB962C8B-B14F-4D97-AF65-F5344CB8AC3E}">
        <p14:creationId xmlns:p14="http://schemas.microsoft.com/office/powerpoint/2010/main" val="2478550921"/>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M155">
    <p:spTree>
      <p:nvGrpSpPr>
        <p:cNvPr id="1" name=""/>
        <p:cNvGrpSpPr/>
        <p:nvPr/>
      </p:nvGrpSpPr>
      <p:grpSpPr>
        <a:xfrm>
          <a:off x="0" y="0"/>
          <a:ext cx="0" cy="0"/>
          <a:chOff x="0" y="0"/>
          <a:chExt cx="0" cy="0"/>
        </a:xfrm>
      </p:grpSpPr>
      <p:sp>
        <p:nvSpPr>
          <p:cNvPr id="56" name="Picture Placeholder 55"/>
          <p:cNvSpPr>
            <a:spLocks noGrp="1"/>
          </p:cNvSpPr>
          <p:nvPr userDrawn="1">
            <p:ph type="pic" sz="quarter" idx="41" hasCustomPrompt="1"/>
          </p:nvPr>
        </p:nvSpPr>
        <p:spPr>
          <a:xfrm>
            <a:off x="6902258" y="325121"/>
            <a:ext cx="2241742" cy="2177525"/>
          </a:xfrm>
          <a:custGeom>
            <a:avLst/>
            <a:gdLst>
              <a:gd name="connsiteX0" fmla="*/ 0 w 2241742"/>
              <a:gd name="connsiteY0" fmla="*/ 0 h 2177525"/>
              <a:gd name="connsiteX1" fmla="*/ 2241742 w 2241742"/>
              <a:gd name="connsiteY1" fmla="*/ 0 h 2177525"/>
              <a:gd name="connsiteX2" fmla="*/ 2241742 w 2241742"/>
              <a:gd name="connsiteY2" fmla="*/ 2177525 h 2177525"/>
              <a:gd name="connsiteX3" fmla="*/ 0 w 2241742"/>
              <a:gd name="connsiteY3" fmla="*/ 2177525 h 2177525"/>
            </a:gdLst>
            <a:ahLst/>
            <a:cxnLst>
              <a:cxn ang="0">
                <a:pos x="connsiteX0" y="connsiteY0"/>
              </a:cxn>
              <a:cxn ang="0">
                <a:pos x="connsiteX1" y="connsiteY1"/>
              </a:cxn>
              <a:cxn ang="0">
                <a:pos x="connsiteX2" y="connsiteY2"/>
              </a:cxn>
              <a:cxn ang="0">
                <a:pos x="connsiteX3" y="connsiteY3"/>
              </a:cxn>
            </a:cxnLst>
            <a:rect l="l" t="t" r="r" b="b"/>
            <a:pathLst>
              <a:path w="2241742" h="2177525">
                <a:moveTo>
                  <a:pt x="0" y="0"/>
                </a:moveTo>
                <a:lnTo>
                  <a:pt x="2241742" y="0"/>
                </a:lnTo>
                <a:lnTo>
                  <a:pt x="2241742" y="2177525"/>
                </a:lnTo>
                <a:lnTo>
                  <a:pt x="0" y="2177525"/>
                </a:lnTo>
                <a:close/>
              </a:path>
            </a:pathLst>
          </a:custGeom>
          <a:solidFill>
            <a:schemeClr val="tx2">
              <a:lumMod val="10000"/>
              <a:lumOff val="90000"/>
            </a:schemeClr>
          </a:solidFill>
          <a:ln>
            <a:noFill/>
          </a:ln>
        </p:spPr>
        <p:txBody>
          <a:bodyPr wrap="square" bIns="457200" anchor="b">
            <a:noAutofit/>
          </a:bodyPr>
          <a:lstStyle>
            <a:lvl1pPr algn="ctr" rtl="0">
              <a:buNone/>
              <a:defRPr sz="700">
                <a:solidFill>
                  <a:schemeClr val="tx1">
                    <a:lumMod val="50000"/>
                    <a:lumOff val="50000"/>
                  </a:schemeClr>
                </a:solidFill>
              </a:defRPr>
            </a:lvl1pPr>
          </a:lstStyle>
          <a:p>
            <a:r>
              <a:rPr lang="en-US" dirty="0"/>
              <a:t>Image Holder</a:t>
            </a:r>
          </a:p>
        </p:txBody>
      </p:sp>
      <p:sp>
        <p:nvSpPr>
          <p:cNvPr id="55" name="Picture Placeholder 54"/>
          <p:cNvSpPr>
            <a:spLocks noGrp="1"/>
          </p:cNvSpPr>
          <p:nvPr>
            <p:ph type="pic" sz="quarter" idx="42" hasCustomPrompt="1"/>
          </p:nvPr>
        </p:nvSpPr>
        <p:spPr>
          <a:xfrm>
            <a:off x="4601504" y="325121"/>
            <a:ext cx="2241742" cy="2177525"/>
          </a:xfrm>
          <a:custGeom>
            <a:avLst/>
            <a:gdLst>
              <a:gd name="connsiteX0" fmla="*/ 0 w 2241742"/>
              <a:gd name="connsiteY0" fmla="*/ 0 h 2177525"/>
              <a:gd name="connsiteX1" fmla="*/ 2241742 w 2241742"/>
              <a:gd name="connsiteY1" fmla="*/ 0 h 2177525"/>
              <a:gd name="connsiteX2" fmla="*/ 2241742 w 2241742"/>
              <a:gd name="connsiteY2" fmla="*/ 2177525 h 2177525"/>
              <a:gd name="connsiteX3" fmla="*/ 0 w 2241742"/>
              <a:gd name="connsiteY3" fmla="*/ 2177525 h 2177525"/>
            </a:gdLst>
            <a:ahLst/>
            <a:cxnLst>
              <a:cxn ang="0">
                <a:pos x="connsiteX0" y="connsiteY0"/>
              </a:cxn>
              <a:cxn ang="0">
                <a:pos x="connsiteX1" y="connsiteY1"/>
              </a:cxn>
              <a:cxn ang="0">
                <a:pos x="connsiteX2" y="connsiteY2"/>
              </a:cxn>
              <a:cxn ang="0">
                <a:pos x="connsiteX3" y="connsiteY3"/>
              </a:cxn>
            </a:cxnLst>
            <a:rect l="l" t="t" r="r" b="b"/>
            <a:pathLst>
              <a:path w="2241742" h="2177525">
                <a:moveTo>
                  <a:pt x="0" y="0"/>
                </a:moveTo>
                <a:lnTo>
                  <a:pt x="2241742" y="0"/>
                </a:lnTo>
                <a:lnTo>
                  <a:pt x="2241742" y="2177525"/>
                </a:lnTo>
                <a:lnTo>
                  <a:pt x="0" y="2177525"/>
                </a:lnTo>
                <a:close/>
              </a:path>
            </a:pathLst>
          </a:custGeom>
          <a:solidFill>
            <a:schemeClr val="tx2">
              <a:lumMod val="10000"/>
              <a:lumOff val="90000"/>
            </a:schemeClr>
          </a:solidFill>
          <a:ln>
            <a:noFill/>
          </a:ln>
        </p:spPr>
        <p:txBody>
          <a:bodyPr wrap="square" bIns="457200" anchor="b">
            <a:noAutofit/>
          </a:bodyPr>
          <a:lstStyle>
            <a:lvl1pPr algn="ctr" rtl="0">
              <a:buNone/>
              <a:defRPr sz="700">
                <a:solidFill>
                  <a:schemeClr val="tx1">
                    <a:lumMod val="50000"/>
                    <a:lumOff val="50000"/>
                  </a:schemeClr>
                </a:solidFill>
              </a:defRPr>
            </a:lvl1pPr>
          </a:lstStyle>
          <a:p>
            <a:r>
              <a:rPr lang="en-US" dirty="0"/>
              <a:t>Image Holder</a:t>
            </a:r>
          </a:p>
        </p:txBody>
      </p:sp>
      <p:sp>
        <p:nvSpPr>
          <p:cNvPr id="49" name="Picture Placeholder 48"/>
          <p:cNvSpPr>
            <a:spLocks noGrp="1"/>
          </p:cNvSpPr>
          <p:nvPr>
            <p:ph type="pic" sz="quarter" idx="43" hasCustomPrompt="1"/>
          </p:nvPr>
        </p:nvSpPr>
        <p:spPr>
          <a:xfrm>
            <a:off x="2300751" y="325121"/>
            <a:ext cx="2241742" cy="2177525"/>
          </a:xfrm>
          <a:custGeom>
            <a:avLst/>
            <a:gdLst>
              <a:gd name="connsiteX0" fmla="*/ 0 w 2241742"/>
              <a:gd name="connsiteY0" fmla="*/ 0 h 2177525"/>
              <a:gd name="connsiteX1" fmla="*/ 2241742 w 2241742"/>
              <a:gd name="connsiteY1" fmla="*/ 0 h 2177525"/>
              <a:gd name="connsiteX2" fmla="*/ 2241742 w 2241742"/>
              <a:gd name="connsiteY2" fmla="*/ 2177525 h 2177525"/>
              <a:gd name="connsiteX3" fmla="*/ 0 w 2241742"/>
              <a:gd name="connsiteY3" fmla="*/ 2177525 h 2177525"/>
            </a:gdLst>
            <a:ahLst/>
            <a:cxnLst>
              <a:cxn ang="0">
                <a:pos x="connsiteX0" y="connsiteY0"/>
              </a:cxn>
              <a:cxn ang="0">
                <a:pos x="connsiteX1" y="connsiteY1"/>
              </a:cxn>
              <a:cxn ang="0">
                <a:pos x="connsiteX2" y="connsiteY2"/>
              </a:cxn>
              <a:cxn ang="0">
                <a:pos x="connsiteX3" y="connsiteY3"/>
              </a:cxn>
            </a:cxnLst>
            <a:rect l="l" t="t" r="r" b="b"/>
            <a:pathLst>
              <a:path w="2241742" h="2177525">
                <a:moveTo>
                  <a:pt x="0" y="0"/>
                </a:moveTo>
                <a:lnTo>
                  <a:pt x="2241742" y="0"/>
                </a:lnTo>
                <a:lnTo>
                  <a:pt x="2241742" y="2177525"/>
                </a:lnTo>
                <a:lnTo>
                  <a:pt x="0" y="2177525"/>
                </a:lnTo>
                <a:close/>
              </a:path>
            </a:pathLst>
          </a:custGeom>
          <a:solidFill>
            <a:schemeClr val="tx2">
              <a:lumMod val="10000"/>
              <a:lumOff val="90000"/>
            </a:schemeClr>
          </a:solidFill>
          <a:ln>
            <a:noFill/>
          </a:ln>
        </p:spPr>
        <p:txBody>
          <a:bodyPr wrap="square" bIns="457200" anchor="b">
            <a:noAutofit/>
          </a:bodyPr>
          <a:lstStyle>
            <a:lvl1pPr algn="ctr" rtl="0">
              <a:buNone/>
              <a:defRPr sz="700">
                <a:solidFill>
                  <a:schemeClr val="tx1">
                    <a:lumMod val="50000"/>
                    <a:lumOff val="50000"/>
                  </a:schemeClr>
                </a:solidFill>
              </a:defRPr>
            </a:lvl1pPr>
          </a:lstStyle>
          <a:p>
            <a:r>
              <a:rPr lang="en-US" dirty="0"/>
              <a:t>Image Holder</a:t>
            </a:r>
          </a:p>
        </p:txBody>
      </p:sp>
      <p:sp>
        <p:nvSpPr>
          <p:cNvPr id="48" name="Picture Placeholder 47"/>
          <p:cNvSpPr>
            <a:spLocks noGrp="1"/>
          </p:cNvSpPr>
          <p:nvPr>
            <p:ph type="pic" sz="quarter" idx="44" hasCustomPrompt="1"/>
          </p:nvPr>
        </p:nvSpPr>
        <p:spPr>
          <a:xfrm>
            <a:off x="-3" y="325121"/>
            <a:ext cx="2241742" cy="2177525"/>
          </a:xfrm>
          <a:custGeom>
            <a:avLst/>
            <a:gdLst>
              <a:gd name="connsiteX0" fmla="*/ 0 w 2241742"/>
              <a:gd name="connsiteY0" fmla="*/ 0 h 2177525"/>
              <a:gd name="connsiteX1" fmla="*/ 2241742 w 2241742"/>
              <a:gd name="connsiteY1" fmla="*/ 0 h 2177525"/>
              <a:gd name="connsiteX2" fmla="*/ 2241742 w 2241742"/>
              <a:gd name="connsiteY2" fmla="*/ 2177525 h 2177525"/>
              <a:gd name="connsiteX3" fmla="*/ 0 w 2241742"/>
              <a:gd name="connsiteY3" fmla="*/ 2177525 h 2177525"/>
            </a:gdLst>
            <a:ahLst/>
            <a:cxnLst>
              <a:cxn ang="0">
                <a:pos x="connsiteX0" y="connsiteY0"/>
              </a:cxn>
              <a:cxn ang="0">
                <a:pos x="connsiteX1" y="connsiteY1"/>
              </a:cxn>
              <a:cxn ang="0">
                <a:pos x="connsiteX2" y="connsiteY2"/>
              </a:cxn>
              <a:cxn ang="0">
                <a:pos x="connsiteX3" y="connsiteY3"/>
              </a:cxn>
            </a:cxnLst>
            <a:rect l="l" t="t" r="r" b="b"/>
            <a:pathLst>
              <a:path w="2241742" h="2177525">
                <a:moveTo>
                  <a:pt x="0" y="0"/>
                </a:moveTo>
                <a:lnTo>
                  <a:pt x="2241742" y="0"/>
                </a:lnTo>
                <a:lnTo>
                  <a:pt x="2241742" y="2177525"/>
                </a:lnTo>
                <a:lnTo>
                  <a:pt x="0" y="2177525"/>
                </a:lnTo>
                <a:close/>
              </a:path>
            </a:pathLst>
          </a:custGeom>
          <a:solidFill>
            <a:schemeClr val="tx2">
              <a:lumMod val="10000"/>
              <a:lumOff val="90000"/>
            </a:schemeClr>
          </a:solidFill>
          <a:ln>
            <a:noFill/>
          </a:ln>
        </p:spPr>
        <p:txBody>
          <a:bodyPr wrap="square" bIns="457200" anchor="b">
            <a:noAutofit/>
          </a:bodyPr>
          <a:lstStyle>
            <a:lvl1pPr algn="ctr" rtl="0">
              <a:buNone/>
              <a:defRPr sz="700">
                <a:solidFill>
                  <a:schemeClr val="tx1">
                    <a:lumMod val="50000"/>
                    <a:lumOff val="50000"/>
                  </a:schemeClr>
                </a:solidFill>
              </a:defRPr>
            </a:lvl1pPr>
          </a:lstStyle>
          <a:p>
            <a:r>
              <a:rPr lang="en-US" dirty="0"/>
              <a:t>Image Holder</a:t>
            </a:r>
          </a:p>
        </p:txBody>
      </p:sp>
      <p:sp>
        <p:nvSpPr>
          <p:cNvPr id="58" name="Picture Placeholder 57"/>
          <p:cNvSpPr>
            <a:spLocks noGrp="1"/>
          </p:cNvSpPr>
          <p:nvPr>
            <p:ph type="pic" sz="quarter" idx="45" hasCustomPrompt="1"/>
          </p:nvPr>
        </p:nvSpPr>
        <p:spPr>
          <a:xfrm>
            <a:off x="6902258" y="2585371"/>
            <a:ext cx="2241742" cy="2177525"/>
          </a:xfrm>
          <a:custGeom>
            <a:avLst/>
            <a:gdLst>
              <a:gd name="connsiteX0" fmla="*/ 0 w 2241742"/>
              <a:gd name="connsiteY0" fmla="*/ 0 h 2177525"/>
              <a:gd name="connsiteX1" fmla="*/ 2241742 w 2241742"/>
              <a:gd name="connsiteY1" fmla="*/ 0 h 2177525"/>
              <a:gd name="connsiteX2" fmla="*/ 2241742 w 2241742"/>
              <a:gd name="connsiteY2" fmla="*/ 2177525 h 2177525"/>
              <a:gd name="connsiteX3" fmla="*/ 0 w 2241742"/>
              <a:gd name="connsiteY3" fmla="*/ 2177525 h 2177525"/>
            </a:gdLst>
            <a:ahLst/>
            <a:cxnLst>
              <a:cxn ang="0">
                <a:pos x="connsiteX0" y="connsiteY0"/>
              </a:cxn>
              <a:cxn ang="0">
                <a:pos x="connsiteX1" y="connsiteY1"/>
              </a:cxn>
              <a:cxn ang="0">
                <a:pos x="connsiteX2" y="connsiteY2"/>
              </a:cxn>
              <a:cxn ang="0">
                <a:pos x="connsiteX3" y="connsiteY3"/>
              </a:cxn>
            </a:cxnLst>
            <a:rect l="l" t="t" r="r" b="b"/>
            <a:pathLst>
              <a:path w="2241742" h="2177525">
                <a:moveTo>
                  <a:pt x="0" y="0"/>
                </a:moveTo>
                <a:lnTo>
                  <a:pt x="2241742" y="0"/>
                </a:lnTo>
                <a:lnTo>
                  <a:pt x="2241742" y="2177525"/>
                </a:lnTo>
                <a:lnTo>
                  <a:pt x="0" y="2177525"/>
                </a:lnTo>
                <a:close/>
              </a:path>
            </a:pathLst>
          </a:custGeom>
          <a:solidFill>
            <a:schemeClr val="tx2">
              <a:lumMod val="10000"/>
              <a:lumOff val="90000"/>
            </a:schemeClr>
          </a:solidFill>
          <a:ln>
            <a:noFill/>
          </a:ln>
        </p:spPr>
        <p:txBody>
          <a:bodyPr wrap="square" bIns="457200" anchor="b">
            <a:noAutofit/>
          </a:bodyPr>
          <a:lstStyle>
            <a:lvl1pPr algn="ctr" rtl="0">
              <a:buNone/>
              <a:defRPr sz="700">
                <a:solidFill>
                  <a:schemeClr val="tx1">
                    <a:lumMod val="50000"/>
                    <a:lumOff val="50000"/>
                  </a:schemeClr>
                </a:solidFill>
              </a:defRPr>
            </a:lvl1pPr>
          </a:lstStyle>
          <a:p>
            <a:r>
              <a:rPr lang="en-US" dirty="0"/>
              <a:t>Image Holder</a:t>
            </a:r>
          </a:p>
        </p:txBody>
      </p:sp>
      <p:sp>
        <p:nvSpPr>
          <p:cNvPr id="57" name="Picture Placeholder 56"/>
          <p:cNvSpPr>
            <a:spLocks noGrp="1"/>
          </p:cNvSpPr>
          <p:nvPr>
            <p:ph type="pic" sz="quarter" idx="46" hasCustomPrompt="1"/>
          </p:nvPr>
        </p:nvSpPr>
        <p:spPr>
          <a:xfrm>
            <a:off x="4601504" y="2585371"/>
            <a:ext cx="2241742" cy="2177525"/>
          </a:xfrm>
          <a:custGeom>
            <a:avLst/>
            <a:gdLst>
              <a:gd name="connsiteX0" fmla="*/ 0 w 2241742"/>
              <a:gd name="connsiteY0" fmla="*/ 0 h 2177525"/>
              <a:gd name="connsiteX1" fmla="*/ 2241742 w 2241742"/>
              <a:gd name="connsiteY1" fmla="*/ 0 h 2177525"/>
              <a:gd name="connsiteX2" fmla="*/ 2241742 w 2241742"/>
              <a:gd name="connsiteY2" fmla="*/ 2177525 h 2177525"/>
              <a:gd name="connsiteX3" fmla="*/ 0 w 2241742"/>
              <a:gd name="connsiteY3" fmla="*/ 2177525 h 2177525"/>
            </a:gdLst>
            <a:ahLst/>
            <a:cxnLst>
              <a:cxn ang="0">
                <a:pos x="connsiteX0" y="connsiteY0"/>
              </a:cxn>
              <a:cxn ang="0">
                <a:pos x="connsiteX1" y="connsiteY1"/>
              </a:cxn>
              <a:cxn ang="0">
                <a:pos x="connsiteX2" y="connsiteY2"/>
              </a:cxn>
              <a:cxn ang="0">
                <a:pos x="connsiteX3" y="connsiteY3"/>
              </a:cxn>
            </a:cxnLst>
            <a:rect l="l" t="t" r="r" b="b"/>
            <a:pathLst>
              <a:path w="2241742" h="2177525">
                <a:moveTo>
                  <a:pt x="0" y="0"/>
                </a:moveTo>
                <a:lnTo>
                  <a:pt x="2241742" y="0"/>
                </a:lnTo>
                <a:lnTo>
                  <a:pt x="2241742" y="2177525"/>
                </a:lnTo>
                <a:lnTo>
                  <a:pt x="0" y="2177525"/>
                </a:lnTo>
                <a:close/>
              </a:path>
            </a:pathLst>
          </a:custGeom>
          <a:solidFill>
            <a:schemeClr val="tx2">
              <a:lumMod val="10000"/>
              <a:lumOff val="90000"/>
            </a:schemeClr>
          </a:solidFill>
          <a:ln>
            <a:noFill/>
          </a:ln>
        </p:spPr>
        <p:txBody>
          <a:bodyPr wrap="square" bIns="457200" anchor="b">
            <a:noAutofit/>
          </a:bodyPr>
          <a:lstStyle>
            <a:lvl1pPr algn="ctr" rtl="0">
              <a:buNone/>
              <a:defRPr sz="700">
                <a:solidFill>
                  <a:schemeClr val="tx1">
                    <a:lumMod val="50000"/>
                    <a:lumOff val="50000"/>
                  </a:schemeClr>
                </a:solidFill>
              </a:defRPr>
            </a:lvl1pPr>
          </a:lstStyle>
          <a:p>
            <a:r>
              <a:rPr lang="en-US" dirty="0"/>
              <a:t>Image Holder</a:t>
            </a:r>
          </a:p>
        </p:txBody>
      </p:sp>
      <p:sp>
        <p:nvSpPr>
          <p:cNvPr id="51" name="Picture Placeholder 50"/>
          <p:cNvSpPr>
            <a:spLocks noGrp="1"/>
          </p:cNvSpPr>
          <p:nvPr>
            <p:ph type="pic" sz="quarter" idx="47" hasCustomPrompt="1"/>
          </p:nvPr>
        </p:nvSpPr>
        <p:spPr>
          <a:xfrm>
            <a:off x="2300751" y="2585371"/>
            <a:ext cx="2241742" cy="2177525"/>
          </a:xfrm>
          <a:custGeom>
            <a:avLst/>
            <a:gdLst>
              <a:gd name="connsiteX0" fmla="*/ 0 w 2241742"/>
              <a:gd name="connsiteY0" fmla="*/ 0 h 2177525"/>
              <a:gd name="connsiteX1" fmla="*/ 2241742 w 2241742"/>
              <a:gd name="connsiteY1" fmla="*/ 0 h 2177525"/>
              <a:gd name="connsiteX2" fmla="*/ 2241742 w 2241742"/>
              <a:gd name="connsiteY2" fmla="*/ 2177525 h 2177525"/>
              <a:gd name="connsiteX3" fmla="*/ 0 w 2241742"/>
              <a:gd name="connsiteY3" fmla="*/ 2177525 h 2177525"/>
            </a:gdLst>
            <a:ahLst/>
            <a:cxnLst>
              <a:cxn ang="0">
                <a:pos x="connsiteX0" y="connsiteY0"/>
              </a:cxn>
              <a:cxn ang="0">
                <a:pos x="connsiteX1" y="connsiteY1"/>
              </a:cxn>
              <a:cxn ang="0">
                <a:pos x="connsiteX2" y="connsiteY2"/>
              </a:cxn>
              <a:cxn ang="0">
                <a:pos x="connsiteX3" y="connsiteY3"/>
              </a:cxn>
            </a:cxnLst>
            <a:rect l="l" t="t" r="r" b="b"/>
            <a:pathLst>
              <a:path w="2241742" h="2177525">
                <a:moveTo>
                  <a:pt x="0" y="0"/>
                </a:moveTo>
                <a:lnTo>
                  <a:pt x="2241742" y="0"/>
                </a:lnTo>
                <a:lnTo>
                  <a:pt x="2241742" y="2177525"/>
                </a:lnTo>
                <a:lnTo>
                  <a:pt x="0" y="2177525"/>
                </a:lnTo>
                <a:close/>
              </a:path>
            </a:pathLst>
          </a:custGeom>
          <a:solidFill>
            <a:schemeClr val="tx2">
              <a:lumMod val="10000"/>
              <a:lumOff val="90000"/>
            </a:schemeClr>
          </a:solidFill>
          <a:ln>
            <a:noFill/>
          </a:ln>
        </p:spPr>
        <p:txBody>
          <a:bodyPr wrap="square" bIns="457200" anchor="b">
            <a:noAutofit/>
          </a:bodyPr>
          <a:lstStyle>
            <a:lvl1pPr algn="ctr" rtl="0">
              <a:buNone/>
              <a:defRPr sz="700">
                <a:solidFill>
                  <a:schemeClr val="tx1">
                    <a:lumMod val="50000"/>
                    <a:lumOff val="50000"/>
                  </a:schemeClr>
                </a:solidFill>
              </a:defRPr>
            </a:lvl1pPr>
          </a:lstStyle>
          <a:p>
            <a:r>
              <a:rPr lang="en-US" dirty="0"/>
              <a:t>Image Holder</a:t>
            </a:r>
          </a:p>
        </p:txBody>
      </p:sp>
      <p:sp>
        <p:nvSpPr>
          <p:cNvPr id="50" name="Picture Placeholder 49"/>
          <p:cNvSpPr>
            <a:spLocks noGrp="1"/>
          </p:cNvSpPr>
          <p:nvPr>
            <p:ph type="pic" sz="quarter" idx="48" hasCustomPrompt="1"/>
          </p:nvPr>
        </p:nvSpPr>
        <p:spPr>
          <a:xfrm>
            <a:off x="-3" y="2585371"/>
            <a:ext cx="2241742" cy="2177525"/>
          </a:xfrm>
          <a:custGeom>
            <a:avLst/>
            <a:gdLst>
              <a:gd name="connsiteX0" fmla="*/ 0 w 2241742"/>
              <a:gd name="connsiteY0" fmla="*/ 0 h 2177525"/>
              <a:gd name="connsiteX1" fmla="*/ 2241742 w 2241742"/>
              <a:gd name="connsiteY1" fmla="*/ 0 h 2177525"/>
              <a:gd name="connsiteX2" fmla="*/ 2241742 w 2241742"/>
              <a:gd name="connsiteY2" fmla="*/ 2177525 h 2177525"/>
              <a:gd name="connsiteX3" fmla="*/ 0 w 2241742"/>
              <a:gd name="connsiteY3" fmla="*/ 2177525 h 2177525"/>
            </a:gdLst>
            <a:ahLst/>
            <a:cxnLst>
              <a:cxn ang="0">
                <a:pos x="connsiteX0" y="connsiteY0"/>
              </a:cxn>
              <a:cxn ang="0">
                <a:pos x="connsiteX1" y="connsiteY1"/>
              </a:cxn>
              <a:cxn ang="0">
                <a:pos x="connsiteX2" y="connsiteY2"/>
              </a:cxn>
              <a:cxn ang="0">
                <a:pos x="connsiteX3" y="connsiteY3"/>
              </a:cxn>
            </a:cxnLst>
            <a:rect l="l" t="t" r="r" b="b"/>
            <a:pathLst>
              <a:path w="2241742" h="2177525">
                <a:moveTo>
                  <a:pt x="0" y="0"/>
                </a:moveTo>
                <a:lnTo>
                  <a:pt x="2241742" y="0"/>
                </a:lnTo>
                <a:lnTo>
                  <a:pt x="2241742" y="2177525"/>
                </a:lnTo>
                <a:lnTo>
                  <a:pt x="0" y="2177525"/>
                </a:lnTo>
                <a:close/>
              </a:path>
            </a:pathLst>
          </a:custGeom>
          <a:solidFill>
            <a:schemeClr val="tx2">
              <a:lumMod val="10000"/>
              <a:lumOff val="90000"/>
            </a:schemeClr>
          </a:solidFill>
          <a:ln>
            <a:noFill/>
          </a:ln>
        </p:spPr>
        <p:txBody>
          <a:bodyPr wrap="square" bIns="457200" anchor="b">
            <a:noAutofit/>
          </a:bodyPr>
          <a:lstStyle>
            <a:lvl1pPr algn="ctr" rtl="0">
              <a:buNone/>
              <a:defRPr sz="700">
                <a:solidFill>
                  <a:schemeClr val="tx1">
                    <a:lumMod val="50000"/>
                    <a:lumOff val="50000"/>
                  </a:schemeClr>
                </a:solidFill>
              </a:defRPr>
            </a:lvl1pPr>
          </a:lstStyle>
          <a:p>
            <a:r>
              <a:rPr lang="en-US" dirty="0"/>
              <a:t>Image Holder</a:t>
            </a:r>
          </a:p>
        </p:txBody>
      </p:sp>
    </p:spTree>
    <p:extLst>
      <p:ext uri="{BB962C8B-B14F-4D97-AF65-F5344CB8AC3E}">
        <p14:creationId xmlns:p14="http://schemas.microsoft.com/office/powerpoint/2010/main" val="3401316052"/>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M156">
    <p:spTree>
      <p:nvGrpSpPr>
        <p:cNvPr id="1" name=""/>
        <p:cNvGrpSpPr/>
        <p:nvPr/>
      </p:nvGrpSpPr>
      <p:grpSpPr>
        <a:xfrm>
          <a:off x="0" y="0"/>
          <a:ext cx="0" cy="0"/>
          <a:chOff x="0" y="0"/>
          <a:chExt cx="0" cy="0"/>
        </a:xfrm>
      </p:grpSpPr>
      <p:sp>
        <p:nvSpPr>
          <p:cNvPr id="12" name="Picture Placeholder 11"/>
          <p:cNvSpPr>
            <a:spLocks noGrp="1"/>
          </p:cNvSpPr>
          <p:nvPr>
            <p:ph type="pic" sz="quarter" idx="35" hasCustomPrompt="1"/>
          </p:nvPr>
        </p:nvSpPr>
        <p:spPr>
          <a:xfrm>
            <a:off x="-3" y="314961"/>
            <a:ext cx="2971803" cy="1442719"/>
          </a:xfrm>
          <a:custGeom>
            <a:avLst/>
            <a:gdLst>
              <a:gd name="connsiteX0" fmla="*/ 0 w 9144003"/>
              <a:gd name="connsiteY0" fmla="*/ 0 h 1799589"/>
              <a:gd name="connsiteX1" fmla="*/ 9144003 w 9144003"/>
              <a:gd name="connsiteY1" fmla="*/ 0 h 1799589"/>
              <a:gd name="connsiteX2" fmla="*/ 9144003 w 9144003"/>
              <a:gd name="connsiteY2" fmla="*/ 1799589 h 1799589"/>
              <a:gd name="connsiteX3" fmla="*/ 0 w 9144003"/>
              <a:gd name="connsiteY3" fmla="*/ 1799589 h 1799589"/>
            </a:gdLst>
            <a:ahLst/>
            <a:cxnLst>
              <a:cxn ang="0">
                <a:pos x="connsiteX0" y="connsiteY0"/>
              </a:cxn>
              <a:cxn ang="0">
                <a:pos x="connsiteX1" y="connsiteY1"/>
              </a:cxn>
              <a:cxn ang="0">
                <a:pos x="connsiteX2" y="connsiteY2"/>
              </a:cxn>
              <a:cxn ang="0">
                <a:pos x="connsiteX3" y="connsiteY3"/>
              </a:cxn>
            </a:cxnLst>
            <a:rect l="l" t="t" r="r" b="b"/>
            <a:pathLst>
              <a:path w="9144003" h="1799589">
                <a:moveTo>
                  <a:pt x="0" y="0"/>
                </a:moveTo>
                <a:lnTo>
                  <a:pt x="9144003" y="0"/>
                </a:lnTo>
                <a:lnTo>
                  <a:pt x="9144003" y="1799589"/>
                </a:lnTo>
                <a:lnTo>
                  <a:pt x="0" y="1799589"/>
                </a:lnTo>
                <a:close/>
              </a:path>
            </a:pathLst>
          </a:custGeom>
          <a:solidFill>
            <a:schemeClr val="tx2">
              <a:lumMod val="10000"/>
              <a:lumOff val="90000"/>
            </a:schemeClr>
          </a:solidFill>
          <a:ln>
            <a:noFill/>
          </a:ln>
        </p:spPr>
        <p:txBody>
          <a:bodyPr wrap="square" bIns="457200" anchor="b">
            <a:noAutofit/>
          </a:bodyPr>
          <a:lstStyle>
            <a:lvl1pPr algn="ctr" rtl="0">
              <a:buNone/>
              <a:defRPr sz="700">
                <a:solidFill>
                  <a:schemeClr val="tx1">
                    <a:lumMod val="50000"/>
                    <a:lumOff val="50000"/>
                  </a:schemeClr>
                </a:solidFill>
              </a:defRPr>
            </a:lvl1pPr>
          </a:lstStyle>
          <a:p>
            <a:r>
              <a:rPr lang="en-US" dirty="0"/>
              <a:t>Image Holder</a:t>
            </a:r>
          </a:p>
        </p:txBody>
      </p:sp>
      <p:sp>
        <p:nvSpPr>
          <p:cNvPr id="13" name="Picture Placeholder 12"/>
          <p:cNvSpPr>
            <a:spLocks noGrp="1"/>
          </p:cNvSpPr>
          <p:nvPr>
            <p:ph type="pic" sz="quarter" idx="36" hasCustomPrompt="1"/>
          </p:nvPr>
        </p:nvSpPr>
        <p:spPr>
          <a:xfrm>
            <a:off x="-3" y="1812489"/>
            <a:ext cx="2971803" cy="1442719"/>
          </a:xfrm>
          <a:custGeom>
            <a:avLst/>
            <a:gdLst>
              <a:gd name="connsiteX0" fmla="*/ 0 w 9144003"/>
              <a:gd name="connsiteY0" fmla="*/ 0 h 1799589"/>
              <a:gd name="connsiteX1" fmla="*/ 9144003 w 9144003"/>
              <a:gd name="connsiteY1" fmla="*/ 0 h 1799589"/>
              <a:gd name="connsiteX2" fmla="*/ 9144003 w 9144003"/>
              <a:gd name="connsiteY2" fmla="*/ 1799589 h 1799589"/>
              <a:gd name="connsiteX3" fmla="*/ 0 w 9144003"/>
              <a:gd name="connsiteY3" fmla="*/ 1799589 h 1799589"/>
            </a:gdLst>
            <a:ahLst/>
            <a:cxnLst>
              <a:cxn ang="0">
                <a:pos x="connsiteX0" y="connsiteY0"/>
              </a:cxn>
              <a:cxn ang="0">
                <a:pos x="connsiteX1" y="connsiteY1"/>
              </a:cxn>
              <a:cxn ang="0">
                <a:pos x="connsiteX2" y="connsiteY2"/>
              </a:cxn>
              <a:cxn ang="0">
                <a:pos x="connsiteX3" y="connsiteY3"/>
              </a:cxn>
            </a:cxnLst>
            <a:rect l="l" t="t" r="r" b="b"/>
            <a:pathLst>
              <a:path w="9144003" h="1799589">
                <a:moveTo>
                  <a:pt x="0" y="0"/>
                </a:moveTo>
                <a:lnTo>
                  <a:pt x="9144003" y="0"/>
                </a:lnTo>
                <a:lnTo>
                  <a:pt x="9144003" y="1799589"/>
                </a:lnTo>
                <a:lnTo>
                  <a:pt x="0" y="1799589"/>
                </a:lnTo>
                <a:close/>
              </a:path>
            </a:pathLst>
          </a:custGeom>
          <a:solidFill>
            <a:schemeClr val="tx2">
              <a:lumMod val="10000"/>
              <a:lumOff val="90000"/>
            </a:schemeClr>
          </a:solidFill>
          <a:ln>
            <a:noFill/>
          </a:ln>
        </p:spPr>
        <p:txBody>
          <a:bodyPr wrap="square" bIns="457200" anchor="b">
            <a:noAutofit/>
          </a:bodyPr>
          <a:lstStyle>
            <a:lvl1pPr algn="ctr" rtl="0">
              <a:buNone/>
              <a:defRPr sz="700">
                <a:solidFill>
                  <a:schemeClr val="tx1">
                    <a:lumMod val="50000"/>
                    <a:lumOff val="50000"/>
                  </a:schemeClr>
                </a:solidFill>
              </a:defRPr>
            </a:lvl1pPr>
          </a:lstStyle>
          <a:p>
            <a:r>
              <a:rPr lang="en-US" dirty="0"/>
              <a:t>Image Holder</a:t>
            </a:r>
          </a:p>
        </p:txBody>
      </p:sp>
      <p:sp>
        <p:nvSpPr>
          <p:cNvPr id="14" name="Picture Placeholder 13"/>
          <p:cNvSpPr>
            <a:spLocks noGrp="1"/>
          </p:cNvSpPr>
          <p:nvPr>
            <p:ph type="pic" sz="quarter" idx="37" hasCustomPrompt="1"/>
          </p:nvPr>
        </p:nvSpPr>
        <p:spPr>
          <a:xfrm>
            <a:off x="-3" y="3310017"/>
            <a:ext cx="2971803" cy="1442719"/>
          </a:xfrm>
          <a:custGeom>
            <a:avLst/>
            <a:gdLst>
              <a:gd name="connsiteX0" fmla="*/ 0 w 9144003"/>
              <a:gd name="connsiteY0" fmla="*/ 0 h 1799589"/>
              <a:gd name="connsiteX1" fmla="*/ 9144003 w 9144003"/>
              <a:gd name="connsiteY1" fmla="*/ 0 h 1799589"/>
              <a:gd name="connsiteX2" fmla="*/ 9144003 w 9144003"/>
              <a:gd name="connsiteY2" fmla="*/ 1799589 h 1799589"/>
              <a:gd name="connsiteX3" fmla="*/ 0 w 9144003"/>
              <a:gd name="connsiteY3" fmla="*/ 1799589 h 1799589"/>
            </a:gdLst>
            <a:ahLst/>
            <a:cxnLst>
              <a:cxn ang="0">
                <a:pos x="connsiteX0" y="connsiteY0"/>
              </a:cxn>
              <a:cxn ang="0">
                <a:pos x="connsiteX1" y="connsiteY1"/>
              </a:cxn>
              <a:cxn ang="0">
                <a:pos x="connsiteX2" y="connsiteY2"/>
              </a:cxn>
              <a:cxn ang="0">
                <a:pos x="connsiteX3" y="connsiteY3"/>
              </a:cxn>
            </a:cxnLst>
            <a:rect l="l" t="t" r="r" b="b"/>
            <a:pathLst>
              <a:path w="9144003" h="1799589">
                <a:moveTo>
                  <a:pt x="0" y="0"/>
                </a:moveTo>
                <a:lnTo>
                  <a:pt x="9144003" y="0"/>
                </a:lnTo>
                <a:lnTo>
                  <a:pt x="9144003" y="1799589"/>
                </a:lnTo>
                <a:lnTo>
                  <a:pt x="0" y="1799589"/>
                </a:lnTo>
                <a:close/>
              </a:path>
            </a:pathLst>
          </a:custGeom>
          <a:solidFill>
            <a:schemeClr val="tx2">
              <a:lumMod val="10000"/>
              <a:lumOff val="90000"/>
            </a:schemeClr>
          </a:solidFill>
          <a:ln>
            <a:noFill/>
          </a:ln>
        </p:spPr>
        <p:txBody>
          <a:bodyPr wrap="square" bIns="457200" anchor="b">
            <a:noAutofit/>
          </a:bodyPr>
          <a:lstStyle>
            <a:lvl1pPr algn="ctr" rtl="0">
              <a:buNone/>
              <a:defRPr sz="700">
                <a:solidFill>
                  <a:schemeClr val="tx1">
                    <a:lumMod val="50000"/>
                    <a:lumOff val="50000"/>
                  </a:schemeClr>
                </a:solidFill>
              </a:defRPr>
            </a:lvl1pPr>
          </a:lstStyle>
          <a:p>
            <a:r>
              <a:rPr lang="en-US" dirty="0"/>
              <a:t>Image Holder</a:t>
            </a:r>
          </a:p>
        </p:txBody>
      </p:sp>
      <p:sp>
        <p:nvSpPr>
          <p:cNvPr id="8" name="Picture Placeholder 7"/>
          <p:cNvSpPr>
            <a:spLocks noGrp="1"/>
          </p:cNvSpPr>
          <p:nvPr>
            <p:ph type="pic" sz="quarter" idx="38" hasCustomPrompt="1"/>
          </p:nvPr>
        </p:nvSpPr>
        <p:spPr>
          <a:xfrm>
            <a:off x="3086097" y="314961"/>
            <a:ext cx="2971803" cy="1442719"/>
          </a:xfrm>
          <a:custGeom>
            <a:avLst/>
            <a:gdLst>
              <a:gd name="connsiteX0" fmla="*/ 0 w 9144003"/>
              <a:gd name="connsiteY0" fmla="*/ 0 h 1799589"/>
              <a:gd name="connsiteX1" fmla="*/ 9144003 w 9144003"/>
              <a:gd name="connsiteY1" fmla="*/ 0 h 1799589"/>
              <a:gd name="connsiteX2" fmla="*/ 9144003 w 9144003"/>
              <a:gd name="connsiteY2" fmla="*/ 1799589 h 1799589"/>
              <a:gd name="connsiteX3" fmla="*/ 0 w 9144003"/>
              <a:gd name="connsiteY3" fmla="*/ 1799589 h 1799589"/>
            </a:gdLst>
            <a:ahLst/>
            <a:cxnLst>
              <a:cxn ang="0">
                <a:pos x="connsiteX0" y="connsiteY0"/>
              </a:cxn>
              <a:cxn ang="0">
                <a:pos x="connsiteX1" y="connsiteY1"/>
              </a:cxn>
              <a:cxn ang="0">
                <a:pos x="connsiteX2" y="connsiteY2"/>
              </a:cxn>
              <a:cxn ang="0">
                <a:pos x="connsiteX3" y="connsiteY3"/>
              </a:cxn>
            </a:cxnLst>
            <a:rect l="l" t="t" r="r" b="b"/>
            <a:pathLst>
              <a:path w="9144003" h="1799589">
                <a:moveTo>
                  <a:pt x="0" y="0"/>
                </a:moveTo>
                <a:lnTo>
                  <a:pt x="9144003" y="0"/>
                </a:lnTo>
                <a:lnTo>
                  <a:pt x="9144003" y="1799589"/>
                </a:lnTo>
                <a:lnTo>
                  <a:pt x="0" y="1799589"/>
                </a:lnTo>
                <a:close/>
              </a:path>
            </a:pathLst>
          </a:custGeom>
          <a:solidFill>
            <a:schemeClr val="tx2">
              <a:lumMod val="10000"/>
              <a:lumOff val="90000"/>
            </a:schemeClr>
          </a:solidFill>
          <a:ln>
            <a:noFill/>
          </a:ln>
        </p:spPr>
        <p:txBody>
          <a:bodyPr wrap="square" bIns="457200" anchor="b">
            <a:noAutofit/>
          </a:bodyPr>
          <a:lstStyle>
            <a:lvl1pPr algn="ctr" rtl="0">
              <a:buNone/>
              <a:defRPr sz="700">
                <a:solidFill>
                  <a:schemeClr val="tx1">
                    <a:lumMod val="50000"/>
                    <a:lumOff val="50000"/>
                  </a:schemeClr>
                </a:solidFill>
              </a:defRPr>
            </a:lvl1pPr>
          </a:lstStyle>
          <a:p>
            <a:r>
              <a:rPr lang="en-US" dirty="0"/>
              <a:t>Image Holder</a:t>
            </a:r>
          </a:p>
        </p:txBody>
      </p:sp>
      <p:sp>
        <p:nvSpPr>
          <p:cNvPr id="9" name="Picture Placeholder 8"/>
          <p:cNvSpPr>
            <a:spLocks noGrp="1"/>
          </p:cNvSpPr>
          <p:nvPr>
            <p:ph type="pic" sz="quarter" idx="39" hasCustomPrompt="1"/>
          </p:nvPr>
        </p:nvSpPr>
        <p:spPr>
          <a:xfrm>
            <a:off x="3086097" y="1812489"/>
            <a:ext cx="2971803" cy="1442719"/>
          </a:xfrm>
          <a:custGeom>
            <a:avLst/>
            <a:gdLst>
              <a:gd name="connsiteX0" fmla="*/ 0 w 9144003"/>
              <a:gd name="connsiteY0" fmla="*/ 0 h 1799589"/>
              <a:gd name="connsiteX1" fmla="*/ 9144003 w 9144003"/>
              <a:gd name="connsiteY1" fmla="*/ 0 h 1799589"/>
              <a:gd name="connsiteX2" fmla="*/ 9144003 w 9144003"/>
              <a:gd name="connsiteY2" fmla="*/ 1799589 h 1799589"/>
              <a:gd name="connsiteX3" fmla="*/ 0 w 9144003"/>
              <a:gd name="connsiteY3" fmla="*/ 1799589 h 1799589"/>
            </a:gdLst>
            <a:ahLst/>
            <a:cxnLst>
              <a:cxn ang="0">
                <a:pos x="connsiteX0" y="connsiteY0"/>
              </a:cxn>
              <a:cxn ang="0">
                <a:pos x="connsiteX1" y="connsiteY1"/>
              </a:cxn>
              <a:cxn ang="0">
                <a:pos x="connsiteX2" y="connsiteY2"/>
              </a:cxn>
              <a:cxn ang="0">
                <a:pos x="connsiteX3" y="connsiteY3"/>
              </a:cxn>
            </a:cxnLst>
            <a:rect l="l" t="t" r="r" b="b"/>
            <a:pathLst>
              <a:path w="9144003" h="1799589">
                <a:moveTo>
                  <a:pt x="0" y="0"/>
                </a:moveTo>
                <a:lnTo>
                  <a:pt x="9144003" y="0"/>
                </a:lnTo>
                <a:lnTo>
                  <a:pt x="9144003" y="1799589"/>
                </a:lnTo>
                <a:lnTo>
                  <a:pt x="0" y="1799589"/>
                </a:lnTo>
                <a:close/>
              </a:path>
            </a:pathLst>
          </a:custGeom>
          <a:solidFill>
            <a:schemeClr val="tx2">
              <a:lumMod val="10000"/>
              <a:lumOff val="90000"/>
            </a:schemeClr>
          </a:solidFill>
          <a:ln>
            <a:noFill/>
          </a:ln>
        </p:spPr>
        <p:txBody>
          <a:bodyPr wrap="square" bIns="457200" anchor="b">
            <a:noAutofit/>
          </a:bodyPr>
          <a:lstStyle>
            <a:lvl1pPr algn="ctr" rtl="0">
              <a:buNone/>
              <a:defRPr sz="700">
                <a:solidFill>
                  <a:schemeClr val="tx1">
                    <a:lumMod val="50000"/>
                    <a:lumOff val="50000"/>
                  </a:schemeClr>
                </a:solidFill>
              </a:defRPr>
            </a:lvl1pPr>
          </a:lstStyle>
          <a:p>
            <a:r>
              <a:rPr lang="en-US" dirty="0"/>
              <a:t>Image Holder</a:t>
            </a:r>
          </a:p>
        </p:txBody>
      </p:sp>
      <p:sp>
        <p:nvSpPr>
          <p:cNvPr id="10" name="Picture Placeholder 9"/>
          <p:cNvSpPr>
            <a:spLocks noGrp="1"/>
          </p:cNvSpPr>
          <p:nvPr>
            <p:ph type="pic" sz="quarter" idx="40" hasCustomPrompt="1"/>
          </p:nvPr>
        </p:nvSpPr>
        <p:spPr>
          <a:xfrm>
            <a:off x="3086097" y="3310017"/>
            <a:ext cx="2971803" cy="1442719"/>
          </a:xfrm>
          <a:custGeom>
            <a:avLst/>
            <a:gdLst>
              <a:gd name="connsiteX0" fmla="*/ 0 w 9144003"/>
              <a:gd name="connsiteY0" fmla="*/ 0 h 1799589"/>
              <a:gd name="connsiteX1" fmla="*/ 9144003 w 9144003"/>
              <a:gd name="connsiteY1" fmla="*/ 0 h 1799589"/>
              <a:gd name="connsiteX2" fmla="*/ 9144003 w 9144003"/>
              <a:gd name="connsiteY2" fmla="*/ 1799589 h 1799589"/>
              <a:gd name="connsiteX3" fmla="*/ 0 w 9144003"/>
              <a:gd name="connsiteY3" fmla="*/ 1799589 h 1799589"/>
            </a:gdLst>
            <a:ahLst/>
            <a:cxnLst>
              <a:cxn ang="0">
                <a:pos x="connsiteX0" y="connsiteY0"/>
              </a:cxn>
              <a:cxn ang="0">
                <a:pos x="connsiteX1" y="connsiteY1"/>
              </a:cxn>
              <a:cxn ang="0">
                <a:pos x="connsiteX2" y="connsiteY2"/>
              </a:cxn>
              <a:cxn ang="0">
                <a:pos x="connsiteX3" y="connsiteY3"/>
              </a:cxn>
            </a:cxnLst>
            <a:rect l="l" t="t" r="r" b="b"/>
            <a:pathLst>
              <a:path w="9144003" h="1799589">
                <a:moveTo>
                  <a:pt x="0" y="0"/>
                </a:moveTo>
                <a:lnTo>
                  <a:pt x="9144003" y="0"/>
                </a:lnTo>
                <a:lnTo>
                  <a:pt x="9144003" y="1799589"/>
                </a:lnTo>
                <a:lnTo>
                  <a:pt x="0" y="1799589"/>
                </a:lnTo>
                <a:close/>
              </a:path>
            </a:pathLst>
          </a:custGeom>
          <a:solidFill>
            <a:schemeClr val="tx2">
              <a:lumMod val="10000"/>
              <a:lumOff val="90000"/>
            </a:schemeClr>
          </a:solidFill>
          <a:ln>
            <a:noFill/>
          </a:ln>
        </p:spPr>
        <p:txBody>
          <a:bodyPr wrap="square" bIns="457200" anchor="b">
            <a:noAutofit/>
          </a:bodyPr>
          <a:lstStyle>
            <a:lvl1pPr algn="ctr" rtl="0">
              <a:buNone/>
              <a:defRPr sz="700">
                <a:solidFill>
                  <a:schemeClr val="tx1">
                    <a:lumMod val="50000"/>
                    <a:lumOff val="50000"/>
                  </a:schemeClr>
                </a:solidFill>
              </a:defRPr>
            </a:lvl1pPr>
          </a:lstStyle>
          <a:p>
            <a:r>
              <a:rPr lang="en-US" dirty="0"/>
              <a:t>Image Holder</a:t>
            </a:r>
          </a:p>
        </p:txBody>
      </p:sp>
      <p:sp>
        <p:nvSpPr>
          <p:cNvPr id="11" name="Picture Placeholder 10"/>
          <p:cNvSpPr>
            <a:spLocks noGrp="1"/>
          </p:cNvSpPr>
          <p:nvPr>
            <p:ph type="pic" sz="quarter" idx="41" hasCustomPrompt="1"/>
          </p:nvPr>
        </p:nvSpPr>
        <p:spPr>
          <a:xfrm>
            <a:off x="6172197" y="314961"/>
            <a:ext cx="2971803" cy="1442719"/>
          </a:xfrm>
          <a:custGeom>
            <a:avLst/>
            <a:gdLst>
              <a:gd name="connsiteX0" fmla="*/ 0 w 9144003"/>
              <a:gd name="connsiteY0" fmla="*/ 0 h 1799589"/>
              <a:gd name="connsiteX1" fmla="*/ 9144003 w 9144003"/>
              <a:gd name="connsiteY1" fmla="*/ 0 h 1799589"/>
              <a:gd name="connsiteX2" fmla="*/ 9144003 w 9144003"/>
              <a:gd name="connsiteY2" fmla="*/ 1799589 h 1799589"/>
              <a:gd name="connsiteX3" fmla="*/ 0 w 9144003"/>
              <a:gd name="connsiteY3" fmla="*/ 1799589 h 1799589"/>
            </a:gdLst>
            <a:ahLst/>
            <a:cxnLst>
              <a:cxn ang="0">
                <a:pos x="connsiteX0" y="connsiteY0"/>
              </a:cxn>
              <a:cxn ang="0">
                <a:pos x="connsiteX1" y="connsiteY1"/>
              </a:cxn>
              <a:cxn ang="0">
                <a:pos x="connsiteX2" y="connsiteY2"/>
              </a:cxn>
              <a:cxn ang="0">
                <a:pos x="connsiteX3" y="connsiteY3"/>
              </a:cxn>
            </a:cxnLst>
            <a:rect l="l" t="t" r="r" b="b"/>
            <a:pathLst>
              <a:path w="9144003" h="1799589">
                <a:moveTo>
                  <a:pt x="0" y="0"/>
                </a:moveTo>
                <a:lnTo>
                  <a:pt x="9144003" y="0"/>
                </a:lnTo>
                <a:lnTo>
                  <a:pt x="9144003" y="1799589"/>
                </a:lnTo>
                <a:lnTo>
                  <a:pt x="0" y="1799589"/>
                </a:lnTo>
                <a:close/>
              </a:path>
            </a:pathLst>
          </a:custGeom>
          <a:solidFill>
            <a:schemeClr val="tx2">
              <a:lumMod val="10000"/>
              <a:lumOff val="90000"/>
            </a:schemeClr>
          </a:solidFill>
          <a:ln>
            <a:noFill/>
          </a:ln>
        </p:spPr>
        <p:txBody>
          <a:bodyPr wrap="square" bIns="457200" anchor="b">
            <a:noAutofit/>
          </a:bodyPr>
          <a:lstStyle>
            <a:lvl1pPr algn="ctr" rtl="0">
              <a:buNone/>
              <a:defRPr sz="700">
                <a:solidFill>
                  <a:schemeClr val="tx1">
                    <a:lumMod val="50000"/>
                    <a:lumOff val="50000"/>
                  </a:schemeClr>
                </a:solidFill>
              </a:defRPr>
            </a:lvl1pPr>
          </a:lstStyle>
          <a:p>
            <a:r>
              <a:rPr lang="en-US" dirty="0"/>
              <a:t>Image Holder</a:t>
            </a:r>
          </a:p>
        </p:txBody>
      </p:sp>
      <p:sp>
        <p:nvSpPr>
          <p:cNvPr id="18" name="Picture Placeholder 17"/>
          <p:cNvSpPr>
            <a:spLocks noGrp="1"/>
          </p:cNvSpPr>
          <p:nvPr>
            <p:ph type="pic" sz="quarter" idx="42" hasCustomPrompt="1"/>
          </p:nvPr>
        </p:nvSpPr>
        <p:spPr>
          <a:xfrm>
            <a:off x="6172197" y="1812489"/>
            <a:ext cx="2971803" cy="1442719"/>
          </a:xfrm>
          <a:custGeom>
            <a:avLst/>
            <a:gdLst>
              <a:gd name="connsiteX0" fmla="*/ 0 w 9144003"/>
              <a:gd name="connsiteY0" fmla="*/ 0 h 1799589"/>
              <a:gd name="connsiteX1" fmla="*/ 9144003 w 9144003"/>
              <a:gd name="connsiteY1" fmla="*/ 0 h 1799589"/>
              <a:gd name="connsiteX2" fmla="*/ 9144003 w 9144003"/>
              <a:gd name="connsiteY2" fmla="*/ 1799589 h 1799589"/>
              <a:gd name="connsiteX3" fmla="*/ 0 w 9144003"/>
              <a:gd name="connsiteY3" fmla="*/ 1799589 h 1799589"/>
            </a:gdLst>
            <a:ahLst/>
            <a:cxnLst>
              <a:cxn ang="0">
                <a:pos x="connsiteX0" y="connsiteY0"/>
              </a:cxn>
              <a:cxn ang="0">
                <a:pos x="connsiteX1" y="connsiteY1"/>
              </a:cxn>
              <a:cxn ang="0">
                <a:pos x="connsiteX2" y="connsiteY2"/>
              </a:cxn>
              <a:cxn ang="0">
                <a:pos x="connsiteX3" y="connsiteY3"/>
              </a:cxn>
            </a:cxnLst>
            <a:rect l="l" t="t" r="r" b="b"/>
            <a:pathLst>
              <a:path w="9144003" h="1799589">
                <a:moveTo>
                  <a:pt x="0" y="0"/>
                </a:moveTo>
                <a:lnTo>
                  <a:pt x="9144003" y="0"/>
                </a:lnTo>
                <a:lnTo>
                  <a:pt x="9144003" y="1799589"/>
                </a:lnTo>
                <a:lnTo>
                  <a:pt x="0" y="1799589"/>
                </a:lnTo>
                <a:close/>
              </a:path>
            </a:pathLst>
          </a:custGeom>
          <a:solidFill>
            <a:schemeClr val="tx2">
              <a:lumMod val="10000"/>
              <a:lumOff val="90000"/>
            </a:schemeClr>
          </a:solidFill>
          <a:ln>
            <a:noFill/>
          </a:ln>
        </p:spPr>
        <p:txBody>
          <a:bodyPr wrap="square" bIns="457200" anchor="b">
            <a:noAutofit/>
          </a:bodyPr>
          <a:lstStyle>
            <a:lvl1pPr algn="ctr" rtl="0">
              <a:buNone/>
              <a:defRPr sz="700">
                <a:solidFill>
                  <a:schemeClr val="tx1">
                    <a:lumMod val="50000"/>
                    <a:lumOff val="50000"/>
                  </a:schemeClr>
                </a:solidFill>
              </a:defRPr>
            </a:lvl1pPr>
          </a:lstStyle>
          <a:p>
            <a:r>
              <a:rPr lang="en-US" dirty="0"/>
              <a:t>Image Holder</a:t>
            </a:r>
          </a:p>
        </p:txBody>
      </p:sp>
      <p:sp>
        <p:nvSpPr>
          <p:cNvPr id="19" name="Picture Placeholder 18"/>
          <p:cNvSpPr>
            <a:spLocks noGrp="1"/>
          </p:cNvSpPr>
          <p:nvPr>
            <p:ph type="pic" sz="quarter" idx="43" hasCustomPrompt="1"/>
          </p:nvPr>
        </p:nvSpPr>
        <p:spPr>
          <a:xfrm>
            <a:off x="6172197" y="3310017"/>
            <a:ext cx="2971803" cy="1442719"/>
          </a:xfrm>
          <a:custGeom>
            <a:avLst/>
            <a:gdLst>
              <a:gd name="connsiteX0" fmla="*/ 0 w 9144003"/>
              <a:gd name="connsiteY0" fmla="*/ 0 h 1799589"/>
              <a:gd name="connsiteX1" fmla="*/ 9144003 w 9144003"/>
              <a:gd name="connsiteY1" fmla="*/ 0 h 1799589"/>
              <a:gd name="connsiteX2" fmla="*/ 9144003 w 9144003"/>
              <a:gd name="connsiteY2" fmla="*/ 1799589 h 1799589"/>
              <a:gd name="connsiteX3" fmla="*/ 0 w 9144003"/>
              <a:gd name="connsiteY3" fmla="*/ 1799589 h 1799589"/>
            </a:gdLst>
            <a:ahLst/>
            <a:cxnLst>
              <a:cxn ang="0">
                <a:pos x="connsiteX0" y="connsiteY0"/>
              </a:cxn>
              <a:cxn ang="0">
                <a:pos x="connsiteX1" y="connsiteY1"/>
              </a:cxn>
              <a:cxn ang="0">
                <a:pos x="connsiteX2" y="connsiteY2"/>
              </a:cxn>
              <a:cxn ang="0">
                <a:pos x="connsiteX3" y="connsiteY3"/>
              </a:cxn>
            </a:cxnLst>
            <a:rect l="l" t="t" r="r" b="b"/>
            <a:pathLst>
              <a:path w="9144003" h="1799589">
                <a:moveTo>
                  <a:pt x="0" y="0"/>
                </a:moveTo>
                <a:lnTo>
                  <a:pt x="9144003" y="0"/>
                </a:lnTo>
                <a:lnTo>
                  <a:pt x="9144003" y="1799589"/>
                </a:lnTo>
                <a:lnTo>
                  <a:pt x="0" y="1799589"/>
                </a:lnTo>
                <a:close/>
              </a:path>
            </a:pathLst>
          </a:custGeom>
          <a:solidFill>
            <a:schemeClr val="tx2">
              <a:lumMod val="10000"/>
              <a:lumOff val="90000"/>
            </a:schemeClr>
          </a:solidFill>
          <a:ln>
            <a:noFill/>
          </a:ln>
        </p:spPr>
        <p:txBody>
          <a:bodyPr wrap="square" bIns="457200" anchor="b">
            <a:noAutofit/>
          </a:bodyPr>
          <a:lstStyle>
            <a:lvl1pPr algn="ctr" rtl="0">
              <a:buNone/>
              <a:defRPr sz="700">
                <a:solidFill>
                  <a:schemeClr val="tx1">
                    <a:lumMod val="50000"/>
                    <a:lumOff val="50000"/>
                  </a:schemeClr>
                </a:solidFill>
              </a:defRPr>
            </a:lvl1pPr>
          </a:lstStyle>
          <a:p>
            <a:r>
              <a:rPr lang="en-US" dirty="0"/>
              <a:t>Image Holder</a:t>
            </a:r>
          </a:p>
        </p:txBody>
      </p:sp>
    </p:spTree>
    <p:extLst>
      <p:ext uri="{BB962C8B-B14F-4D97-AF65-F5344CB8AC3E}">
        <p14:creationId xmlns:p14="http://schemas.microsoft.com/office/powerpoint/2010/main" val="1262786016"/>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userDrawn="1">
  <p:cSld name="3_Image Layouts">
    <p:spTree>
      <p:nvGrpSpPr>
        <p:cNvPr id="1" name=""/>
        <p:cNvGrpSpPr/>
        <p:nvPr/>
      </p:nvGrpSpPr>
      <p:grpSpPr>
        <a:xfrm>
          <a:off x="0" y="0"/>
          <a:ext cx="0" cy="0"/>
          <a:chOff x="0" y="0"/>
          <a:chExt cx="0" cy="0"/>
        </a:xfrm>
      </p:grpSpPr>
      <p:sp>
        <p:nvSpPr>
          <p:cNvPr id="27" name="Picture Placeholder 7"/>
          <p:cNvSpPr>
            <a:spLocks noGrp="1"/>
          </p:cNvSpPr>
          <p:nvPr>
            <p:ph type="pic" sz="quarter" idx="10" hasCustomPrompt="1"/>
          </p:nvPr>
        </p:nvSpPr>
        <p:spPr>
          <a:xfrm>
            <a:off x="0" y="0"/>
            <a:ext cx="9144000" cy="5143500"/>
          </a:xfrm>
          <a:prstGeom prst="rect">
            <a:avLst/>
          </a:prstGeom>
          <a:solidFill>
            <a:schemeClr val="tx2">
              <a:lumMod val="10000"/>
              <a:lumOff val="90000"/>
            </a:schemeClr>
          </a:solidFill>
          <a:ln w="19050">
            <a:noFill/>
          </a:ln>
        </p:spPr>
        <p:txBody>
          <a:bodyPr lIns="0" tIns="91440" rIns="0" bIns="2194560" anchor="b"/>
          <a:lstStyle>
            <a:lvl1pPr algn="ctr" rtl="0">
              <a:buNone/>
              <a:defRPr sz="1400">
                <a:solidFill>
                  <a:schemeClr val="tx1">
                    <a:lumMod val="75000"/>
                    <a:lumOff val="25000"/>
                  </a:schemeClr>
                </a:solidFill>
              </a:defRPr>
            </a:lvl1pPr>
          </a:lstStyle>
          <a:p>
            <a:r>
              <a:rPr lang="en-US" dirty="0"/>
              <a:t>Image Holder</a:t>
            </a:r>
          </a:p>
        </p:txBody>
      </p:sp>
    </p:spTree>
    <p:extLst>
      <p:ext uri="{BB962C8B-B14F-4D97-AF65-F5344CB8AC3E}">
        <p14:creationId xmlns:p14="http://schemas.microsoft.com/office/powerpoint/2010/main" val="1954447693"/>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82_S14">
    <p:spTree>
      <p:nvGrpSpPr>
        <p:cNvPr id="1" name=""/>
        <p:cNvGrpSpPr/>
        <p:nvPr/>
      </p:nvGrpSpPr>
      <p:grpSpPr>
        <a:xfrm>
          <a:off x="0" y="0"/>
          <a:ext cx="0" cy="0"/>
          <a:chOff x="0" y="0"/>
          <a:chExt cx="0" cy="0"/>
        </a:xfrm>
      </p:grpSpPr>
      <p:sp>
        <p:nvSpPr>
          <p:cNvPr id="9" name="Picture Placeholder 30"/>
          <p:cNvSpPr>
            <a:spLocks noGrp="1"/>
          </p:cNvSpPr>
          <p:nvPr>
            <p:ph type="pic" sz="quarter" idx="48" hasCustomPrompt="1"/>
          </p:nvPr>
        </p:nvSpPr>
        <p:spPr>
          <a:xfrm>
            <a:off x="6096000" y="361950"/>
            <a:ext cx="2667000" cy="2286000"/>
          </a:xfrm>
          <a:custGeom>
            <a:avLst/>
            <a:gdLst>
              <a:gd name="connsiteX0" fmla="*/ 0 w 1905000"/>
              <a:gd name="connsiteY0" fmla="*/ 0 h 1962150"/>
              <a:gd name="connsiteX1" fmla="*/ 1905000 w 1905000"/>
              <a:gd name="connsiteY1" fmla="*/ 0 h 1962150"/>
              <a:gd name="connsiteX2" fmla="*/ 1905000 w 1905000"/>
              <a:gd name="connsiteY2" fmla="*/ 1962150 h 1962150"/>
              <a:gd name="connsiteX3" fmla="*/ 0 w 1905000"/>
              <a:gd name="connsiteY3" fmla="*/ 1962150 h 1962150"/>
            </a:gdLst>
            <a:ahLst/>
            <a:cxnLst>
              <a:cxn ang="0">
                <a:pos x="connsiteX0" y="connsiteY0"/>
              </a:cxn>
              <a:cxn ang="0">
                <a:pos x="connsiteX1" y="connsiteY1"/>
              </a:cxn>
              <a:cxn ang="0">
                <a:pos x="connsiteX2" y="connsiteY2"/>
              </a:cxn>
              <a:cxn ang="0">
                <a:pos x="connsiteX3" y="connsiteY3"/>
              </a:cxn>
            </a:cxnLst>
            <a:rect l="l" t="t" r="r" b="b"/>
            <a:pathLst>
              <a:path w="1905000" h="1962150">
                <a:moveTo>
                  <a:pt x="0" y="0"/>
                </a:moveTo>
                <a:lnTo>
                  <a:pt x="1905000" y="0"/>
                </a:lnTo>
                <a:lnTo>
                  <a:pt x="1905000" y="1962150"/>
                </a:lnTo>
                <a:lnTo>
                  <a:pt x="0" y="1962150"/>
                </a:lnTo>
                <a:close/>
              </a:path>
            </a:pathLst>
          </a:custGeom>
          <a:solidFill>
            <a:schemeClr val="tx1">
              <a:lumMod val="10000"/>
              <a:lumOff val="90000"/>
            </a:schemeClr>
          </a:solidFill>
          <a:ln w="3175">
            <a:noFill/>
          </a:ln>
          <a:effectLst/>
        </p:spPr>
        <p:txBody>
          <a:bodyPr wrap="square" lIns="0" tIns="0" rIns="0" bIns="274320" anchor="b">
            <a:noAutofit/>
          </a:bodyPr>
          <a:lstStyle>
            <a:lvl1pPr algn="ctr" rtl="0">
              <a:buNone/>
              <a:defRPr sz="900">
                <a:solidFill>
                  <a:schemeClr val="tx1">
                    <a:lumMod val="75000"/>
                    <a:lumOff val="25000"/>
                  </a:schemeClr>
                </a:solidFill>
              </a:defRPr>
            </a:lvl1pPr>
          </a:lstStyle>
          <a:p>
            <a:r>
              <a:rPr lang="en-US" dirty="0"/>
              <a:t>Image Holder</a:t>
            </a:r>
          </a:p>
        </p:txBody>
      </p:sp>
      <p:sp>
        <p:nvSpPr>
          <p:cNvPr id="10" name="Picture Placeholder 30"/>
          <p:cNvSpPr>
            <a:spLocks noGrp="1"/>
          </p:cNvSpPr>
          <p:nvPr>
            <p:ph type="pic" sz="quarter" idx="49" hasCustomPrompt="1"/>
          </p:nvPr>
        </p:nvSpPr>
        <p:spPr>
          <a:xfrm>
            <a:off x="3124200" y="361950"/>
            <a:ext cx="2895600" cy="1981200"/>
          </a:xfrm>
          <a:custGeom>
            <a:avLst/>
            <a:gdLst>
              <a:gd name="connsiteX0" fmla="*/ 0 w 1905000"/>
              <a:gd name="connsiteY0" fmla="*/ 0 h 1962150"/>
              <a:gd name="connsiteX1" fmla="*/ 1905000 w 1905000"/>
              <a:gd name="connsiteY1" fmla="*/ 0 h 1962150"/>
              <a:gd name="connsiteX2" fmla="*/ 1905000 w 1905000"/>
              <a:gd name="connsiteY2" fmla="*/ 1962150 h 1962150"/>
              <a:gd name="connsiteX3" fmla="*/ 0 w 1905000"/>
              <a:gd name="connsiteY3" fmla="*/ 1962150 h 1962150"/>
            </a:gdLst>
            <a:ahLst/>
            <a:cxnLst>
              <a:cxn ang="0">
                <a:pos x="connsiteX0" y="connsiteY0"/>
              </a:cxn>
              <a:cxn ang="0">
                <a:pos x="connsiteX1" y="connsiteY1"/>
              </a:cxn>
              <a:cxn ang="0">
                <a:pos x="connsiteX2" y="connsiteY2"/>
              </a:cxn>
              <a:cxn ang="0">
                <a:pos x="connsiteX3" y="connsiteY3"/>
              </a:cxn>
            </a:cxnLst>
            <a:rect l="l" t="t" r="r" b="b"/>
            <a:pathLst>
              <a:path w="1905000" h="1962150">
                <a:moveTo>
                  <a:pt x="0" y="0"/>
                </a:moveTo>
                <a:lnTo>
                  <a:pt x="1905000" y="0"/>
                </a:lnTo>
                <a:lnTo>
                  <a:pt x="1905000" y="1962150"/>
                </a:lnTo>
                <a:lnTo>
                  <a:pt x="0" y="1962150"/>
                </a:lnTo>
                <a:close/>
              </a:path>
            </a:pathLst>
          </a:custGeom>
          <a:solidFill>
            <a:schemeClr val="tx1">
              <a:lumMod val="10000"/>
              <a:lumOff val="90000"/>
            </a:schemeClr>
          </a:solidFill>
          <a:ln w="3175">
            <a:noFill/>
          </a:ln>
          <a:effectLst/>
        </p:spPr>
        <p:txBody>
          <a:bodyPr wrap="square" lIns="0" tIns="0" rIns="0" bIns="274320" anchor="b">
            <a:noAutofit/>
          </a:bodyPr>
          <a:lstStyle>
            <a:lvl1pPr algn="ctr" rtl="0">
              <a:buNone/>
              <a:defRPr sz="900">
                <a:solidFill>
                  <a:schemeClr val="tx1">
                    <a:lumMod val="75000"/>
                    <a:lumOff val="25000"/>
                  </a:schemeClr>
                </a:solidFill>
              </a:defRPr>
            </a:lvl1pPr>
          </a:lstStyle>
          <a:p>
            <a:r>
              <a:rPr lang="en-US" dirty="0"/>
              <a:t>Image Holder</a:t>
            </a:r>
          </a:p>
        </p:txBody>
      </p:sp>
      <p:sp>
        <p:nvSpPr>
          <p:cNvPr id="11" name="Picture Placeholder 30"/>
          <p:cNvSpPr>
            <a:spLocks noGrp="1"/>
          </p:cNvSpPr>
          <p:nvPr>
            <p:ph type="pic" sz="quarter" idx="50" hasCustomPrompt="1"/>
          </p:nvPr>
        </p:nvSpPr>
        <p:spPr>
          <a:xfrm>
            <a:off x="381000" y="361950"/>
            <a:ext cx="2667000" cy="2286000"/>
          </a:xfrm>
          <a:custGeom>
            <a:avLst/>
            <a:gdLst>
              <a:gd name="connsiteX0" fmla="*/ 0 w 1905000"/>
              <a:gd name="connsiteY0" fmla="*/ 0 h 1962150"/>
              <a:gd name="connsiteX1" fmla="*/ 1905000 w 1905000"/>
              <a:gd name="connsiteY1" fmla="*/ 0 h 1962150"/>
              <a:gd name="connsiteX2" fmla="*/ 1905000 w 1905000"/>
              <a:gd name="connsiteY2" fmla="*/ 1962150 h 1962150"/>
              <a:gd name="connsiteX3" fmla="*/ 0 w 1905000"/>
              <a:gd name="connsiteY3" fmla="*/ 1962150 h 1962150"/>
            </a:gdLst>
            <a:ahLst/>
            <a:cxnLst>
              <a:cxn ang="0">
                <a:pos x="connsiteX0" y="connsiteY0"/>
              </a:cxn>
              <a:cxn ang="0">
                <a:pos x="connsiteX1" y="connsiteY1"/>
              </a:cxn>
              <a:cxn ang="0">
                <a:pos x="connsiteX2" y="connsiteY2"/>
              </a:cxn>
              <a:cxn ang="0">
                <a:pos x="connsiteX3" y="connsiteY3"/>
              </a:cxn>
            </a:cxnLst>
            <a:rect l="l" t="t" r="r" b="b"/>
            <a:pathLst>
              <a:path w="1905000" h="1962150">
                <a:moveTo>
                  <a:pt x="0" y="0"/>
                </a:moveTo>
                <a:lnTo>
                  <a:pt x="1905000" y="0"/>
                </a:lnTo>
                <a:lnTo>
                  <a:pt x="1905000" y="1962150"/>
                </a:lnTo>
                <a:lnTo>
                  <a:pt x="0" y="1962150"/>
                </a:lnTo>
                <a:close/>
              </a:path>
            </a:pathLst>
          </a:custGeom>
          <a:solidFill>
            <a:schemeClr val="tx1">
              <a:lumMod val="10000"/>
              <a:lumOff val="90000"/>
            </a:schemeClr>
          </a:solidFill>
          <a:ln w="3175">
            <a:noFill/>
          </a:ln>
          <a:effectLst/>
        </p:spPr>
        <p:txBody>
          <a:bodyPr wrap="square" lIns="0" tIns="0" rIns="0" bIns="274320" anchor="b">
            <a:noAutofit/>
          </a:bodyPr>
          <a:lstStyle>
            <a:lvl1pPr algn="ctr" rtl="0">
              <a:buNone/>
              <a:defRPr sz="900">
                <a:solidFill>
                  <a:schemeClr val="tx1">
                    <a:lumMod val="75000"/>
                    <a:lumOff val="25000"/>
                  </a:schemeClr>
                </a:solidFill>
              </a:defRPr>
            </a:lvl1pPr>
          </a:lstStyle>
          <a:p>
            <a:r>
              <a:rPr lang="en-US" dirty="0"/>
              <a:t>Image Holder</a:t>
            </a:r>
          </a:p>
        </p:txBody>
      </p:sp>
      <p:sp>
        <p:nvSpPr>
          <p:cNvPr id="5" name="Picture Placeholder 30">
            <a:extLst>
              <a:ext uri="{FF2B5EF4-FFF2-40B4-BE49-F238E27FC236}">
                <a16:creationId xmlns:a16="http://schemas.microsoft.com/office/drawing/2014/main" id="{09B60316-17EB-4505-9C7A-8C6630F38640}"/>
              </a:ext>
            </a:extLst>
          </p:cNvPr>
          <p:cNvSpPr>
            <a:spLocks noGrp="1"/>
          </p:cNvSpPr>
          <p:nvPr>
            <p:ph type="pic" sz="quarter" idx="51" hasCustomPrompt="1"/>
          </p:nvPr>
        </p:nvSpPr>
        <p:spPr>
          <a:xfrm>
            <a:off x="381000" y="2724150"/>
            <a:ext cx="2667000" cy="2057400"/>
          </a:xfrm>
          <a:custGeom>
            <a:avLst/>
            <a:gdLst>
              <a:gd name="connsiteX0" fmla="*/ 0 w 1905000"/>
              <a:gd name="connsiteY0" fmla="*/ 0 h 1962150"/>
              <a:gd name="connsiteX1" fmla="*/ 1905000 w 1905000"/>
              <a:gd name="connsiteY1" fmla="*/ 0 h 1962150"/>
              <a:gd name="connsiteX2" fmla="*/ 1905000 w 1905000"/>
              <a:gd name="connsiteY2" fmla="*/ 1962150 h 1962150"/>
              <a:gd name="connsiteX3" fmla="*/ 0 w 1905000"/>
              <a:gd name="connsiteY3" fmla="*/ 1962150 h 1962150"/>
            </a:gdLst>
            <a:ahLst/>
            <a:cxnLst>
              <a:cxn ang="0">
                <a:pos x="connsiteX0" y="connsiteY0"/>
              </a:cxn>
              <a:cxn ang="0">
                <a:pos x="connsiteX1" y="connsiteY1"/>
              </a:cxn>
              <a:cxn ang="0">
                <a:pos x="connsiteX2" y="connsiteY2"/>
              </a:cxn>
              <a:cxn ang="0">
                <a:pos x="connsiteX3" y="connsiteY3"/>
              </a:cxn>
            </a:cxnLst>
            <a:rect l="l" t="t" r="r" b="b"/>
            <a:pathLst>
              <a:path w="1905000" h="1962150">
                <a:moveTo>
                  <a:pt x="0" y="0"/>
                </a:moveTo>
                <a:lnTo>
                  <a:pt x="1905000" y="0"/>
                </a:lnTo>
                <a:lnTo>
                  <a:pt x="1905000" y="1962150"/>
                </a:lnTo>
                <a:lnTo>
                  <a:pt x="0" y="1962150"/>
                </a:lnTo>
                <a:close/>
              </a:path>
            </a:pathLst>
          </a:custGeom>
          <a:solidFill>
            <a:schemeClr val="tx1">
              <a:lumMod val="10000"/>
              <a:lumOff val="90000"/>
            </a:schemeClr>
          </a:solidFill>
          <a:ln w="3175">
            <a:noFill/>
          </a:ln>
          <a:effectLst/>
        </p:spPr>
        <p:txBody>
          <a:bodyPr wrap="square" lIns="0" tIns="0" rIns="0" bIns="274320" anchor="b">
            <a:noAutofit/>
          </a:bodyPr>
          <a:lstStyle>
            <a:lvl1pPr algn="ctr" rtl="0">
              <a:buNone/>
              <a:defRPr sz="900">
                <a:solidFill>
                  <a:schemeClr val="tx1">
                    <a:lumMod val="75000"/>
                    <a:lumOff val="25000"/>
                  </a:schemeClr>
                </a:solidFill>
              </a:defRPr>
            </a:lvl1pPr>
          </a:lstStyle>
          <a:p>
            <a:r>
              <a:rPr lang="en-US" dirty="0"/>
              <a:t>Image Holder</a:t>
            </a:r>
          </a:p>
        </p:txBody>
      </p:sp>
      <p:sp>
        <p:nvSpPr>
          <p:cNvPr id="6" name="Picture Placeholder 30">
            <a:extLst>
              <a:ext uri="{FF2B5EF4-FFF2-40B4-BE49-F238E27FC236}">
                <a16:creationId xmlns:a16="http://schemas.microsoft.com/office/drawing/2014/main" id="{10064206-E909-4515-812E-B629599C2D61}"/>
              </a:ext>
            </a:extLst>
          </p:cNvPr>
          <p:cNvSpPr>
            <a:spLocks noGrp="1"/>
          </p:cNvSpPr>
          <p:nvPr>
            <p:ph type="pic" sz="quarter" idx="52" hasCustomPrompt="1"/>
          </p:nvPr>
        </p:nvSpPr>
        <p:spPr>
          <a:xfrm>
            <a:off x="6096000" y="2724150"/>
            <a:ext cx="2667000" cy="2057400"/>
          </a:xfrm>
          <a:custGeom>
            <a:avLst/>
            <a:gdLst>
              <a:gd name="connsiteX0" fmla="*/ 0 w 1905000"/>
              <a:gd name="connsiteY0" fmla="*/ 0 h 1962150"/>
              <a:gd name="connsiteX1" fmla="*/ 1905000 w 1905000"/>
              <a:gd name="connsiteY1" fmla="*/ 0 h 1962150"/>
              <a:gd name="connsiteX2" fmla="*/ 1905000 w 1905000"/>
              <a:gd name="connsiteY2" fmla="*/ 1962150 h 1962150"/>
              <a:gd name="connsiteX3" fmla="*/ 0 w 1905000"/>
              <a:gd name="connsiteY3" fmla="*/ 1962150 h 1962150"/>
            </a:gdLst>
            <a:ahLst/>
            <a:cxnLst>
              <a:cxn ang="0">
                <a:pos x="connsiteX0" y="connsiteY0"/>
              </a:cxn>
              <a:cxn ang="0">
                <a:pos x="connsiteX1" y="connsiteY1"/>
              </a:cxn>
              <a:cxn ang="0">
                <a:pos x="connsiteX2" y="connsiteY2"/>
              </a:cxn>
              <a:cxn ang="0">
                <a:pos x="connsiteX3" y="connsiteY3"/>
              </a:cxn>
            </a:cxnLst>
            <a:rect l="l" t="t" r="r" b="b"/>
            <a:pathLst>
              <a:path w="1905000" h="1962150">
                <a:moveTo>
                  <a:pt x="0" y="0"/>
                </a:moveTo>
                <a:lnTo>
                  <a:pt x="1905000" y="0"/>
                </a:lnTo>
                <a:lnTo>
                  <a:pt x="1905000" y="1962150"/>
                </a:lnTo>
                <a:lnTo>
                  <a:pt x="0" y="1962150"/>
                </a:lnTo>
                <a:close/>
              </a:path>
            </a:pathLst>
          </a:custGeom>
          <a:solidFill>
            <a:schemeClr val="tx1">
              <a:lumMod val="10000"/>
              <a:lumOff val="90000"/>
            </a:schemeClr>
          </a:solidFill>
          <a:ln w="3175">
            <a:noFill/>
          </a:ln>
          <a:effectLst/>
        </p:spPr>
        <p:txBody>
          <a:bodyPr wrap="square" lIns="0" tIns="0" rIns="0" bIns="274320" anchor="b">
            <a:noAutofit/>
          </a:bodyPr>
          <a:lstStyle>
            <a:lvl1pPr algn="ctr" rtl="0">
              <a:buNone/>
              <a:defRPr sz="900">
                <a:solidFill>
                  <a:schemeClr val="tx1">
                    <a:lumMod val="75000"/>
                    <a:lumOff val="25000"/>
                  </a:schemeClr>
                </a:solidFill>
              </a:defRPr>
            </a:lvl1pPr>
          </a:lstStyle>
          <a:p>
            <a:r>
              <a:rPr lang="en-US" dirty="0"/>
              <a:t>Image Holder</a:t>
            </a:r>
          </a:p>
        </p:txBody>
      </p:sp>
    </p:spTree>
    <p:extLst>
      <p:ext uri="{BB962C8B-B14F-4D97-AF65-F5344CB8AC3E}">
        <p14:creationId xmlns:p14="http://schemas.microsoft.com/office/powerpoint/2010/main" val="1931468062"/>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83_S14">
    <p:spTree>
      <p:nvGrpSpPr>
        <p:cNvPr id="1" name=""/>
        <p:cNvGrpSpPr/>
        <p:nvPr/>
      </p:nvGrpSpPr>
      <p:grpSpPr>
        <a:xfrm>
          <a:off x="0" y="0"/>
          <a:ext cx="0" cy="0"/>
          <a:chOff x="0" y="0"/>
          <a:chExt cx="0" cy="0"/>
        </a:xfrm>
      </p:grpSpPr>
      <p:sp>
        <p:nvSpPr>
          <p:cNvPr id="9" name="Picture Placeholder 30"/>
          <p:cNvSpPr>
            <a:spLocks noGrp="1"/>
          </p:cNvSpPr>
          <p:nvPr>
            <p:ph type="pic" sz="quarter" idx="48" hasCustomPrompt="1"/>
          </p:nvPr>
        </p:nvSpPr>
        <p:spPr>
          <a:xfrm>
            <a:off x="6096000" y="361950"/>
            <a:ext cx="2667000" cy="2286000"/>
          </a:xfrm>
          <a:custGeom>
            <a:avLst/>
            <a:gdLst>
              <a:gd name="connsiteX0" fmla="*/ 0 w 1905000"/>
              <a:gd name="connsiteY0" fmla="*/ 0 h 1962150"/>
              <a:gd name="connsiteX1" fmla="*/ 1905000 w 1905000"/>
              <a:gd name="connsiteY1" fmla="*/ 0 h 1962150"/>
              <a:gd name="connsiteX2" fmla="*/ 1905000 w 1905000"/>
              <a:gd name="connsiteY2" fmla="*/ 1962150 h 1962150"/>
              <a:gd name="connsiteX3" fmla="*/ 0 w 1905000"/>
              <a:gd name="connsiteY3" fmla="*/ 1962150 h 1962150"/>
            </a:gdLst>
            <a:ahLst/>
            <a:cxnLst>
              <a:cxn ang="0">
                <a:pos x="connsiteX0" y="connsiteY0"/>
              </a:cxn>
              <a:cxn ang="0">
                <a:pos x="connsiteX1" y="connsiteY1"/>
              </a:cxn>
              <a:cxn ang="0">
                <a:pos x="connsiteX2" y="connsiteY2"/>
              </a:cxn>
              <a:cxn ang="0">
                <a:pos x="connsiteX3" y="connsiteY3"/>
              </a:cxn>
            </a:cxnLst>
            <a:rect l="l" t="t" r="r" b="b"/>
            <a:pathLst>
              <a:path w="1905000" h="1962150">
                <a:moveTo>
                  <a:pt x="0" y="0"/>
                </a:moveTo>
                <a:lnTo>
                  <a:pt x="1905000" y="0"/>
                </a:lnTo>
                <a:lnTo>
                  <a:pt x="1905000" y="1962150"/>
                </a:lnTo>
                <a:lnTo>
                  <a:pt x="0" y="1962150"/>
                </a:lnTo>
                <a:close/>
              </a:path>
            </a:pathLst>
          </a:custGeom>
          <a:solidFill>
            <a:schemeClr val="tx1">
              <a:lumMod val="10000"/>
              <a:lumOff val="90000"/>
            </a:schemeClr>
          </a:solidFill>
          <a:ln w="3175">
            <a:noFill/>
          </a:ln>
          <a:effectLst/>
        </p:spPr>
        <p:txBody>
          <a:bodyPr wrap="square" lIns="0" tIns="0" rIns="0" bIns="274320" anchor="b">
            <a:noAutofit/>
          </a:bodyPr>
          <a:lstStyle>
            <a:lvl1pPr algn="ctr" rtl="0">
              <a:buNone/>
              <a:defRPr sz="900">
                <a:solidFill>
                  <a:schemeClr val="tx1">
                    <a:lumMod val="75000"/>
                    <a:lumOff val="25000"/>
                  </a:schemeClr>
                </a:solidFill>
              </a:defRPr>
            </a:lvl1pPr>
          </a:lstStyle>
          <a:p>
            <a:r>
              <a:rPr lang="en-US" dirty="0"/>
              <a:t>Image Holder</a:t>
            </a:r>
          </a:p>
        </p:txBody>
      </p:sp>
      <p:sp>
        <p:nvSpPr>
          <p:cNvPr id="10" name="Picture Placeholder 30"/>
          <p:cNvSpPr>
            <a:spLocks noGrp="1"/>
          </p:cNvSpPr>
          <p:nvPr>
            <p:ph type="pic" sz="quarter" idx="49" hasCustomPrompt="1"/>
          </p:nvPr>
        </p:nvSpPr>
        <p:spPr>
          <a:xfrm>
            <a:off x="3124200" y="361950"/>
            <a:ext cx="2895600" cy="1981200"/>
          </a:xfrm>
          <a:custGeom>
            <a:avLst/>
            <a:gdLst>
              <a:gd name="connsiteX0" fmla="*/ 0 w 1905000"/>
              <a:gd name="connsiteY0" fmla="*/ 0 h 1962150"/>
              <a:gd name="connsiteX1" fmla="*/ 1905000 w 1905000"/>
              <a:gd name="connsiteY1" fmla="*/ 0 h 1962150"/>
              <a:gd name="connsiteX2" fmla="*/ 1905000 w 1905000"/>
              <a:gd name="connsiteY2" fmla="*/ 1962150 h 1962150"/>
              <a:gd name="connsiteX3" fmla="*/ 0 w 1905000"/>
              <a:gd name="connsiteY3" fmla="*/ 1962150 h 1962150"/>
            </a:gdLst>
            <a:ahLst/>
            <a:cxnLst>
              <a:cxn ang="0">
                <a:pos x="connsiteX0" y="connsiteY0"/>
              </a:cxn>
              <a:cxn ang="0">
                <a:pos x="connsiteX1" y="connsiteY1"/>
              </a:cxn>
              <a:cxn ang="0">
                <a:pos x="connsiteX2" y="connsiteY2"/>
              </a:cxn>
              <a:cxn ang="0">
                <a:pos x="connsiteX3" y="connsiteY3"/>
              </a:cxn>
            </a:cxnLst>
            <a:rect l="l" t="t" r="r" b="b"/>
            <a:pathLst>
              <a:path w="1905000" h="1962150">
                <a:moveTo>
                  <a:pt x="0" y="0"/>
                </a:moveTo>
                <a:lnTo>
                  <a:pt x="1905000" y="0"/>
                </a:lnTo>
                <a:lnTo>
                  <a:pt x="1905000" y="1962150"/>
                </a:lnTo>
                <a:lnTo>
                  <a:pt x="0" y="1962150"/>
                </a:lnTo>
                <a:close/>
              </a:path>
            </a:pathLst>
          </a:custGeom>
          <a:solidFill>
            <a:schemeClr val="tx1">
              <a:lumMod val="10000"/>
              <a:lumOff val="90000"/>
            </a:schemeClr>
          </a:solidFill>
          <a:ln w="3175">
            <a:noFill/>
          </a:ln>
          <a:effectLst/>
        </p:spPr>
        <p:txBody>
          <a:bodyPr wrap="square" lIns="0" tIns="0" rIns="0" bIns="274320" anchor="b">
            <a:noAutofit/>
          </a:bodyPr>
          <a:lstStyle>
            <a:lvl1pPr algn="ctr" rtl="0">
              <a:buNone/>
              <a:defRPr sz="900">
                <a:solidFill>
                  <a:schemeClr val="tx1">
                    <a:lumMod val="75000"/>
                    <a:lumOff val="25000"/>
                  </a:schemeClr>
                </a:solidFill>
              </a:defRPr>
            </a:lvl1pPr>
          </a:lstStyle>
          <a:p>
            <a:r>
              <a:rPr lang="en-US" dirty="0"/>
              <a:t>Image Holder</a:t>
            </a:r>
          </a:p>
        </p:txBody>
      </p:sp>
      <p:sp>
        <p:nvSpPr>
          <p:cNvPr id="11" name="Picture Placeholder 30"/>
          <p:cNvSpPr>
            <a:spLocks noGrp="1"/>
          </p:cNvSpPr>
          <p:nvPr>
            <p:ph type="pic" sz="quarter" idx="50" hasCustomPrompt="1"/>
          </p:nvPr>
        </p:nvSpPr>
        <p:spPr>
          <a:xfrm>
            <a:off x="381000" y="361950"/>
            <a:ext cx="2667000" cy="2286000"/>
          </a:xfrm>
          <a:custGeom>
            <a:avLst/>
            <a:gdLst>
              <a:gd name="connsiteX0" fmla="*/ 0 w 1905000"/>
              <a:gd name="connsiteY0" fmla="*/ 0 h 1962150"/>
              <a:gd name="connsiteX1" fmla="*/ 1905000 w 1905000"/>
              <a:gd name="connsiteY1" fmla="*/ 0 h 1962150"/>
              <a:gd name="connsiteX2" fmla="*/ 1905000 w 1905000"/>
              <a:gd name="connsiteY2" fmla="*/ 1962150 h 1962150"/>
              <a:gd name="connsiteX3" fmla="*/ 0 w 1905000"/>
              <a:gd name="connsiteY3" fmla="*/ 1962150 h 1962150"/>
            </a:gdLst>
            <a:ahLst/>
            <a:cxnLst>
              <a:cxn ang="0">
                <a:pos x="connsiteX0" y="connsiteY0"/>
              </a:cxn>
              <a:cxn ang="0">
                <a:pos x="connsiteX1" y="connsiteY1"/>
              </a:cxn>
              <a:cxn ang="0">
                <a:pos x="connsiteX2" y="connsiteY2"/>
              </a:cxn>
              <a:cxn ang="0">
                <a:pos x="connsiteX3" y="connsiteY3"/>
              </a:cxn>
            </a:cxnLst>
            <a:rect l="l" t="t" r="r" b="b"/>
            <a:pathLst>
              <a:path w="1905000" h="1962150">
                <a:moveTo>
                  <a:pt x="0" y="0"/>
                </a:moveTo>
                <a:lnTo>
                  <a:pt x="1905000" y="0"/>
                </a:lnTo>
                <a:lnTo>
                  <a:pt x="1905000" y="1962150"/>
                </a:lnTo>
                <a:lnTo>
                  <a:pt x="0" y="1962150"/>
                </a:lnTo>
                <a:close/>
              </a:path>
            </a:pathLst>
          </a:custGeom>
          <a:solidFill>
            <a:schemeClr val="tx1">
              <a:lumMod val="10000"/>
              <a:lumOff val="90000"/>
            </a:schemeClr>
          </a:solidFill>
          <a:ln w="3175">
            <a:noFill/>
          </a:ln>
          <a:effectLst/>
        </p:spPr>
        <p:txBody>
          <a:bodyPr wrap="square" lIns="0" tIns="0" rIns="0" bIns="274320" anchor="b">
            <a:noAutofit/>
          </a:bodyPr>
          <a:lstStyle>
            <a:lvl1pPr algn="ctr" rtl="0">
              <a:buNone/>
              <a:defRPr sz="900">
                <a:solidFill>
                  <a:schemeClr val="tx1">
                    <a:lumMod val="75000"/>
                    <a:lumOff val="25000"/>
                  </a:schemeClr>
                </a:solidFill>
              </a:defRPr>
            </a:lvl1pPr>
          </a:lstStyle>
          <a:p>
            <a:r>
              <a:rPr lang="en-US" dirty="0"/>
              <a:t>Image Holder</a:t>
            </a:r>
          </a:p>
        </p:txBody>
      </p:sp>
      <p:sp>
        <p:nvSpPr>
          <p:cNvPr id="5" name="Picture Placeholder 30">
            <a:extLst>
              <a:ext uri="{FF2B5EF4-FFF2-40B4-BE49-F238E27FC236}">
                <a16:creationId xmlns:a16="http://schemas.microsoft.com/office/drawing/2014/main" id="{09B60316-17EB-4505-9C7A-8C6630F38640}"/>
              </a:ext>
            </a:extLst>
          </p:cNvPr>
          <p:cNvSpPr>
            <a:spLocks noGrp="1"/>
          </p:cNvSpPr>
          <p:nvPr>
            <p:ph type="pic" sz="quarter" idx="51" hasCustomPrompt="1"/>
          </p:nvPr>
        </p:nvSpPr>
        <p:spPr>
          <a:xfrm>
            <a:off x="381000" y="2724150"/>
            <a:ext cx="2667000" cy="2057400"/>
          </a:xfrm>
          <a:custGeom>
            <a:avLst/>
            <a:gdLst>
              <a:gd name="connsiteX0" fmla="*/ 0 w 1905000"/>
              <a:gd name="connsiteY0" fmla="*/ 0 h 1962150"/>
              <a:gd name="connsiteX1" fmla="*/ 1905000 w 1905000"/>
              <a:gd name="connsiteY1" fmla="*/ 0 h 1962150"/>
              <a:gd name="connsiteX2" fmla="*/ 1905000 w 1905000"/>
              <a:gd name="connsiteY2" fmla="*/ 1962150 h 1962150"/>
              <a:gd name="connsiteX3" fmla="*/ 0 w 1905000"/>
              <a:gd name="connsiteY3" fmla="*/ 1962150 h 1962150"/>
            </a:gdLst>
            <a:ahLst/>
            <a:cxnLst>
              <a:cxn ang="0">
                <a:pos x="connsiteX0" y="connsiteY0"/>
              </a:cxn>
              <a:cxn ang="0">
                <a:pos x="connsiteX1" y="connsiteY1"/>
              </a:cxn>
              <a:cxn ang="0">
                <a:pos x="connsiteX2" y="connsiteY2"/>
              </a:cxn>
              <a:cxn ang="0">
                <a:pos x="connsiteX3" y="connsiteY3"/>
              </a:cxn>
            </a:cxnLst>
            <a:rect l="l" t="t" r="r" b="b"/>
            <a:pathLst>
              <a:path w="1905000" h="1962150">
                <a:moveTo>
                  <a:pt x="0" y="0"/>
                </a:moveTo>
                <a:lnTo>
                  <a:pt x="1905000" y="0"/>
                </a:lnTo>
                <a:lnTo>
                  <a:pt x="1905000" y="1962150"/>
                </a:lnTo>
                <a:lnTo>
                  <a:pt x="0" y="1962150"/>
                </a:lnTo>
                <a:close/>
              </a:path>
            </a:pathLst>
          </a:custGeom>
          <a:solidFill>
            <a:schemeClr val="tx1">
              <a:lumMod val="10000"/>
              <a:lumOff val="90000"/>
            </a:schemeClr>
          </a:solidFill>
          <a:ln w="3175">
            <a:noFill/>
          </a:ln>
          <a:effectLst/>
        </p:spPr>
        <p:txBody>
          <a:bodyPr wrap="square" lIns="0" tIns="0" rIns="0" bIns="274320" anchor="b">
            <a:noAutofit/>
          </a:bodyPr>
          <a:lstStyle>
            <a:lvl1pPr algn="ctr" rtl="0">
              <a:buNone/>
              <a:defRPr sz="900">
                <a:solidFill>
                  <a:schemeClr val="tx1">
                    <a:lumMod val="75000"/>
                    <a:lumOff val="25000"/>
                  </a:schemeClr>
                </a:solidFill>
              </a:defRPr>
            </a:lvl1pPr>
          </a:lstStyle>
          <a:p>
            <a:r>
              <a:rPr lang="en-US" dirty="0"/>
              <a:t>Image Holder</a:t>
            </a:r>
          </a:p>
        </p:txBody>
      </p:sp>
      <p:sp>
        <p:nvSpPr>
          <p:cNvPr id="6" name="Picture Placeholder 30">
            <a:extLst>
              <a:ext uri="{FF2B5EF4-FFF2-40B4-BE49-F238E27FC236}">
                <a16:creationId xmlns:a16="http://schemas.microsoft.com/office/drawing/2014/main" id="{10064206-E909-4515-812E-B629599C2D61}"/>
              </a:ext>
            </a:extLst>
          </p:cNvPr>
          <p:cNvSpPr>
            <a:spLocks noGrp="1"/>
          </p:cNvSpPr>
          <p:nvPr>
            <p:ph type="pic" sz="quarter" idx="52" hasCustomPrompt="1"/>
          </p:nvPr>
        </p:nvSpPr>
        <p:spPr>
          <a:xfrm>
            <a:off x="6096000" y="2724150"/>
            <a:ext cx="2667000" cy="2057400"/>
          </a:xfrm>
          <a:custGeom>
            <a:avLst/>
            <a:gdLst>
              <a:gd name="connsiteX0" fmla="*/ 0 w 1905000"/>
              <a:gd name="connsiteY0" fmla="*/ 0 h 1962150"/>
              <a:gd name="connsiteX1" fmla="*/ 1905000 w 1905000"/>
              <a:gd name="connsiteY1" fmla="*/ 0 h 1962150"/>
              <a:gd name="connsiteX2" fmla="*/ 1905000 w 1905000"/>
              <a:gd name="connsiteY2" fmla="*/ 1962150 h 1962150"/>
              <a:gd name="connsiteX3" fmla="*/ 0 w 1905000"/>
              <a:gd name="connsiteY3" fmla="*/ 1962150 h 1962150"/>
            </a:gdLst>
            <a:ahLst/>
            <a:cxnLst>
              <a:cxn ang="0">
                <a:pos x="connsiteX0" y="connsiteY0"/>
              </a:cxn>
              <a:cxn ang="0">
                <a:pos x="connsiteX1" y="connsiteY1"/>
              </a:cxn>
              <a:cxn ang="0">
                <a:pos x="connsiteX2" y="connsiteY2"/>
              </a:cxn>
              <a:cxn ang="0">
                <a:pos x="connsiteX3" y="connsiteY3"/>
              </a:cxn>
            </a:cxnLst>
            <a:rect l="l" t="t" r="r" b="b"/>
            <a:pathLst>
              <a:path w="1905000" h="1962150">
                <a:moveTo>
                  <a:pt x="0" y="0"/>
                </a:moveTo>
                <a:lnTo>
                  <a:pt x="1905000" y="0"/>
                </a:lnTo>
                <a:lnTo>
                  <a:pt x="1905000" y="1962150"/>
                </a:lnTo>
                <a:lnTo>
                  <a:pt x="0" y="1962150"/>
                </a:lnTo>
                <a:close/>
              </a:path>
            </a:pathLst>
          </a:custGeom>
          <a:solidFill>
            <a:schemeClr val="tx1">
              <a:lumMod val="10000"/>
              <a:lumOff val="90000"/>
            </a:schemeClr>
          </a:solidFill>
          <a:ln w="3175">
            <a:noFill/>
          </a:ln>
          <a:effectLst/>
        </p:spPr>
        <p:txBody>
          <a:bodyPr wrap="square" lIns="0" tIns="0" rIns="0" bIns="274320" anchor="b">
            <a:noAutofit/>
          </a:bodyPr>
          <a:lstStyle>
            <a:lvl1pPr algn="ctr" rtl="0">
              <a:buNone/>
              <a:defRPr sz="900">
                <a:solidFill>
                  <a:schemeClr val="tx1">
                    <a:lumMod val="75000"/>
                    <a:lumOff val="25000"/>
                  </a:schemeClr>
                </a:solidFill>
              </a:defRPr>
            </a:lvl1pPr>
          </a:lstStyle>
          <a:p>
            <a:r>
              <a:rPr lang="en-US" dirty="0"/>
              <a:t>Image Holder</a:t>
            </a:r>
          </a:p>
        </p:txBody>
      </p:sp>
      <p:sp>
        <p:nvSpPr>
          <p:cNvPr id="7" name="Picture Placeholder 30">
            <a:extLst>
              <a:ext uri="{FF2B5EF4-FFF2-40B4-BE49-F238E27FC236}">
                <a16:creationId xmlns:a16="http://schemas.microsoft.com/office/drawing/2014/main" id="{81C15926-3E11-428C-BB72-181DA0A21B79}"/>
              </a:ext>
            </a:extLst>
          </p:cNvPr>
          <p:cNvSpPr>
            <a:spLocks noGrp="1"/>
          </p:cNvSpPr>
          <p:nvPr>
            <p:ph type="pic" sz="quarter" idx="53" hasCustomPrompt="1"/>
          </p:nvPr>
        </p:nvSpPr>
        <p:spPr>
          <a:xfrm>
            <a:off x="3124200" y="2800350"/>
            <a:ext cx="2895600" cy="1981200"/>
          </a:xfrm>
          <a:custGeom>
            <a:avLst/>
            <a:gdLst>
              <a:gd name="connsiteX0" fmla="*/ 0 w 1905000"/>
              <a:gd name="connsiteY0" fmla="*/ 0 h 1962150"/>
              <a:gd name="connsiteX1" fmla="*/ 1905000 w 1905000"/>
              <a:gd name="connsiteY1" fmla="*/ 0 h 1962150"/>
              <a:gd name="connsiteX2" fmla="*/ 1905000 w 1905000"/>
              <a:gd name="connsiteY2" fmla="*/ 1962150 h 1962150"/>
              <a:gd name="connsiteX3" fmla="*/ 0 w 1905000"/>
              <a:gd name="connsiteY3" fmla="*/ 1962150 h 1962150"/>
            </a:gdLst>
            <a:ahLst/>
            <a:cxnLst>
              <a:cxn ang="0">
                <a:pos x="connsiteX0" y="connsiteY0"/>
              </a:cxn>
              <a:cxn ang="0">
                <a:pos x="connsiteX1" y="connsiteY1"/>
              </a:cxn>
              <a:cxn ang="0">
                <a:pos x="connsiteX2" y="connsiteY2"/>
              </a:cxn>
              <a:cxn ang="0">
                <a:pos x="connsiteX3" y="connsiteY3"/>
              </a:cxn>
            </a:cxnLst>
            <a:rect l="l" t="t" r="r" b="b"/>
            <a:pathLst>
              <a:path w="1905000" h="1962150">
                <a:moveTo>
                  <a:pt x="0" y="0"/>
                </a:moveTo>
                <a:lnTo>
                  <a:pt x="1905000" y="0"/>
                </a:lnTo>
                <a:lnTo>
                  <a:pt x="1905000" y="1962150"/>
                </a:lnTo>
                <a:lnTo>
                  <a:pt x="0" y="1962150"/>
                </a:lnTo>
                <a:close/>
              </a:path>
            </a:pathLst>
          </a:custGeom>
          <a:solidFill>
            <a:schemeClr val="tx1">
              <a:lumMod val="10000"/>
              <a:lumOff val="90000"/>
            </a:schemeClr>
          </a:solidFill>
          <a:ln w="3175">
            <a:noFill/>
          </a:ln>
          <a:effectLst/>
        </p:spPr>
        <p:txBody>
          <a:bodyPr wrap="square" lIns="0" tIns="0" rIns="0" bIns="274320" anchor="b">
            <a:noAutofit/>
          </a:bodyPr>
          <a:lstStyle>
            <a:lvl1pPr algn="ctr" rtl="0">
              <a:buNone/>
              <a:defRPr sz="900">
                <a:solidFill>
                  <a:schemeClr val="tx1">
                    <a:lumMod val="75000"/>
                    <a:lumOff val="25000"/>
                  </a:schemeClr>
                </a:solidFill>
              </a:defRPr>
            </a:lvl1pPr>
          </a:lstStyle>
          <a:p>
            <a:r>
              <a:rPr lang="en-US" dirty="0"/>
              <a:t>Image Holder</a:t>
            </a:r>
          </a:p>
        </p:txBody>
      </p:sp>
    </p:spTree>
    <p:extLst>
      <p:ext uri="{BB962C8B-B14F-4D97-AF65-F5344CB8AC3E}">
        <p14:creationId xmlns:p14="http://schemas.microsoft.com/office/powerpoint/2010/main" val="310904984"/>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userDrawn="1">
  <p:cSld name="Team Slide 06">
    <p:spTree>
      <p:nvGrpSpPr>
        <p:cNvPr id="1" name=""/>
        <p:cNvGrpSpPr/>
        <p:nvPr/>
      </p:nvGrpSpPr>
      <p:grpSpPr>
        <a:xfrm>
          <a:off x="0" y="0"/>
          <a:ext cx="0" cy="0"/>
          <a:chOff x="0" y="0"/>
          <a:chExt cx="0" cy="0"/>
        </a:xfrm>
      </p:grpSpPr>
      <p:sp>
        <p:nvSpPr>
          <p:cNvPr id="16" name="Picture Placeholder 6"/>
          <p:cNvSpPr>
            <a:spLocks noGrp="1"/>
          </p:cNvSpPr>
          <p:nvPr>
            <p:ph type="pic" sz="quarter" idx="14"/>
          </p:nvPr>
        </p:nvSpPr>
        <p:spPr>
          <a:xfrm>
            <a:off x="2697518" y="2405288"/>
            <a:ext cx="973180" cy="972954"/>
          </a:xfrm>
          <a:prstGeom prst="ellipse">
            <a:avLst/>
          </a:prstGeom>
          <a:solidFill>
            <a:schemeClr val="bg1">
              <a:lumMod val="95000"/>
            </a:schemeClr>
          </a:solidFill>
          <a:ln w="28575">
            <a:solidFill>
              <a:schemeClr val="accent1"/>
            </a:solidFill>
          </a:ln>
        </p:spPr>
        <p:txBody>
          <a:bodyPr anchor="b"/>
          <a:lstStyle>
            <a:lvl1pPr algn="ctr">
              <a:buNone/>
              <a:defRPr sz="700" baseline="0">
                <a:solidFill>
                  <a:schemeClr val="tx1">
                    <a:lumMod val="75000"/>
                    <a:lumOff val="25000"/>
                  </a:schemeClr>
                </a:solidFill>
              </a:defRPr>
            </a:lvl1pPr>
          </a:lstStyle>
          <a:p>
            <a:endParaRPr lang="en-US" dirty="0"/>
          </a:p>
        </p:txBody>
      </p:sp>
      <p:sp>
        <p:nvSpPr>
          <p:cNvPr id="19" name="Picture Placeholder 6"/>
          <p:cNvSpPr>
            <a:spLocks noGrp="1"/>
          </p:cNvSpPr>
          <p:nvPr>
            <p:ph type="pic" sz="quarter" idx="15"/>
          </p:nvPr>
        </p:nvSpPr>
        <p:spPr>
          <a:xfrm>
            <a:off x="4043914" y="1033042"/>
            <a:ext cx="973180" cy="972954"/>
          </a:xfrm>
          <a:prstGeom prst="ellipse">
            <a:avLst/>
          </a:prstGeom>
          <a:solidFill>
            <a:schemeClr val="bg1">
              <a:lumMod val="95000"/>
            </a:schemeClr>
          </a:solidFill>
          <a:ln w="28575">
            <a:solidFill>
              <a:schemeClr val="accent2"/>
            </a:solidFill>
          </a:ln>
        </p:spPr>
        <p:txBody>
          <a:bodyPr anchor="b"/>
          <a:lstStyle>
            <a:lvl1pPr algn="ctr">
              <a:buNone/>
              <a:defRPr sz="700" baseline="0">
                <a:solidFill>
                  <a:schemeClr val="tx1">
                    <a:lumMod val="75000"/>
                    <a:lumOff val="25000"/>
                  </a:schemeClr>
                </a:solidFill>
              </a:defRPr>
            </a:lvl1pPr>
          </a:lstStyle>
          <a:p>
            <a:endParaRPr lang="en-US" dirty="0"/>
          </a:p>
        </p:txBody>
      </p:sp>
      <p:sp>
        <p:nvSpPr>
          <p:cNvPr id="20" name="Picture Placeholder 6"/>
          <p:cNvSpPr>
            <a:spLocks noGrp="1"/>
          </p:cNvSpPr>
          <p:nvPr>
            <p:ph type="pic" sz="quarter" idx="16"/>
          </p:nvPr>
        </p:nvSpPr>
        <p:spPr>
          <a:xfrm>
            <a:off x="5418560" y="2398767"/>
            <a:ext cx="973180" cy="972954"/>
          </a:xfrm>
          <a:prstGeom prst="ellipse">
            <a:avLst/>
          </a:prstGeom>
          <a:solidFill>
            <a:schemeClr val="bg1">
              <a:lumMod val="95000"/>
            </a:schemeClr>
          </a:solidFill>
          <a:ln w="28575">
            <a:solidFill>
              <a:schemeClr val="accent3"/>
            </a:solidFill>
          </a:ln>
        </p:spPr>
        <p:txBody>
          <a:bodyPr anchor="b"/>
          <a:lstStyle>
            <a:lvl1pPr algn="ctr">
              <a:buNone/>
              <a:defRPr sz="700" baseline="0">
                <a:solidFill>
                  <a:schemeClr val="tx1">
                    <a:lumMod val="75000"/>
                    <a:lumOff val="25000"/>
                  </a:schemeClr>
                </a:solidFill>
              </a:defRPr>
            </a:lvl1pPr>
          </a:lstStyle>
          <a:p>
            <a:endParaRPr lang="en-US" dirty="0"/>
          </a:p>
        </p:txBody>
      </p:sp>
      <p:sp>
        <p:nvSpPr>
          <p:cNvPr id="21" name="Picture Placeholder 6"/>
          <p:cNvSpPr>
            <a:spLocks noGrp="1"/>
          </p:cNvSpPr>
          <p:nvPr>
            <p:ph type="pic" sz="quarter" idx="17"/>
          </p:nvPr>
        </p:nvSpPr>
        <p:spPr>
          <a:xfrm>
            <a:off x="4049373" y="3759287"/>
            <a:ext cx="973180" cy="972954"/>
          </a:xfrm>
          <a:prstGeom prst="ellipse">
            <a:avLst/>
          </a:prstGeom>
          <a:solidFill>
            <a:schemeClr val="bg1">
              <a:lumMod val="95000"/>
            </a:schemeClr>
          </a:solidFill>
          <a:ln w="28575">
            <a:solidFill>
              <a:schemeClr val="accent4"/>
            </a:solidFill>
          </a:ln>
        </p:spPr>
        <p:txBody>
          <a:bodyPr anchor="b"/>
          <a:lstStyle>
            <a:lvl1pPr algn="ctr">
              <a:buNone/>
              <a:defRPr sz="700" baseline="0">
                <a:solidFill>
                  <a:schemeClr val="tx1">
                    <a:lumMod val="75000"/>
                    <a:lumOff val="25000"/>
                  </a:schemeClr>
                </a:solidFill>
              </a:defRPr>
            </a:lvl1pPr>
          </a:lstStyle>
          <a:p>
            <a:endParaRPr lang="en-US" dirty="0"/>
          </a:p>
        </p:txBody>
      </p:sp>
      <p:sp>
        <p:nvSpPr>
          <p:cNvPr id="10" name="Title 1"/>
          <p:cNvSpPr>
            <a:spLocks noGrp="1"/>
          </p:cNvSpPr>
          <p:nvPr>
            <p:ph type="title" hasCustomPrompt="1"/>
          </p:nvPr>
        </p:nvSpPr>
        <p:spPr>
          <a:xfrm>
            <a:off x="250257" y="267471"/>
            <a:ext cx="8643486" cy="353524"/>
          </a:xfrm>
          <a:prstGeom prst="rect">
            <a:avLst/>
          </a:prstGeom>
        </p:spPr>
        <p:txBody>
          <a:bodyPr wrap="none" lIns="0" tIns="0" rIns="0" bIns="0" anchor="ctr">
            <a:noAutofit/>
          </a:bodyPr>
          <a:lstStyle>
            <a:lvl1pPr algn="ctr">
              <a:defRPr sz="2400" b="1" baseline="0">
                <a:solidFill>
                  <a:schemeClr val="bg1">
                    <a:lumMod val="50000"/>
                  </a:schemeClr>
                </a:solidFill>
              </a:defRPr>
            </a:lvl1pPr>
          </a:lstStyle>
          <a:p>
            <a:r>
              <a:rPr lang="en-US" dirty="0"/>
              <a:t>Click To Edit Master Title Style</a:t>
            </a:r>
          </a:p>
        </p:txBody>
      </p:sp>
      <p:sp>
        <p:nvSpPr>
          <p:cNvPr id="11" name="Text Placeholder 3"/>
          <p:cNvSpPr>
            <a:spLocks noGrp="1"/>
          </p:cNvSpPr>
          <p:nvPr>
            <p:ph type="body" sz="half" idx="2" hasCustomPrompt="1"/>
          </p:nvPr>
        </p:nvSpPr>
        <p:spPr>
          <a:xfrm>
            <a:off x="250257" y="619462"/>
            <a:ext cx="8643485" cy="200746"/>
          </a:xfrm>
          <a:prstGeom prst="rect">
            <a:avLst/>
          </a:prstGeom>
        </p:spPr>
        <p:txBody>
          <a:bodyPr wrap="square" lIns="0" tIns="0" rIns="0" bIns="0" anchor="ctr">
            <a:noAutofit/>
          </a:bodyPr>
          <a:lstStyle>
            <a:lvl1pPr marL="0" indent="0" algn="ctr">
              <a:buNone/>
              <a:defRPr sz="1200" b="1" i="0" baseline="0">
                <a:solidFill>
                  <a:schemeClr val="bg1">
                    <a:lumMod val="50000"/>
                  </a:schemeClr>
                </a:solidFill>
                <a:latin typeface="+mn-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Subtext Goes Here</a:t>
            </a:r>
          </a:p>
        </p:txBody>
      </p:sp>
    </p:spTree>
    <p:extLst>
      <p:ext uri="{BB962C8B-B14F-4D97-AF65-F5344CB8AC3E}">
        <p14:creationId xmlns:p14="http://schemas.microsoft.com/office/powerpoint/2010/main" val="166289690"/>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userDrawn="1">
  <p:cSld name="One Pictures">
    <p:spTree>
      <p:nvGrpSpPr>
        <p:cNvPr id="1" name=""/>
        <p:cNvGrpSpPr/>
        <p:nvPr/>
      </p:nvGrpSpPr>
      <p:grpSpPr>
        <a:xfrm>
          <a:off x="0" y="0"/>
          <a:ext cx="0" cy="0"/>
          <a:chOff x="0" y="0"/>
          <a:chExt cx="0" cy="0"/>
        </a:xfrm>
      </p:grpSpPr>
      <p:sp>
        <p:nvSpPr>
          <p:cNvPr id="13" name="Picture Placeholder 6"/>
          <p:cNvSpPr>
            <a:spLocks noGrp="1"/>
          </p:cNvSpPr>
          <p:nvPr>
            <p:ph type="pic" sz="quarter" idx="10" hasCustomPrompt="1"/>
          </p:nvPr>
        </p:nvSpPr>
        <p:spPr>
          <a:xfrm>
            <a:off x="0" y="954312"/>
            <a:ext cx="9143998" cy="3691290"/>
          </a:xfrm>
          <a:prstGeom prst="downArrowCallout">
            <a:avLst>
              <a:gd name="adj1" fmla="val 50000"/>
              <a:gd name="adj2" fmla="val 15352"/>
              <a:gd name="adj3" fmla="val 5443"/>
              <a:gd name="adj4" fmla="val 94557"/>
            </a:avLst>
          </a:prstGeom>
          <a:solidFill>
            <a:schemeClr val="bg1">
              <a:lumMod val="95000"/>
            </a:schemeClr>
          </a:solidFill>
        </p:spPr>
        <p:txBody>
          <a:bodyPr anchor="t"/>
          <a:lstStyle>
            <a:lvl1pPr algn="ctr">
              <a:buNone/>
              <a:defRPr sz="1200" baseline="0">
                <a:solidFill>
                  <a:schemeClr val="tx1">
                    <a:lumMod val="75000"/>
                    <a:lumOff val="25000"/>
                  </a:schemeClr>
                </a:solidFill>
              </a:defRPr>
            </a:lvl1pPr>
          </a:lstStyle>
          <a:p>
            <a:r>
              <a:rPr lang="en-US" dirty="0"/>
              <a:t>Click to insert your image here !</a:t>
            </a:r>
          </a:p>
        </p:txBody>
      </p:sp>
      <p:sp>
        <p:nvSpPr>
          <p:cNvPr id="7" name="Title 1"/>
          <p:cNvSpPr>
            <a:spLocks noGrp="1"/>
          </p:cNvSpPr>
          <p:nvPr>
            <p:ph type="title" hasCustomPrompt="1"/>
          </p:nvPr>
        </p:nvSpPr>
        <p:spPr>
          <a:xfrm>
            <a:off x="250257" y="267471"/>
            <a:ext cx="8643486" cy="353524"/>
          </a:xfrm>
          <a:prstGeom prst="rect">
            <a:avLst/>
          </a:prstGeom>
        </p:spPr>
        <p:txBody>
          <a:bodyPr wrap="none" lIns="0" tIns="0" rIns="0" bIns="0" anchor="ctr">
            <a:noAutofit/>
          </a:bodyPr>
          <a:lstStyle>
            <a:lvl1pPr algn="ctr">
              <a:defRPr sz="2400" b="1" baseline="0">
                <a:solidFill>
                  <a:schemeClr val="bg1">
                    <a:lumMod val="50000"/>
                  </a:schemeClr>
                </a:solidFill>
              </a:defRPr>
            </a:lvl1pPr>
          </a:lstStyle>
          <a:p>
            <a:r>
              <a:rPr lang="en-US" dirty="0"/>
              <a:t>Click To Edit Master Title Style</a:t>
            </a:r>
          </a:p>
        </p:txBody>
      </p:sp>
      <p:sp>
        <p:nvSpPr>
          <p:cNvPr id="8" name="Text Placeholder 3"/>
          <p:cNvSpPr>
            <a:spLocks noGrp="1"/>
          </p:cNvSpPr>
          <p:nvPr>
            <p:ph type="body" sz="half" idx="2" hasCustomPrompt="1"/>
          </p:nvPr>
        </p:nvSpPr>
        <p:spPr>
          <a:xfrm>
            <a:off x="250257" y="619462"/>
            <a:ext cx="8643485" cy="200746"/>
          </a:xfrm>
          <a:prstGeom prst="rect">
            <a:avLst/>
          </a:prstGeom>
        </p:spPr>
        <p:txBody>
          <a:bodyPr wrap="square" lIns="0" tIns="0" rIns="0" bIns="0" anchor="ctr">
            <a:noAutofit/>
          </a:bodyPr>
          <a:lstStyle>
            <a:lvl1pPr marL="0" indent="0" algn="ctr">
              <a:buNone/>
              <a:defRPr sz="1200" b="1" i="0" baseline="0">
                <a:solidFill>
                  <a:schemeClr val="bg1">
                    <a:lumMod val="50000"/>
                  </a:schemeClr>
                </a:solidFill>
                <a:latin typeface="+mn-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Subtext Goes Here</a:t>
            </a:r>
          </a:p>
        </p:txBody>
      </p:sp>
    </p:spTree>
    <p:extLst>
      <p:ext uri="{BB962C8B-B14F-4D97-AF65-F5344CB8AC3E}">
        <p14:creationId xmlns:p14="http://schemas.microsoft.com/office/powerpoint/2010/main" val="3733703443"/>
      </p:ext>
    </p:extLst>
  </p:cSld>
  <p:clrMapOvr>
    <a:masterClrMapping/>
  </p:clrMapOvr>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84" Type="http://schemas.openxmlformats.org/officeDocument/2006/relationships/slideLayout" Target="../slideLayouts/slideLayout84.xml"/><Relationship Id="rId89" Type="http://schemas.openxmlformats.org/officeDocument/2006/relationships/slideLayout" Target="../slideLayouts/slideLayout89.xml"/><Relationship Id="rId16" Type="http://schemas.openxmlformats.org/officeDocument/2006/relationships/slideLayout" Target="../slideLayouts/slideLayout16.xml"/><Relationship Id="rId11" Type="http://schemas.openxmlformats.org/officeDocument/2006/relationships/slideLayout" Target="../slideLayouts/slideLayout11.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74" Type="http://schemas.openxmlformats.org/officeDocument/2006/relationships/slideLayout" Target="../slideLayouts/slideLayout74.xml"/><Relationship Id="rId79" Type="http://schemas.openxmlformats.org/officeDocument/2006/relationships/slideLayout" Target="../slideLayouts/slideLayout79.xml"/><Relationship Id="rId102" Type="http://schemas.openxmlformats.org/officeDocument/2006/relationships/theme" Target="../theme/theme1.xml"/><Relationship Id="rId5" Type="http://schemas.openxmlformats.org/officeDocument/2006/relationships/slideLayout" Target="../slideLayouts/slideLayout5.xml"/><Relationship Id="rId90" Type="http://schemas.openxmlformats.org/officeDocument/2006/relationships/slideLayout" Target="../slideLayouts/slideLayout90.xml"/><Relationship Id="rId95" Type="http://schemas.openxmlformats.org/officeDocument/2006/relationships/slideLayout" Target="../slideLayouts/slideLayout95.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80" Type="http://schemas.openxmlformats.org/officeDocument/2006/relationships/slideLayout" Target="../slideLayouts/slideLayout80.xml"/><Relationship Id="rId85" Type="http://schemas.openxmlformats.org/officeDocument/2006/relationships/slideLayout" Target="../slideLayouts/slideLayout85.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slideLayout" Target="../slideLayouts/slideLayout70.xml"/><Relationship Id="rId75" Type="http://schemas.openxmlformats.org/officeDocument/2006/relationships/slideLayout" Target="../slideLayouts/slideLayout75.xml"/><Relationship Id="rId83" Type="http://schemas.openxmlformats.org/officeDocument/2006/relationships/slideLayout" Target="../slideLayouts/slideLayout83.xml"/><Relationship Id="rId88" Type="http://schemas.openxmlformats.org/officeDocument/2006/relationships/slideLayout" Target="../slideLayouts/slideLayout88.xml"/><Relationship Id="rId91" Type="http://schemas.openxmlformats.org/officeDocument/2006/relationships/slideLayout" Target="../slideLayouts/slideLayout91.xml"/><Relationship Id="rId96" Type="http://schemas.openxmlformats.org/officeDocument/2006/relationships/slideLayout" Target="../slideLayouts/slideLayout96.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slideLayout" Target="../slideLayouts/slideLayout73.xml"/><Relationship Id="rId78" Type="http://schemas.openxmlformats.org/officeDocument/2006/relationships/slideLayout" Target="../slideLayouts/slideLayout78.xml"/><Relationship Id="rId81" Type="http://schemas.openxmlformats.org/officeDocument/2006/relationships/slideLayout" Target="../slideLayouts/slideLayout81.xml"/><Relationship Id="rId86" Type="http://schemas.openxmlformats.org/officeDocument/2006/relationships/slideLayout" Target="../slideLayouts/slideLayout86.xml"/><Relationship Id="rId94" Type="http://schemas.openxmlformats.org/officeDocument/2006/relationships/slideLayout" Target="../slideLayouts/slideLayout94.xml"/><Relationship Id="rId99" Type="http://schemas.openxmlformats.org/officeDocument/2006/relationships/slideLayout" Target="../slideLayouts/slideLayout99.xml"/><Relationship Id="rId101" Type="http://schemas.openxmlformats.org/officeDocument/2006/relationships/slideLayout" Target="../slideLayouts/slideLayout101.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6" Type="http://schemas.openxmlformats.org/officeDocument/2006/relationships/slideLayout" Target="../slideLayouts/slideLayout76.xml"/><Relationship Id="rId97" Type="http://schemas.openxmlformats.org/officeDocument/2006/relationships/slideLayout" Target="../slideLayouts/slideLayout97.xml"/><Relationship Id="rId7" Type="http://schemas.openxmlformats.org/officeDocument/2006/relationships/slideLayout" Target="../slideLayouts/slideLayout7.xml"/><Relationship Id="rId71" Type="http://schemas.openxmlformats.org/officeDocument/2006/relationships/slideLayout" Target="../slideLayouts/slideLayout71.xml"/><Relationship Id="rId92" Type="http://schemas.openxmlformats.org/officeDocument/2006/relationships/slideLayout" Target="../slideLayouts/slideLayout92.xml"/><Relationship Id="rId2" Type="http://schemas.openxmlformats.org/officeDocument/2006/relationships/slideLayout" Target="../slideLayouts/slideLayout2.xml"/><Relationship Id="rId29" Type="http://schemas.openxmlformats.org/officeDocument/2006/relationships/slideLayout" Target="../slideLayouts/slideLayout29.xml"/><Relationship Id="rId24" Type="http://schemas.openxmlformats.org/officeDocument/2006/relationships/slideLayout" Target="../slideLayouts/slideLayout24.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66" Type="http://schemas.openxmlformats.org/officeDocument/2006/relationships/slideLayout" Target="../slideLayouts/slideLayout66.xml"/><Relationship Id="rId87" Type="http://schemas.openxmlformats.org/officeDocument/2006/relationships/slideLayout" Target="../slideLayouts/slideLayout87.xml"/><Relationship Id="rId61" Type="http://schemas.openxmlformats.org/officeDocument/2006/relationships/slideLayout" Target="../slideLayouts/slideLayout61.xml"/><Relationship Id="rId82" Type="http://schemas.openxmlformats.org/officeDocument/2006/relationships/slideLayout" Target="../slideLayouts/slideLayout82.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56" Type="http://schemas.openxmlformats.org/officeDocument/2006/relationships/slideLayout" Target="../slideLayouts/slideLayout56.xml"/><Relationship Id="rId77" Type="http://schemas.openxmlformats.org/officeDocument/2006/relationships/slideLayout" Target="../slideLayouts/slideLayout77.xml"/><Relationship Id="rId100" Type="http://schemas.openxmlformats.org/officeDocument/2006/relationships/slideLayout" Target="../slideLayouts/slideLayout100.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93" Type="http://schemas.openxmlformats.org/officeDocument/2006/relationships/slideLayout" Target="../slideLayouts/slideLayout93.xml"/><Relationship Id="rId98" Type="http://schemas.openxmlformats.org/officeDocument/2006/relationships/slideLayout" Target="../slideLayouts/slideLayout98.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Slide Number Placeholder 5">
            <a:extLst>
              <a:ext uri="{FF2B5EF4-FFF2-40B4-BE49-F238E27FC236}">
                <a16:creationId xmlns:a16="http://schemas.microsoft.com/office/drawing/2014/main" id="{89ABC3C4-EB24-4C62-84F0-409494BB3063}"/>
              </a:ext>
            </a:extLst>
          </p:cNvPr>
          <p:cNvSpPr txBox="1">
            <a:spLocks/>
          </p:cNvSpPr>
          <p:nvPr userDrawn="1"/>
        </p:nvSpPr>
        <p:spPr>
          <a:xfrm>
            <a:off x="-2791" y="4878388"/>
            <a:ext cx="359980" cy="274637"/>
          </a:xfrm>
          <a:prstGeom prst="rect">
            <a:avLst/>
          </a:prstGeom>
        </p:spPr>
        <p:txBody>
          <a:bodyPr vert="horz" lIns="91440" tIns="45720" rIns="91440" bIns="45720" rtlCol="0" anchor="ctr"/>
          <a:lstStyle>
            <a:lvl1pPr algn="r">
              <a:defRPr sz="1200">
                <a:solidFill>
                  <a:schemeClr val="tx1">
                    <a:tint val="75000"/>
                  </a:schemeClr>
                </a:solidFill>
              </a:defRPr>
            </a:lvl1pPr>
          </a:lstStyle>
          <a:p>
            <a:pPr marL="0" marR="0" lvl="0" indent="0" algn="ctr" defTabSz="1031626" rtl="0" eaLnBrk="1" fontAlgn="auto" latinLnBrk="0" hangingPunct="1">
              <a:lnSpc>
                <a:spcPct val="100000"/>
              </a:lnSpc>
              <a:spcBef>
                <a:spcPts val="0"/>
              </a:spcBef>
              <a:spcAft>
                <a:spcPts val="0"/>
              </a:spcAft>
              <a:buClrTx/>
              <a:buSzTx/>
              <a:buFontTx/>
              <a:buNone/>
              <a:tabLst/>
              <a:defRPr/>
            </a:pPr>
            <a:fld id="{FF14B9FE-21E6-4B09-A80A-6ECAFC8A0C01}" type="slidenum">
              <a:rPr kumimoji="0" lang="en-US" sz="800" b="0" i="0" u="none" strike="noStrike" kern="1200" cap="none" spc="0" normalizeH="0" baseline="0" noProof="0" smtClean="0">
                <a:ln>
                  <a:noFill/>
                </a:ln>
                <a:solidFill>
                  <a:schemeClr val="bg1">
                    <a:lumMod val="75000"/>
                  </a:schemeClr>
                </a:solidFill>
                <a:effectLst/>
                <a:uLnTx/>
                <a:uFillTx/>
                <a:latin typeface="+mn-lt"/>
                <a:ea typeface="+mn-ea"/>
                <a:cs typeface="+mn-cs"/>
              </a:rPr>
              <a:pPr marL="0" marR="0" lvl="0" indent="0" algn="ctr" defTabSz="1031626"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chemeClr val="bg1">
                  <a:lumMod val="75000"/>
                </a:schemeClr>
              </a:solidFill>
              <a:effectLst/>
              <a:uLnTx/>
              <a:uFillTx/>
              <a:latin typeface="+mn-lt"/>
              <a:ea typeface="+mn-ea"/>
              <a:cs typeface="+mn-cs"/>
            </a:endParaRPr>
          </a:p>
        </p:txBody>
      </p:sp>
      <p:sp>
        <p:nvSpPr>
          <p:cNvPr id="9" name="Title 2">
            <a:extLst>
              <a:ext uri="{FF2B5EF4-FFF2-40B4-BE49-F238E27FC236}">
                <a16:creationId xmlns:a16="http://schemas.microsoft.com/office/drawing/2014/main" id="{075C562D-3A92-473A-8A9B-C64E0236787A}"/>
              </a:ext>
            </a:extLst>
          </p:cNvPr>
          <p:cNvSpPr txBox="1">
            <a:spLocks/>
          </p:cNvSpPr>
          <p:nvPr userDrawn="1"/>
        </p:nvSpPr>
        <p:spPr>
          <a:xfrm>
            <a:off x="347665" y="4961845"/>
            <a:ext cx="1404935" cy="107722"/>
          </a:xfrm>
          <a:prstGeom prst="rect">
            <a:avLst/>
          </a:prstGeom>
        </p:spPr>
        <p:txBody>
          <a:bodyPr wrap="square" lIns="0" tIns="0" rIns="0" bIns="0" anchor="ctr">
            <a:sp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700" b="0" kern="1500" dirty="0">
                <a:solidFill>
                  <a:schemeClr val="bg1">
                    <a:lumMod val="75000"/>
                  </a:schemeClr>
                </a:solidFill>
              </a:rPr>
              <a:t>HTC - Confidential</a:t>
            </a:r>
          </a:p>
        </p:txBody>
      </p:sp>
    </p:spTree>
  </p:cSld>
  <p:clrMap bg1="lt1" tx1="dk1" bg2="lt2" tx2="dk2" accent1="accent1" accent2="accent2" accent3="accent3" accent4="accent4" accent5="accent5" accent6="accent6" hlink="hlink" folHlink="folHlink"/>
  <p:sldLayoutIdLst>
    <p:sldLayoutId id="2147484487" r:id="rId1"/>
    <p:sldLayoutId id="2147484769" r:id="rId2"/>
    <p:sldLayoutId id="2147484323" r:id="rId3"/>
    <p:sldLayoutId id="2147484774" r:id="rId4"/>
    <p:sldLayoutId id="2147484629" r:id="rId5"/>
    <p:sldLayoutId id="2147484632" r:id="rId6"/>
    <p:sldLayoutId id="2147484630" r:id="rId7"/>
    <p:sldLayoutId id="2147484633" r:id="rId8"/>
    <p:sldLayoutId id="2147484641" r:id="rId9"/>
    <p:sldLayoutId id="2147484642" r:id="rId10"/>
    <p:sldLayoutId id="2147484643" r:id="rId11"/>
    <p:sldLayoutId id="2147484644" r:id="rId12"/>
    <p:sldLayoutId id="2147484502" r:id="rId13"/>
    <p:sldLayoutId id="2147484621" r:id="rId14"/>
    <p:sldLayoutId id="2147484622" r:id="rId15"/>
    <p:sldLayoutId id="2147484634" r:id="rId16"/>
    <p:sldLayoutId id="2147484635" r:id="rId17"/>
    <p:sldLayoutId id="2147484636" r:id="rId18"/>
    <p:sldLayoutId id="2147484637" r:id="rId19"/>
    <p:sldLayoutId id="2147484624" r:id="rId20"/>
    <p:sldLayoutId id="2147484625" r:id="rId21"/>
    <p:sldLayoutId id="2147484540" r:id="rId22"/>
    <p:sldLayoutId id="2147484506" r:id="rId23"/>
    <p:sldLayoutId id="2147484542" r:id="rId24"/>
    <p:sldLayoutId id="2147484541" r:id="rId25"/>
    <p:sldLayoutId id="2147484507" r:id="rId26"/>
    <p:sldLayoutId id="2147484508" r:id="rId27"/>
    <p:sldLayoutId id="2147484567" r:id="rId28"/>
    <p:sldLayoutId id="2147484509" r:id="rId29"/>
    <p:sldLayoutId id="2147484515" r:id="rId30"/>
    <p:sldLayoutId id="2147484510" r:id="rId31"/>
    <p:sldLayoutId id="2147484517" r:id="rId32"/>
    <p:sldLayoutId id="2147484535" r:id="rId33"/>
    <p:sldLayoutId id="2147484536" r:id="rId34"/>
    <p:sldLayoutId id="2147484512" r:id="rId35"/>
    <p:sldLayoutId id="2147484781" r:id="rId36"/>
    <p:sldLayoutId id="2147484511" r:id="rId37"/>
    <p:sldLayoutId id="2147484516" r:id="rId38"/>
    <p:sldLayoutId id="2147484513" r:id="rId39"/>
    <p:sldLayoutId id="2147484639" r:id="rId40"/>
    <p:sldLayoutId id="2147484638" r:id="rId41"/>
    <p:sldLayoutId id="2147484514" r:id="rId42"/>
    <p:sldLayoutId id="2147484528" r:id="rId43"/>
    <p:sldLayoutId id="2147484529" r:id="rId44"/>
    <p:sldLayoutId id="2147484530" r:id="rId45"/>
    <p:sldLayoutId id="2147484645" r:id="rId46"/>
    <p:sldLayoutId id="2147484688" r:id="rId47"/>
    <p:sldLayoutId id="2147484689" r:id="rId48"/>
    <p:sldLayoutId id="2147484690" r:id="rId49"/>
    <p:sldLayoutId id="2147484691" r:id="rId50"/>
    <p:sldLayoutId id="2147484531" r:id="rId51"/>
    <p:sldLayoutId id="2147484532" r:id="rId52"/>
    <p:sldLayoutId id="2147484538" r:id="rId53"/>
    <p:sldLayoutId id="2147484539" r:id="rId54"/>
    <p:sldLayoutId id="2147484650" r:id="rId55"/>
    <p:sldLayoutId id="2147484649" r:id="rId56"/>
    <p:sldLayoutId id="2147484628" r:id="rId57"/>
    <p:sldLayoutId id="2147484647" r:id="rId58"/>
    <p:sldLayoutId id="2147484672" r:id="rId59"/>
    <p:sldLayoutId id="2147484670" r:id="rId60"/>
    <p:sldLayoutId id="2147484685" r:id="rId61"/>
    <p:sldLayoutId id="2147484687" r:id="rId62"/>
    <p:sldLayoutId id="2147484686" r:id="rId63"/>
    <p:sldLayoutId id="2147484678" r:id="rId64"/>
    <p:sldLayoutId id="2147484677" r:id="rId65"/>
    <p:sldLayoutId id="2147484676" r:id="rId66"/>
    <p:sldLayoutId id="2147484671" r:id="rId67"/>
    <p:sldLayoutId id="2147484675" r:id="rId68"/>
    <p:sldLayoutId id="2147484682" r:id="rId69"/>
    <p:sldLayoutId id="2147484681" r:id="rId70"/>
    <p:sldLayoutId id="2147484684" r:id="rId71"/>
    <p:sldLayoutId id="2147484680" r:id="rId72"/>
    <p:sldLayoutId id="2147484679" r:id="rId73"/>
    <p:sldLayoutId id="2147484726" r:id="rId74"/>
    <p:sldLayoutId id="2147484727" r:id="rId75"/>
    <p:sldLayoutId id="2147484728" r:id="rId76"/>
    <p:sldLayoutId id="2147484729" r:id="rId77"/>
    <p:sldLayoutId id="2147484732" r:id="rId78"/>
    <p:sldLayoutId id="2147484731" r:id="rId79"/>
    <p:sldLayoutId id="2147484747" r:id="rId80"/>
    <p:sldLayoutId id="2147484744" r:id="rId81"/>
    <p:sldLayoutId id="2147484746" r:id="rId82"/>
    <p:sldLayoutId id="2147484748" r:id="rId83"/>
    <p:sldLayoutId id="2147484750" r:id="rId84"/>
    <p:sldLayoutId id="2147484751" r:id="rId85"/>
    <p:sldLayoutId id="2147484752" r:id="rId86"/>
    <p:sldLayoutId id="2147484753" r:id="rId87"/>
    <p:sldLayoutId id="2147484754" r:id="rId88"/>
    <p:sldLayoutId id="2147484755" r:id="rId89"/>
    <p:sldLayoutId id="2147484756" r:id="rId90"/>
    <p:sldLayoutId id="2147484759" r:id="rId91"/>
    <p:sldLayoutId id="2147484757" r:id="rId92"/>
    <p:sldLayoutId id="2147484758" r:id="rId93"/>
    <p:sldLayoutId id="2147484760" r:id="rId94"/>
    <p:sldLayoutId id="2147484761" r:id="rId95"/>
    <p:sldLayoutId id="2147484762" r:id="rId96"/>
    <p:sldLayoutId id="2147484776" r:id="rId97"/>
    <p:sldLayoutId id="2147484779" r:id="rId98"/>
    <p:sldLayoutId id="2147484780" r:id="rId99"/>
    <p:sldLayoutId id="2147484785" r:id="rId100"/>
    <p:sldLayoutId id="2147484786" r:id="rId101"/>
  </p:sldLayoutIdLst>
  <p:hf sldNum="0" hdr="0" ftr="0" dt="0"/>
  <p:txStyles>
    <p:titleStyle>
      <a:lvl1pPr algn="ctr" defTabSz="914377" rtl="0" eaLnBrk="1" latinLnBrk="0" hangingPunct="1">
        <a:spcBef>
          <a:spcPct val="0"/>
        </a:spcBef>
        <a:buNone/>
        <a:defRPr sz="4400" kern="1200">
          <a:solidFill>
            <a:schemeClr val="tx1"/>
          </a:solidFill>
          <a:latin typeface="+mj-lt"/>
          <a:ea typeface="+mj-ea"/>
          <a:cs typeface="+mj-cs"/>
        </a:defRPr>
      </a:lvl1pPr>
    </p:titleStyle>
    <p:bodyStyle>
      <a:lvl1pPr marL="342891" indent="-342891" algn="l" defTabSz="914377"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32" indent="-285744" algn="l" defTabSz="914377"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2971" indent="-228594" algn="l" defTabSz="914377"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160"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349"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537"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726"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914"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103"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97.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39.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01.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01.xml"/><Relationship Id="rId6" Type="http://schemas.openxmlformats.org/officeDocument/2006/relationships/image" Target="../media/image8.jpeg"/><Relationship Id="rId5" Type="http://schemas.openxmlformats.org/officeDocument/2006/relationships/image" Target="../media/image7.jpeg"/><Relationship Id="rId4" Type="http://schemas.openxmlformats.org/officeDocument/2006/relationships/image" Target="../media/image6.jpeg"/></Relationships>
</file>

<file path=ppt/slides/_rels/slide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11.jpe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8" Type="http://schemas.openxmlformats.org/officeDocument/2006/relationships/image" Target="../media/image17.jpeg"/><Relationship Id="rId13" Type="http://schemas.openxmlformats.org/officeDocument/2006/relationships/image" Target="../media/image22.png"/><Relationship Id="rId3" Type="http://schemas.openxmlformats.org/officeDocument/2006/relationships/image" Target="../media/image12.jpeg"/><Relationship Id="rId7" Type="http://schemas.openxmlformats.org/officeDocument/2006/relationships/image" Target="../media/image16.jpeg"/><Relationship Id="rId12" Type="http://schemas.openxmlformats.org/officeDocument/2006/relationships/image" Target="../media/image21.jpeg"/><Relationship Id="rId2" Type="http://schemas.openxmlformats.org/officeDocument/2006/relationships/notesSlide" Target="../notesSlides/notesSlide3.xml"/><Relationship Id="rId1" Type="http://schemas.openxmlformats.org/officeDocument/2006/relationships/slideLayout" Target="../slideLayouts/slideLayout99.xml"/><Relationship Id="rId6" Type="http://schemas.openxmlformats.org/officeDocument/2006/relationships/image" Target="../media/image15.jpeg"/><Relationship Id="rId11" Type="http://schemas.openxmlformats.org/officeDocument/2006/relationships/image" Target="../media/image20.png"/><Relationship Id="rId5" Type="http://schemas.openxmlformats.org/officeDocument/2006/relationships/image" Target="../media/image14.jpeg"/><Relationship Id="rId10" Type="http://schemas.openxmlformats.org/officeDocument/2006/relationships/image" Target="../media/image19.jpeg"/><Relationship Id="rId4" Type="http://schemas.openxmlformats.org/officeDocument/2006/relationships/image" Target="../media/image13.png"/><Relationship Id="rId9" Type="http://schemas.openxmlformats.org/officeDocument/2006/relationships/image" Target="../media/image18.png"/><Relationship Id="rId14" Type="http://schemas.openxmlformats.org/officeDocument/2006/relationships/image" Target="../media/image23.png"/></Relationships>
</file>

<file path=ppt/slides/_rels/slide9.xml.rels><?xml version="1.0" encoding="UTF-8" standalone="yes"?>
<Relationships xmlns="http://schemas.openxmlformats.org/package/2006/relationships"><Relationship Id="rId8" Type="http://schemas.openxmlformats.org/officeDocument/2006/relationships/image" Target="../media/image24.png"/><Relationship Id="rId13" Type="http://schemas.openxmlformats.org/officeDocument/2006/relationships/image" Target="../media/image27.png"/><Relationship Id="rId3" Type="http://schemas.openxmlformats.org/officeDocument/2006/relationships/image" Target="../media/image18.png"/><Relationship Id="rId7" Type="http://schemas.openxmlformats.org/officeDocument/2006/relationships/image" Target="../media/image22.png"/><Relationship Id="rId12" Type="http://schemas.microsoft.com/office/2007/relationships/hdphoto" Target="../media/hdphoto2.wdp"/><Relationship Id="rId2" Type="http://schemas.openxmlformats.org/officeDocument/2006/relationships/image" Target="../media/image17.jpeg"/><Relationship Id="rId1" Type="http://schemas.openxmlformats.org/officeDocument/2006/relationships/slideLayout" Target="../slideLayouts/slideLayout99.xml"/><Relationship Id="rId6" Type="http://schemas.openxmlformats.org/officeDocument/2006/relationships/image" Target="../media/image21.jpeg"/><Relationship Id="rId11" Type="http://schemas.openxmlformats.org/officeDocument/2006/relationships/image" Target="../media/image26.png"/><Relationship Id="rId5" Type="http://schemas.openxmlformats.org/officeDocument/2006/relationships/image" Target="../media/image20.png"/><Relationship Id="rId15" Type="http://schemas.openxmlformats.org/officeDocument/2006/relationships/image" Target="../media/image29.jpeg"/><Relationship Id="rId10" Type="http://schemas.openxmlformats.org/officeDocument/2006/relationships/image" Target="../media/image25.jpeg"/><Relationship Id="rId4" Type="http://schemas.openxmlformats.org/officeDocument/2006/relationships/image" Target="../media/image19.jpeg"/><Relationship Id="rId9" Type="http://schemas.microsoft.com/office/2007/relationships/hdphoto" Target="../media/hdphoto1.wdp"/><Relationship Id="rId14" Type="http://schemas.openxmlformats.org/officeDocument/2006/relationships/image" Target="../media/image28.jpeg"/></Relationships>
</file>

<file path=ppt/slides/_rels/slide10.xml.rels><?xml version="1.0" encoding="UTF-8" standalone="yes"?>
<Relationships xmlns="http://schemas.openxmlformats.org/package/2006/relationships"><Relationship Id="rId8" Type="http://schemas.openxmlformats.org/officeDocument/2006/relationships/image" Target="../media/image22.png"/><Relationship Id="rId13" Type="http://schemas.openxmlformats.org/officeDocument/2006/relationships/image" Target="../media/image34.jpeg"/><Relationship Id="rId3" Type="http://schemas.openxmlformats.org/officeDocument/2006/relationships/image" Target="../media/image17.jpeg"/><Relationship Id="rId7" Type="http://schemas.openxmlformats.org/officeDocument/2006/relationships/image" Target="../media/image21.jpeg"/><Relationship Id="rId12" Type="http://schemas.openxmlformats.org/officeDocument/2006/relationships/image" Target="../media/image33.jpeg"/><Relationship Id="rId2" Type="http://schemas.openxmlformats.org/officeDocument/2006/relationships/notesSlide" Target="../notesSlides/notesSlide4.xml"/><Relationship Id="rId1" Type="http://schemas.openxmlformats.org/officeDocument/2006/relationships/slideLayout" Target="../slideLayouts/slideLayout99.xml"/><Relationship Id="rId6" Type="http://schemas.openxmlformats.org/officeDocument/2006/relationships/image" Target="../media/image20.png"/><Relationship Id="rId11" Type="http://schemas.openxmlformats.org/officeDocument/2006/relationships/image" Target="../media/image32.jpeg"/><Relationship Id="rId5" Type="http://schemas.openxmlformats.org/officeDocument/2006/relationships/image" Target="../media/image19.jpeg"/><Relationship Id="rId10" Type="http://schemas.openxmlformats.org/officeDocument/2006/relationships/image" Target="../media/image31.jpeg"/><Relationship Id="rId4" Type="http://schemas.openxmlformats.org/officeDocument/2006/relationships/image" Target="../media/image18.png"/><Relationship Id="rId9" Type="http://schemas.openxmlformats.org/officeDocument/2006/relationships/image" Target="../media/image30.jpeg"/><Relationship Id="rId14" Type="http://schemas.openxmlformats.org/officeDocument/2006/relationships/image" Target="../media/image35.jpeg"/></Relationships>
</file>

<file path=ppt/slides/_rels/slide11.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37.png"/><Relationship Id="rId7" Type="http://schemas.openxmlformats.org/officeDocument/2006/relationships/image" Target="../media/image41.png"/><Relationship Id="rId2" Type="http://schemas.openxmlformats.org/officeDocument/2006/relationships/notesSlide" Target="../notesSlides/notesSlide5.xml"/><Relationship Id="rId1" Type="http://schemas.openxmlformats.org/officeDocument/2006/relationships/slideLayout" Target="../slideLayouts/slideLayout100.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 Id="rId9" Type="http://schemas.openxmlformats.org/officeDocument/2006/relationships/image" Target="../media/image43.png"/></Relationships>
</file>

<file path=ppt/slides/_rels/slide13.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0.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00.xml"/></Relationships>
</file>

<file path=ppt/slides/_rels/slide16.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8.xml"/><Relationship Id="rId1" Type="http://schemas.openxmlformats.org/officeDocument/2006/relationships/slideLayout" Target="../slideLayouts/slideLayout100.xml"/></Relationships>
</file>

<file path=ppt/slides/_rels/slide17.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notesSlide" Target="../notesSlides/notesSlide9.xml"/><Relationship Id="rId1" Type="http://schemas.openxmlformats.org/officeDocument/2006/relationships/slideLayout" Target="../slideLayouts/slideLayout100.xml"/><Relationship Id="rId4" Type="http://schemas.openxmlformats.org/officeDocument/2006/relationships/image" Target="../media/image46.jpeg"/></Relationships>
</file>

<file path=ppt/slides/_rels/slide18.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100.xml"/></Relationships>
</file>

<file path=ppt/slides/_rels/slide20.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100.xml"/><Relationship Id="rId5" Type="http://schemas.openxmlformats.org/officeDocument/2006/relationships/image" Target="../media/image52.png"/><Relationship Id="rId4" Type="http://schemas.openxmlformats.org/officeDocument/2006/relationships/image" Target="../media/image51.png"/></Relationships>
</file>

<file path=ppt/slides/_rels/slide21.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100.xml"/><Relationship Id="rId4" Type="http://schemas.openxmlformats.org/officeDocument/2006/relationships/image" Target="../media/image55.png"/></Relationships>
</file>

<file path=ppt/slides/_rels/slide22.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100.xml"/></Relationships>
</file>

<file path=ppt/slides/_rels/slide23.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100.xml"/></Relationships>
</file>

<file path=ppt/slides/_rels/slide24.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100.xml"/><Relationship Id="rId4" Type="http://schemas.openxmlformats.org/officeDocument/2006/relationships/image" Target="../media/image61.png"/></Relationships>
</file>

<file path=ppt/slides/_rels/slide25.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100.xml"/></Relationships>
</file>

<file path=ppt/slides/_rels/slide26.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0.xml"/></Relationships>
</file>

<file path=ppt/slides/_rels/slide28.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11.xml"/><Relationship Id="rId1" Type="http://schemas.openxmlformats.org/officeDocument/2006/relationships/slideLayout" Target="../slideLayouts/slideLayout100.xml"/><Relationship Id="rId4" Type="http://schemas.openxmlformats.org/officeDocument/2006/relationships/image" Target="../media/image64.svg"/></Relationships>
</file>

<file path=ppt/slides/_rels/slide29.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10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00.xml"/></Relationships>
</file>

<file path=ppt/slides/_rels/slide31.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100.xml"/></Relationships>
</file>

<file path=ppt/slides/_rels/slide32.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100.xml"/></Relationships>
</file>

<file path=ppt/slides/_rels/slide33.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0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0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0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0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0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0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01.xml"/></Relationships>
</file>

<file path=ppt/slides/_rels/slide41.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00.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00.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Placeholder 12">
            <a:extLst>
              <a:ext uri="{FF2B5EF4-FFF2-40B4-BE49-F238E27FC236}">
                <a16:creationId xmlns:a16="http://schemas.microsoft.com/office/drawing/2014/main" id="{708BCA36-08AB-4D31-B398-34FA25A2D1C8}"/>
              </a:ext>
            </a:extLst>
          </p:cNvPr>
          <p:cNvPicPr>
            <a:picLocks noGrp="1" noChangeAspect="1"/>
          </p:cNvPicPr>
          <p:nvPr>
            <p:ph type="pic" sz="quarter" idx="10"/>
          </p:nvPr>
        </p:nvPicPr>
        <p:blipFill>
          <a:blip r:embed="rId2">
            <a:extLst>
              <a:ext uri="{28A0092B-C50C-407E-A947-70E740481C1C}">
                <a14:useLocalDpi xmlns:a14="http://schemas.microsoft.com/office/drawing/2010/main" val="0"/>
              </a:ext>
            </a:extLst>
          </a:blip>
          <a:srcRect t="6211" b="6211"/>
          <a:stretch>
            <a:fillRect/>
          </a:stretch>
        </p:blipFill>
        <p:spPr>
          <a:xfrm>
            <a:off x="0" y="0"/>
            <a:ext cx="9144000" cy="5143500"/>
          </a:xfrm>
        </p:spPr>
      </p:pic>
      <p:sp>
        <p:nvSpPr>
          <p:cNvPr id="8" name="Rectangle 7"/>
          <p:cNvSpPr/>
          <p:nvPr/>
        </p:nvSpPr>
        <p:spPr>
          <a:xfrm>
            <a:off x="0" y="-12919"/>
            <a:ext cx="9144000" cy="5143500"/>
          </a:xfrm>
          <a:prstGeom prst="rect">
            <a:avLst/>
          </a:prstGeom>
          <a:solidFill>
            <a:srgbClr val="0B2537">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6" name="Rounded Rectangle 5"/>
          <p:cNvSpPr/>
          <p:nvPr/>
        </p:nvSpPr>
        <p:spPr>
          <a:xfrm>
            <a:off x="942759" y="699523"/>
            <a:ext cx="7258482" cy="3744455"/>
          </a:xfrm>
          <a:prstGeom prst="roundRect">
            <a:avLst>
              <a:gd name="adj" fmla="val 4263"/>
            </a:avLst>
          </a:prstGeom>
          <a:solidFill>
            <a:schemeClr val="bg1">
              <a:alpha val="3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TextBox 29"/>
          <p:cNvSpPr txBox="1"/>
          <p:nvPr/>
        </p:nvSpPr>
        <p:spPr>
          <a:xfrm>
            <a:off x="942760" y="2038350"/>
            <a:ext cx="7258482" cy="869469"/>
          </a:xfrm>
          <a:prstGeom prst="rect">
            <a:avLst/>
          </a:prstGeom>
          <a:noFill/>
        </p:spPr>
        <p:txBody>
          <a:bodyPr wrap="square" rtlCol="0">
            <a:spAutoFit/>
          </a:bodyPr>
          <a:lstStyle/>
          <a:p>
            <a:pPr algn="ctr"/>
            <a:r>
              <a:rPr lang="en-GB" sz="2000" b="1" cap="all" dirty="0">
                <a:solidFill>
                  <a:schemeClr val="bg1"/>
                </a:solidFill>
              </a:rPr>
              <a:t>Techno-Commercial Offer for </a:t>
            </a:r>
          </a:p>
          <a:p>
            <a:pPr algn="ctr"/>
            <a:r>
              <a:rPr lang="en-GB" sz="2000" b="1" cap="all" dirty="0">
                <a:solidFill>
                  <a:schemeClr val="bg1"/>
                </a:solidFill>
              </a:rPr>
              <a:t>EPC of Solar PV System </a:t>
            </a:r>
          </a:p>
          <a:p>
            <a:pPr algn="ctr"/>
            <a:r>
              <a:rPr lang="en-GB" sz="1050" b="1" cap="all" dirty="0">
                <a:solidFill>
                  <a:schemeClr val="bg1"/>
                </a:solidFill>
              </a:rPr>
              <a:t>by</a:t>
            </a:r>
            <a:endParaRPr lang="en-US" sz="1200" b="1" dirty="0">
              <a:solidFill>
                <a:schemeClr val="bg1"/>
              </a:solidFill>
            </a:endParaRPr>
          </a:p>
        </p:txBody>
      </p:sp>
      <p:sp>
        <p:nvSpPr>
          <p:cNvPr id="9" name="TextBox 8">
            <a:extLst>
              <a:ext uri="{FF2B5EF4-FFF2-40B4-BE49-F238E27FC236}">
                <a16:creationId xmlns:a16="http://schemas.microsoft.com/office/drawing/2014/main" id="{82AF7D2F-5913-46D1-A377-F42A40368811}"/>
              </a:ext>
            </a:extLst>
          </p:cNvPr>
          <p:cNvSpPr txBox="1"/>
          <p:nvPr/>
        </p:nvSpPr>
        <p:spPr>
          <a:xfrm>
            <a:off x="3867150" y="4633391"/>
            <a:ext cx="1409700" cy="307777"/>
          </a:xfrm>
          <a:prstGeom prst="rect">
            <a:avLst/>
          </a:prstGeom>
          <a:noFill/>
        </p:spPr>
        <p:txBody>
          <a:bodyPr wrap="square" rtlCol="0">
            <a:spAutoFit/>
          </a:bodyPr>
          <a:lstStyle/>
          <a:p>
            <a:pPr algn="ctr"/>
            <a:r>
              <a:rPr lang="en-GB" sz="1400" dirty="0">
                <a:solidFill>
                  <a:schemeClr val="bg1">
                    <a:lumMod val="95000"/>
                  </a:schemeClr>
                </a:solidFill>
              </a:rPr>
              <a:t>www.htc.om</a:t>
            </a:r>
            <a:endParaRPr lang="en-US" sz="1400" dirty="0">
              <a:solidFill>
                <a:schemeClr val="bg1">
                  <a:lumMod val="95000"/>
                </a:schemeClr>
              </a:solidFill>
            </a:endParaRPr>
          </a:p>
        </p:txBody>
      </p:sp>
      <p:pic>
        <p:nvPicPr>
          <p:cNvPr id="2" name="Picture 1" descr="A close up of a sign&#10;&#10;Description automatically generated">
            <a:extLst>
              <a:ext uri="{FF2B5EF4-FFF2-40B4-BE49-F238E27FC236}">
                <a16:creationId xmlns:a16="http://schemas.microsoft.com/office/drawing/2014/main" id="{03B669E3-5688-4720-9F41-37B0D0541F19}"/>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b="22222"/>
          <a:stretch/>
        </p:blipFill>
        <p:spPr>
          <a:xfrm>
            <a:off x="3724269" y="3229300"/>
            <a:ext cx="1695451" cy="804444"/>
          </a:xfrm>
          <a:prstGeom prst="rect">
            <a:avLst/>
          </a:prstGeom>
        </p:spPr>
      </p:pic>
      <p:sp>
        <p:nvSpPr>
          <p:cNvPr id="3" name="AutoShape 2" descr="وزارة الطاقة والمعادن on X: &quot;The Minister of Energy and Minerals was signed  remotely a Memorandum of Understanding (MOU) with Environmental Authority,  PDO and Be'ah for the establishment of a central facility">
            <a:extLst>
              <a:ext uri="{FF2B5EF4-FFF2-40B4-BE49-F238E27FC236}">
                <a16:creationId xmlns:a16="http://schemas.microsoft.com/office/drawing/2014/main" id="{2B075D99-1003-B105-AC50-10D54E042431}"/>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79710771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
                                        <p:tgtEl>
                                          <p:spTgt spid="6"/>
                                        </p:tgtEl>
                                      </p:cBhvr>
                                    </p:animEffect>
                                  </p:childTnLst>
                                </p:cTn>
                              </p:par>
                            </p:childTnLst>
                          </p:cTn>
                        </p:par>
                        <p:par>
                          <p:cTn id="8" fill="hold">
                            <p:stCondLst>
                              <p:cond delay="10"/>
                            </p:stCondLst>
                            <p:childTnLst>
                              <p:par>
                                <p:cTn id="9" presetID="2" presetClass="entr" presetSubtype="4" accel="50000" decel="50000" fill="hold" grpId="0" nodeType="afterEffect">
                                  <p:stCondLst>
                                    <p:cond delay="0"/>
                                  </p:stCondLst>
                                  <p:childTnLst>
                                    <p:set>
                                      <p:cBhvr>
                                        <p:cTn id="10" dur="1" fill="hold">
                                          <p:stCondLst>
                                            <p:cond delay="0"/>
                                          </p:stCondLst>
                                        </p:cTn>
                                        <p:tgtEl>
                                          <p:spTgt spid="30"/>
                                        </p:tgtEl>
                                        <p:attrNameLst>
                                          <p:attrName>style.visibility</p:attrName>
                                        </p:attrNameLst>
                                      </p:cBhvr>
                                      <p:to>
                                        <p:strVal val="visible"/>
                                      </p:to>
                                    </p:set>
                                    <p:anim calcmode="lin" valueType="num">
                                      <p:cBhvr additive="base">
                                        <p:cTn id="11" dur="500" fill="hold"/>
                                        <p:tgtEl>
                                          <p:spTgt spid="30"/>
                                        </p:tgtEl>
                                        <p:attrNameLst>
                                          <p:attrName>ppt_x</p:attrName>
                                        </p:attrNameLst>
                                      </p:cBhvr>
                                      <p:tavLst>
                                        <p:tav tm="0">
                                          <p:val>
                                            <p:strVal val="#ppt_x"/>
                                          </p:val>
                                        </p:tav>
                                        <p:tav tm="100000">
                                          <p:val>
                                            <p:strVal val="#ppt_x"/>
                                          </p:val>
                                        </p:tav>
                                      </p:tavLst>
                                    </p:anim>
                                    <p:anim calcmode="lin" valueType="num">
                                      <p:cBhvr additive="base">
                                        <p:cTn id="12" dur="500" fill="hold"/>
                                        <p:tgtEl>
                                          <p:spTgt spid="3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30"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p:cNvSpPr txBox="1"/>
          <p:nvPr/>
        </p:nvSpPr>
        <p:spPr>
          <a:xfrm>
            <a:off x="406904" y="363168"/>
            <a:ext cx="4576490" cy="479298"/>
          </a:xfrm>
          <a:prstGeom prst="rect">
            <a:avLst/>
          </a:prstGeom>
          <a:noFill/>
          <a:ln>
            <a:noFill/>
          </a:ln>
        </p:spPr>
        <p:txBody>
          <a:bodyPr wrap="square" lIns="0" tIns="0" rIns="0" bIns="0" rtlCol="0" anchor="ctr">
            <a:spAutoFit/>
          </a:bodyPr>
          <a:lstStyle/>
          <a:p>
            <a:pPr algn="r">
              <a:lnSpc>
                <a:spcPct val="150000"/>
              </a:lnSpc>
            </a:pPr>
            <a:r>
              <a:rPr lang="en-US" sz="1200" b="1" cap="all" dirty="0">
                <a:solidFill>
                  <a:schemeClr val="accent1"/>
                </a:solidFill>
              </a:rPr>
              <a:t>HTC </a:t>
            </a:r>
            <a:r>
              <a:rPr lang="en-US" sz="1200" b="1" cap="all">
                <a:solidFill>
                  <a:schemeClr val="accent1"/>
                </a:solidFill>
              </a:rPr>
              <a:t>INTRODucTION</a:t>
            </a:r>
            <a:endParaRPr lang="en-US" sz="1200" b="1" cap="all" dirty="0">
              <a:solidFill>
                <a:schemeClr val="accent1"/>
              </a:solidFill>
            </a:endParaRPr>
          </a:p>
          <a:p>
            <a:pPr algn="r">
              <a:lnSpc>
                <a:spcPct val="150000"/>
              </a:lnSpc>
            </a:pPr>
            <a:r>
              <a:rPr lang="en-US" sz="1000" dirty="0">
                <a:solidFill>
                  <a:schemeClr val="bg1">
                    <a:lumMod val="50000"/>
                  </a:schemeClr>
                </a:solidFill>
              </a:rPr>
              <a:t>Introduction to HTC</a:t>
            </a:r>
          </a:p>
        </p:txBody>
      </p:sp>
      <p:sp>
        <p:nvSpPr>
          <p:cNvPr id="14" name="TextBox 13"/>
          <p:cNvSpPr txBox="1"/>
          <p:nvPr/>
        </p:nvSpPr>
        <p:spPr>
          <a:xfrm>
            <a:off x="420885" y="2598400"/>
            <a:ext cx="4576490" cy="713016"/>
          </a:xfrm>
          <a:prstGeom prst="rect">
            <a:avLst/>
          </a:prstGeom>
          <a:noFill/>
          <a:ln>
            <a:noFill/>
          </a:ln>
        </p:spPr>
        <p:txBody>
          <a:bodyPr wrap="square" lIns="0" tIns="0" rIns="0" bIns="0" rtlCol="0" anchor="ctr">
            <a:spAutoFit/>
          </a:bodyPr>
          <a:lstStyle/>
          <a:p>
            <a:pPr algn="r">
              <a:lnSpc>
                <a:spcPct val="150000"/>
              </a:lnSpc>
            </a:pPr>
            <a:r>
              <a:rPr lang="en-GB" sz="1200" b="1" cap="all" dirty="0">
                <a:solidFill>
                  <a:schemeClr val="accent4"/>
                </a:solidFill>
              </a:rPr>
              <a:t>Energy analysis &amp; Electrical connection</a:t>
            </a:r>
          </a:p>
          <a:p>
            <a:pPr algn="r">
              <a:lnSpc>
                <a:spcPct val="150000"/>
              </a:lnSpc>
            </a:pPr>
            <a:r>
              <a:rPr lang="en-US" sz="1000" dirty="0" err="1">
                <a:solidFill>
                  <a:schemeClr val="bg1">
                    <a:lumMod val="50000"/>
                  </a:schemeClr>
                </a:solidFill>
              </a:rPr>
              <a:t>PVSyst</a:t>
            </a:r>
            <a:r>
              <a:rPr lang="en-US" sz="1000" dirty="0">
                <a:solidFill>
                  <a:schemeClr val="bg1">
                    <a:lumMod val="50000"/>
                  </a:schemeClr>
                </a:solidFill>
              </a:rPr>
              <a:t> Simulation Figures</a:t>
            </a:r>
          </a:p>
          <a:p>
            <a:pPr algn="r">
              <a:lnSpc>
                <a:spcPct val="150000"/>
              </a:lnSpc>
            </a:pPr>
            <a:r>
              <a:rPr lang="en-US" sz="1000" dirty="0">
                <a:solidFill>
                  <a:schemeClr val="bg1">
                    <a:lumMod val="50000"/>
                  </a:schemeClr>
                </a:solidFill>
              </a:rPr>
              <a:t>Proposed Electrical Point of Connection</a:t>
            </a:r>
          </a:p>
        </p:txBody>
      </p:sp>
      <p:sp>
        <p:nvSpPr>
          <p:cNvPr id="12" name="TextBox 11"/>
          <p:cNvSpPr txBox="1"/>
          <p:nvPr/>
        </p:nvSpPr>
        <p:spPr>
          <a:xfrm>
            <a:off x="406904" y="1559052"/>
            <a:ext cx="4576490" cy="479298"/>
          </a:xfrm>
          <a:prstGeom prst="rect">
            <a:avLst/>
          </a:prstGeom>
          <a:noFill/>
          <a:ln>
            <a:noFill/>
          </a:ln>
        </p:spPr>
        <p:txBody>
          <a:bodyPr wrap="square" lIns="0" tIns="0" rIns="0" bIns="0" rtlCol="0" anchor="ctr">
            <a:spAutoFit/>
          </a:bodyPr>
          <a:lstStyle/>
          <a:p>
            <a:pPr algn="r">
              <a:lnSpc>
                <a:spcPct val="150000"/>
              </a:lnSpc>
            </a:pPr>
            <a:r>
              <a:rPr lang="en-US" sz="1200" b="1" cap="all" dirty="0">
                <a:solidFill>
                  <a:schemeClr val="accent3"/>
                </a:solidFill>
              </a:rPr>
              <a:t>PV Layout, shadow analysis, &amp; mounting structure</a:t>
            </a:r>
          </a:p>
          <a:p>
            <a:pPr algn="r">
              <a:lnSpc>
                <a:spcPct val="150000"/>
              </a:lnSpc>
            </a:pPr>
            <a:r>
              <a:rPr lang="en-US" sz="1000" dirty="0">
                <a:solidFill>
                  <a:schemeClr val="bg1">
                    <a:lumMod val="50000"/>
                  </a:schemeClr>
                </a:solidFill>
              </a:rPr>
              <a:t>Location for Solar PV Installation. Shadow Analysis, &amp; Mounting Structure</a:t>
            </a:r>
          </a:p>
        </p:txBody>
      </p:sp>
      <p:sp>
        <p:nvSpPr>
          <p:cNvPr id="13" name="TextBox 12"/>
          <p:cNvSpPr txBox="1"/>
          <p:nvPr/>
        </p:nvSpPr>
        <p:spPr>
          <a:xfrm>
            <a:off x="406904" y="946567"/>
            <a:ext cx="4576490" cy="482183"/>
          </a:xfrm>
          <a:prstGeom prst="rect">
            <a:avLst/>
          </a:prstGeom>
          <a:noFill/>
          <a:ln>
            <a:noFill/>
          </a:ln>
        </p:spPr>
        <p:txBody>
          <a:bodyPr wrap="square" lIns="0" tIns="0" rIns="0" bIns="0" rtlCol="0" anchor="ctr">
            <a:spAutoFit/>
          </a:bodyPr>
          <a:lstStyle/>
          <a:p>
            <a:pPr algn="r">
              <a:lnSpc>
                <a:spcPct val="150000"/>
              </a:lnSpc>
            </a:pPr>
            <a:r>
              <a:rPr lang="en-US" sz="1200" b="1" cap="all" dirty="0">
                <a:solidFill>
                  <a:schemeClr val="accent2"/>
                </a:solidFill>
              </a:rPr>
              <a:t>General </a:t>
            </a:r>
            <a:r>
              <a:rPr lang="en-US" sz="1200" b="1" cap="all" dirty="0" err="1">
                <a:solidFill>
                  <a:schemeClr val="accent2"/>
                </a:solidFill>
              </a:rPr>
              <a:t>pv</a:t>
            </a:r>
            <a:r>
              <a:rPr lang="en-US" sz="1200" b="1" cap="all" dirty="0">
                <a:solidFill>
                  <a:schemeClr val="accent2"/>
                </a:solidFill>
              </a:rPr>
              <a:t> Plant schematic</a:t>
            </a:r>
          </a:p>
          <a:p>
            <a:pPr algn="r">
              <a:lnSpc>
                <a:spcPct val="150000"/>
              </a:lnSpc>
            </a:pPr>
            <a:r>
              <a:rPr lang="en-US" sz="1000" dirty="0">
                <a:solidFill>
                  <a:schemeClr val="bg1">
                    <a:lumMod val="50000"/>
                  </a:schemeClr>
                </a:solidFill>
              </a:rPr>
              <a:t>Overall Schematic of Grid-Connected Solar PV Systems</a:t>
            </a:r>
          </a:p>
        </p:txBody>
      </p:sp>
      <p:sp>
        <p:nvSpPr>
          <p:cNvPr id="22" name="TextBox 21"/>
          <p:cNvSpPr txBox="1"/>
          <p:nvPr/>
        </p:nvSpPr>
        <p:spPr>
          <a:xfrm>
            <a:off x="406904" y="3308767"/>
            <a:ext cx="4576490" cy="482183"/>
          </a:xfrm>
          <a:prstGeom prst="rect">
            <a:avLst/>
          </a:prstGeom>
          <a:noFill/>
          <a:ln>
            <a:noFill/>
          </a:ln>
        </p:spPr>
        <p:txBody>
          <a:bodyPr wrap="square" lIns="0" tIns="0" rIns="0" bIns="0" rtlCol="0" anchor="ctr">
            <a:spAutoFit/>
          </a:bodyPr>
          <a:lstStyle/>
          <a:p>
            <a:pPr algn="r">
              <a:lnSpc>
                <a:spcPct val="150000"/>
              </a:lnSpc>
            </a:pPr>
            <a:r>
              <a:rPr lang="en-US" sz="1200" b="1" cap="all" dirty="0">
                <a:solidFill>
                  <a:schemeClr val="accent5"/>
                </a:solidFill>
              </a:rPr>
              <a:t>Methodology</a:t>
            </a:r>
          </a:p>
          <a:p>
            <a:pPr algn="r">
              <a:lnSpc>
                <a:spcPct val="150000"/>
              </a:lnSpc>
            </a:pPr>
            <a:r>
              <a:rPr lang="en-US" sz="1000" dirty="0">
                <a:solidFill>
                  <a:schemeClr val="bg1">
                    <a:lumMod val="50000"/>
                  </a:schemeClr>
                </a:solidFill>
              </a:rPr>
              <a:t>Stage-wise Methodology</a:t>
            </a:r>
          </a:p>
        </p:txBody>
      </p:sp>
      <p:sp>
        <p:nvSpPr>
          <p:cNvPr id="23" name="Rounded Rectangle 22"/>
          <p:cNvSpPr/>
          <p:nvPr/>
        </p:nvSpPr>
        <p:spPr bwMode="auto">
          <a:xfrm flipH="1">
            <a:off x="5104180" y="3311122"/>
            <a:ext cx="480694" cy="477476"/>
          </a:xfrm>
          <a:prstGeom prst="roundRect">
            <a:avLst/>
          </a:prstGeom>
          <a:ln>
            <a:headEnd/>
            <a:tailEnd/>
          </a:ln>
        </p:spPr>
        <p:style>
          <a:lnRef idx="2">
            <a:schemeClr val="accent5"/>
          </a:lnRef>
          <a:fillRef idx="1">
            <a:schemeClr val="lt1"/>
          </a:fillRef>
          <a:effectRef idx="0">
            <a:schemeClr val="accent5"/>
          </a:effectRef>
          <a:fontRef idx="minor">
            <a:schemeClr val="dk1"/>
          </a:fontRef>
        </p:style>
        <p:txBody>
          <a:bodyPr vert="horz" wrap="square" lIns="91440" tIns="45720" rIns="91440" bIns="45720" numCol="1" rtlCol="0" anchor="ctr" anchorCtr="0" compatLnSpc="1">
            <a:prstTxWarp prst="textNoShape">
              <a:avLst/>
            </a:prstTxWarp>
          </a:bodyPr>
          <a:lstStyle/>
          <a:p>
            <a:pPr algn="ctr"/>
            <a:r>
              <a:rPr lang="en-US" sz="1600" b="1" dirty="0">
                <a:solidFill>
                  <a:schemeClr val="accent5"/>
                </a:solidFill>
              </a:rPr>
              <a:t>06</a:t>
            </a:r>
          </a:p>
        </p:txBody>
      </p:sp>
      <p:sp>
        <p:nvSpPr>
          <p:cNvPr id="20" name="Rectangle 19">
            <a:extLst>
              <a:ext uri="{FF2B5EF4-FFF2-40B4-BE49-F238E27FC236}">
                <a16:creationId xmlns:a16="http://schemas.microsoft.com/office/drawing/2014/main" id="{53FAF6CE-7331-4207-B0E6-D4FD03F70BA2}"/>
              </a:ext>
            </a:extLst>
          </p:cNvPr>
          <p:cNvSpPr/>
          <p:nvPr/>
        </p:nvSpPr>
        <p:spPr bwMode="auto">
          <a:xfrm>
            <a:off x="5213214" y="-1"/>
            <a:ext cx="3930784" cy="2952751"/>
          </a:xfrm>
          <a:prstGeom prst="rect">
            <a:avLst/>
          </a:prstGeom>
          <a:solidFill>
            <a:schemeClr val="bg1"/>
          </a:solidFill>
          <a:ln w="9525">
            <a:noFill/>
            <a:round/>
            <a:headEnd/>
            <a:tailEnd/>
          </a:ln>
        </p:spPr>
        <p:txBody>
          <a:bodyPr vert="horz" wrap="square" lIns="91440" tIns="45720" rIns="91440" bIns="45720" numCol="1" rtlCol="0" anchor="t" anchorCtr="0" compatLnSpc="1">
            <a:prstTxWarp prst="textNoShape">
              <a:avLst/>
            </a:prstTxWarp>
          </a:bodyPr>
          <a:lstStyle/>
          <a:p>
            <a:pPr algn="ctr"/>
            <a:endParaRPr lang="en-GB"/>
          </a:p>
        </p:txBody>
      </p:sp>
      <p:sp>
        <p:nvSpPr>
          <p:cNvPr id="9" name="Rounded Rectangle 8"/>
          <p:cNvSpPr/>
          <p:nvPr/>
        </p:nvSpPr>
        <p:spPr bwMode="auto">
          <a:xfrm flipH="1">
            <a:off x="5104180" y="364079"/>
            <a:ext cx="480694" cy="477476"/>
          </a:xfrm>
          <a:prstGeom prst="roundRect">
            <a:avLst/>
          </a:prstGeom>
          <a:solidFill>
            <a:schemeClr val="bg1"/>
          </a:solidFill>
          <a:ln w="19050">
            <a:solidFill>
              <a:schemeClr val="accent1"/>
            </a:solidFill>
            <a:round/>
            <a:headEnd/>
            <a:tailEnd/>
          </a:ln>
        </p:spPr>
        <p:txBody>
          <a:bodyPr vert="horz" wrap="square" lIns="91440" tIns="45720" rIns="91440" bIns="45720" numCol="1" rtlCol="0" anchor="ctr" anchorCtr="0" compatLnSpc="1">
            <a:prstTxWarp prst="textNoShape">
              <a:avLst/>
            </a:prstTxWarp>
          </a:bodyPr>
          <a:lstStyle/>
          <a:p>
            <a:pPr algn="ctr"/>
            <a:r>
              <a:rPr lang="en-US" sz="1600" b="1" dirty="0">
                <a:solidFill>
                  <a:schemeClr val="accent1"/>
                </a:solidFill>
              </a:rPr>
              <a:t>01</a:t>
            </a:r>
          </a:p>
        </p:txBody>
      </p:sp>
      <p:sp>
        <p:nvSpPr>
          <p:cNvPr id="17" name="Rounded Rectangle 16"/>
          <p:cNvSpPr/>
          <p:nvPr/>
        </p:nvSpPr>
        <p:spPr bwMode="auto">
          <a:xfrm flipH="1">
            <a:off x="5104180" y="1559963"/>
            <a:ext cx="480694" cy="477476"/>
          </a:xfrm>
          <a:prstGeom prst="roundRect">
            <a:avLst/>
          </a:prstGeom>
          <a:solidFill>
            <a:schemeClr val="bg1"/>
          </a:solidFill>
          <a:ln w="19050">
            <a:solidFill>
              <a:schemeClr val="accent3"/>
            </a:solidFill>
            <a:round/>
            <a:headEnd/>
            <a:tailEnd/>
          </a:ln>
        </p:spPr>
        <p:txBody>
          <a:bodyPr vert="horz" wrap="square" lIns="91440" tIns="45720" rIns="91440" bIns="45720" numCol="1" rtlCol="0" anchor="ctr" anchorCtr="0" compatLnSpc="1">
            <a:prstTxWarp prst="textNoShape">
              <a:avLst/>
            </a:prstTxWarp>
          </a:bodyPr>
          <a:lstStyle/>
          <a:p>
            <a:pPr algn="ctr"/>
            <a:r>
              <a:rPr lang="en-US" sz="1600" b="1" dirty="0">
                <a:solidFill>
                  <a:schemeClr val="accent3"/>
                </a:solidFill>
              </a:rPr>
              <a:t>03</a:t>
            </a:r>
          </a:p>
        </p:txBody>
      </p:sp>
      <p:sp>
        <p:nvSpPr>
          <p:cNvPr id="18" name="Rounded Rectangle 17"/>
          <p:cNvSpPr/>
          <p:nvPr/>
        </p:nvSpPr>
        <p:spPr bwMode="auto">
          <a:xfrm flipH="1">
            <a:off x="5104180" y="948920"/>
            <a:ext cx="480694" cy="477476"/>
          </a:xfrm>
          <a:prstGeom prst="roundRect">
            <a:avLst/>
          </a:prstGeom>
          <a:solidFill>
            <a:schemeClr val="bg1"/>
          </a:solidFill>
          <a:ln w="19050">
            <a:solidFill>
              <a:schemeClr val="accent2"/>
            </a:solidFill>
            <a:round/>
            <a:headEnd/>
            <a:tailEnd/>
          </a:ln>
        </p:spPr>
        <p:txBody>
          <a:bodyPr vert="horz" wrap="square" lIns="91440" tIns="45720" rIns="91440" bIns="45720" numCol="1" rtlCol="0" anchor="ctr" anchorCtr="0" compatLnSpc="1">
            <a:prstTxWarp prst="textNoShape">
              <a:avLst/>
            </a:prstTxWarp>
          </a:bodyPr>
          <a:lstStyle/>
          <a:p>
            <a:pPr algn="ctr"/>
            <a:r>
              <a:rPr lang="en-US" sz="1600" b="1" dirty="0">
                <a:solidFill>
                  <a:schemeClr val="accent2"/>
                </a:solidFill>
              </a:rPr>
              <a:t>02</a:t>
            </a:r>
          </a:p>
        </p:txBody>
      </p:sp>
      <p:sp>
        <p:nvSpPr>
          <p:cNvPr id="19" name="TextBox 18">
            <a:extLst>
              <a:ext uri="{FF2B5EF4-FFF2-40B4-BE49-F238E27FC236}">
                <a16:creationId xmlns:a16="http://schemas.microsoft.com/office/drawing/2014/main" id="{7C7879FE-C9BD-4CC5-824B-32A11AF02DCA}"/>
              </a:ext>
            </a:extLst>
          </p:cNvPr>
          <p:cNvSpPr txBox="1"/>
          <p:nvPr/>
        </p:nvSpPr>
        <p:spPr>
          <a:xfrm>
            <a:off x="406904" y="3867150"/>
            <a:ext cx="4576490" cy="482183"/>
          </a:xfrm>
          <a:prstGeom prst="rect">
            <a:avLst/>
          </a:prstGeom>
          <a:noFill/>
          <a:ln>
            <a:noFill/>
          </a:ln>
        </p:spPr>
        <p:txBody>
          <a:bodyPr wrap="square" lIns="0" tIns="0" rIns="0" bIns="0" rtlCol="0" anchor="ctr">
            <a:spAutoFit/>
          </a:bodyPr>
          <a:lstStyle/>
          <a:p>
            <a:pPr algn="r">
              <a:lnSpc>
                <a:spcPct val="150000"/>
              </a:lnSpc>
            </a:pPr>
            <a:r>
              <a:rPr lang="en-US" sz="1200" b="1" cap="all" dirty="0">
                <a:solidFill>
                  <a:schemeClr val="accent6"/>
                </a:solidFill>
              </a:rPr>
              <a:t>COMMERCIAL OFFER</a:t>
            </a:r>
          </a:p>
          <a:p>
            <a:pPr algn="r">
              <a:lnSpc>
                <a:spcPct val="150000"/>
              </a:lnSpc>
            </a:pPr>
            <a:r>
              <a:rPr lang="en-US" sz="1000" dirty="0">
                <a:solidFill>
                  <a:schemeClr val="bg1">
                    <a:lumMod val="50000"/>
                  </a:schemeClr>
                </a:solidFill>
              </a:rPr>
              <a:t>Commercial Offer for EPC Project</a:t>
            </a:r>
          </a:p>
        </p:txBody>
      </p:sp>
      <p:sp>
        <p:nvSpPr>
          <p:cNvPr id="21" name="Rounded Rectangle 15">
            <a:extLst>
              <a:ext uri="{FF2B5EF4-FFF2-40B4-BE49-F238E27FC236}">
                <a16:creationId xmlns:a16="http://schemas.microsoft.com/office/drawing/2014/main" id="{D7FB1271-C51E-4204-865C-463904B21B73}"/>
              </a:ext>
            </a:extLst>
          </p:cNvPr>
          <p:cNvSpPr/>
          <p:nvPr/>
        </p:nvSpPr>
        <p:spPr bwMode="auto">
          <a:xfrm flipH="1">
            <a:off x="5104180" y="3869504"/>
            <a:ext cx="480694" cy="477476"/>
          </a:xfrm>
          <a:prstGeom prst="roundRect">
            <a:avLst/>
          </a:prstGeom>
          <a:ln>
            <a:headEnd/>
            <a:tailEnd/>
          </a:ln>
        </p:spPr>
        <p:style>
          <a:lnRef idx="2">
            <a:schemeClr val="accent6"/>
          </a:lnRef>
          <a:fillRef idx="1">
            <a:schemeClr val="lt1"/>
          </a:fillRef>
          <a:effectRef idx="0">
            <a:schemeClr val="accent6"/>
          </a:effectRef>
          <a:fontRef idx="minor">
            <a:schemeClr val="dk1"/>
          </a:fontRef>
        </p:style>
        <p:txBody>
          <a:bodyPr vert="horz" wrap="square" lIns="91440" tIns="45720" rIns="91440" bIns="45720" numCol="1" rtlCol="0" anchor="ctr" anchorCtr="0" compatLnSpc="1">
            <a:prstTxWarp prst="textNoShape">
              <a:avLst/>
            </a:prstTxWarp>
          </a:bodyPr>
          <a:lstStyle/>
          <a:p>
            <a:pPr algn="ctr"/>
            <a:r>
              <a:rPr lang="en-US" sz="1600" b="1" dirty="0">
                <a:solidFill>
                  <a:schemeClr val="accent6"/>
                </a:solidFill>
              </a:rPr>
              <a:t>07</a:t>
            </a:r>
          </a:p>
        </p:txBody>
      </p:sp>
      <p:sp>
        <p:nvSpPr>
          <p:cNvPr id="15" name="Rounded Rectangle 14"/>
          <p:cNvSpPr/>
          <p:nvPr/>
        </p:nvSpPr>
        <p:spPr bwMode="auto">
          <a:xfrm flipH="1">
            <a:off x="5118161" y="2716170"/>
            <a:ext cx="480694" cy="477476"/>
          </a:xfrm>
          <a:prstGeom prst="roundRect">
            <a:avLst/>
          </a:prstGeom>
          <a:ln>
            <a:headEnd/>
            <a:tailEnd/>
          </a:ln>
        </p:spPr>
        <p:style>
          <a:lnRef idx="2">
            <a:schemeClr val="accent4"/>
          </a:lnRef>
          <a:fillRef idx="1">
            <a:schemeClr val="lt1"/>
          </a:fillRef>
          <a:effectRef idx="0">
            <a:schemeClr val="accent4"/>
          </a:effectRef>
          <a:fontRef idx="minor">
            <a:schemeClr val="dk1"/>
          </a:fontRef>
        </p:style>
        <p:txBody>
          <a:bodyPr vert="horz" wrap="square" lIns="91440" tIns="45720" rIns="91440" bIns="45720" numCol="1" rtlCol="0" anchor="ctr" anchorCtr="0" compatLnSpc="1">
            <a:prstTxWarp prst="textNoShape">
              <a:avLst/>
            </a:prstTxWarp>
          </a:bodyPr>
          <a:lstStyle/>
          <a:p>
            <a:pPr algn="ctr"/>
            <a:r>
              <a:rPr lang="en-US" sz="1600" b="1" dirty="0">
                <a:solidFill>
                  <a:schemeClr val="accent4"/>
                </a:solidFill>
              </a:rPr>
              <a:t>05</a:t>
            </a:r>
          </a:p>
        </p:txBody>
      </p:sp>
      <p:pic>
        <p:nvPicPr>
          <p:cNvPr id="7" name="Picture 6" descr="A close up of a sign&#10;&#10;Description automatically generated">
            <a:extLst>
              <a:ext uri="{FF2B5EF4-FFF2-40B4-BE49-F238E27FC236}">
                <a16:creationId xmlns:a16="http://schemas.microsoft.com/office/drawing/2014/main" id="{5BA21FD2-F24E-403E-9DB4-B93FA06E7C8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617352" y="1504950"/>
            <a:ext cx="3495978" cy="2133600"/>
          </a:xfrm>
          <a:prstGeom prst="rect">
            <a:avLst/>
          </a:prstGeom>
        </p:spPr>
      </p:pic>
      <p:sp>
        <p:nvSpPr>
          <p:cNvPr id="2" name="TextBox 1">
            <a:extLst>
              <a:ext uri="{FF2B5EF4-FFF2-40B4-BE49-F238E27FC236}">
                <a16:creationId xmlns:a16="http://schemas.microsoft.com/office/drawing/2014/main" id="{F0C8476E-326D-49A4-B852-352B7CFE6438}"/>
              </a:ext>
            </a:extLst>
          </p:cNvPr>
          <p:cNvSpPr txBox="1"/>
          <p:nvPr/>
        </p:nvSpPr>
        <p:spPr>
          <a:xfrm flipH="1">
            <a:off x="6553200" y="4083248"/>
            <a:ext cx="1847395" cy="276999"/>
          </a:xfrm>
          <a:prstGeom prst="rect">
            <a:avLst/>
          </a:prstGeom>
          <a:noFill/>
        </p:spPr>
        <p:txBody>
          <a:bodyPr wrap="square" rtlCol="0">
            <a:spAutoFit/>
          </a:bodyPr>
          <a:lstStyle/>
          <a:p>
            <a:pPr algn="ctr"/>
            <a:r>
              <a:rPr lang="en-US" sz="1200" dirty="0">
                <a:solidFill>
                  <a:schemeClr val="bg1">
                    <a:lumMod val="50000"/>
                  </a:schemeClr>
                </a:solidFill>
              </a:rPr>
              <a:t>HTC//TCO/01</a:t>
            </a:r>
          </a:p>
        </p:txBody>
      </p:sp>
      <p:sp>
        <p:nvSpPr>
          <p:cNvPr id="3" name="TextBox 2">
            <a:extLst>
              <a:ext uri="{FF2B5EF4-FFF2-40B4-BE49-F238E27FC236}">
                <a16:creationId xmlns:a16="http://schemas.microsoft.com/office/drawing/2014/main" id="{E4CBC071-6F09-6136-DBED-3D8ADC4B1E82}"/>
              </a:ext>
            </a:extLst>
          </p:cNvPr>
          <p:cNvSpPr txBox="1"/>
          <p:nvPr/>
        </p:nvSpPr>
        <p:spPr>
          <a:xfrm>
            <a:off x="241552" y="4804946"/>
            <a:ext cx="8660896" cy="338554"/>
          </a:xfrm>
          <a:prstGeom prst="rect">
            <a:avLst/>
          </a:prstGeom>
          <a:noFill/>
        </p:spPr>
        <p:txBody>
          <a:bodyPr wrap="square">
            <a:spAutoFit/>
          </a:bodyPr>
          <a:lstStyle/>
          <a:p>
            <a:pPr algn="ctr"/>
            <a:r>
              <a:rPr lang="en-GB" sz="800" i="0" u="none" strike="noStrike" baseline="0" dirty="0">
                <a:solidFill>
                  <a:schemeClr val="bg1">
                    <a:lumMod val="50000"/>
                  </a:schemeClr>
                </a:solidFill>
              </a:rPr>
              <a:t>Suite 1 | Building 169 | Way 6105 | Bawsher | P.O. Box 2240 | P.C. 133 | Oman</a:t>
            </a:r>
          </a:p>
          <a:p>
            <a:pPr algn="ctr"/>
            <a:r>
              <a:rPr lang="en-GB" sz="800" i="0" u="none" strike="noStrike" baseline="0" dirty="0">
                <a:solidFill>
                  <a:schemeClr val="bg1">
                    <a:lumMod val="50000"/>
                  </a:schemeClr>
                </a:solidFill>
              </a:rPr>
              <a:t>solar@htc.om | </a:t>
            </a:r>
            <a:r>
              <a:rPr lang="en-GB" sz="800" dirty="0">
                <a:solidFill>
                  <a:schemeClr val="bg1">
                    <a:lumMod val="50000"/>
                  </a:schemeClr>
                </a:solidFill>
              </a:rPr>
              <a:t>P</a:t>
            </a:r>
            <a:r>
              <a:rPr lang="en-GB" sz="800" i="0" u="none" strike="noStrike" baseline="0" dirty="0">
                <a:solidFill>
                  <a:schemeClr val="bg1">
                    <a:lumMod val="50000"/>
                  </a:schemeClr>
                </a:solidFill>
              </a:rPr>
              <a:t>hone/Fax: +968 22020959 | C.R. No. 1/66562/6 | Tax Card No. 8058978 | </a:t>
            </a:r>
            <a:r>
              <a:rPr lang="en-GB" sz="800" dirty="0">
                <a:solidFill>
                  <a:schemeClr val="bg1">
                    <a:lumMod val="50000"/>
                  </a:schemeClr>
                </a:solidFill>
              </a:rPr>
              <a:t>VAT </a:t>
            </a:r>
            <a:r>
              <a:rPr lang="en-GB" sz="800" i="0" u="none" strike="noStrike" baseline="0" dirty="0">
                <a:solidFill>
                  <a:schemeClr val="bg1">
                    <a:lumMod val="50000"/>
                  </a:schemeClr>
                </a:solidFill>
              </a:rPr>
              <a:t>No. OM1100020352</a:t>
            </a:r>
            <a:endParaRPr lang="en-GB" sz="800" dirty="0">
              <a:solidFill>
                <a:schemeClr val="bg1">
                  <a:lumMod val="50000"/>
                </a:schemeClr>
              </a:solidFill>
            </a:endParaRPr>
          </a:p>
        </p:txBody>
      </p:sp>
      <p:sp>
        <p:nvSpPr>
          <p:cNvPr id="4" name="TextBox 3">
            <a:extLst>
              <a:ext uri="{FF2B5EF4-FFF2-40B4-BE49-F238E27FC236}">
                <a16:creationId xmlns:a16="http://schemas.microsoft.com/office/drawing/2014/main" id="{D83954E2-A74A-8854-D26F-628381FBE425}"/>
              </a:ext>
            </a:extLst>
          </p:cNvPr>
          <p:cNvSpPr txBox="1"/>
          <p:nvPr/>
        </p:nvSpPr>
        <p:spPr>
          <a:xfrm>
            <a:off x="414461" y="2242502"/>
            <a:ext cx="4576490" cy="246221"/>
          </a:xfrm>
          <a:prstGeom prst="rect">
            <a:avLst/>
          </a:prstGeom>
          <a:noFill/>
          <a:ln>
            <a:noFill/>
          </a:ln>
        </p:spPr>
        <p:txBody>
          <a:bodyPr wrap="square" lIns="0" tIns="0" rIns="0" bIns="0" rtlCol="0" anchor="ctr">
            <a:spAutoFit/>
          </a:bodyPr>
          <a:lstStyle/>
          <a:p>
            <a:pPr algn="r">
              <a:lnSpc>
                <a:spcPct val="150000"/>
              </a:lnSpc>
            </a:pPr>
            <a:r>
              <a:rPr lang="en-GB" sz="1200" b="1" cap="all" dirty="0">
                <a:solidFill>
                  <a:srgbClr val="2A9B59"/>
                </a:solidFill>
              </a:rPr>
              <a:t>Component specification</a:t>
            </a:r>
          </a:p>
        </p:txBody>
      </p:sp>
      <p:sp>
        <p:nvSpPr>
          <p:cNvPr id="5" name="Rounded Rectangle 4">
            <a:extLst>
              <a:ext uri="{FF2B5EF4-FFF2-40B4-BE49-F238E27FC236}">
                <a16:creationId xmlns:a16="http://schemas.microsoft.com/office/drawing/2014/main" id="{0CEC7E88-8A81-6A83-E9D8-A61D3D75D410}"/>
              </a:ext>
            </a:extLst>
          </p:cNvPr>
          <p:cNvSpPr/>
          <p:nvPr/>
        </p:nvSpPr>
        <p:spPr bwMode="auto">
          <a:xfrm flipH="1">
            <a:off x="5111737" y="2126875"/>
            <a:ext cx="480694" cy="477476"/>
          </a:xfrm>
          <a:prstGeom prst="roundRect">
            <a:avLst/>
          </a:prstGeom>
          <a:ln>
            <a:solidFill>
              <a:srgbClr val="2A9B59"/>
            </a:solidFill>
            <a:headEnd/>
            <a:tailEnd/>
          </a:ln>
        </p:spPr>
        <p:style>
          <a:lnRef idx="2">
            <a:schemeClr val="accent4"/>
          </a:lnRef>
          <a:fillRef idx="1">
            <a:schemeClr val="lt1"/>
          </a:fillRef>
          <a:effectRef idx="0">
            <a:schemeClr val="accent4"/>
          </a:effectRef>
          <a:fontRef idx="minor">
            <a:schemeClr val="dk1"/>
          </a:fontRef>
        </p:style>
        <p:txBody>
          <a:bodyPr vert="horz" wrap="square" lIns="91440" tIns="45720" rIns="91440" bIns="45720" numCol="1" rtlCol="0" anchor="ctr" anchorCtr="0" compatLnSpc="1">
            <a:prstTxWarp prst="textNoShape">
              <a:avLst/>
            </a:prstTxWarp>
          </a:bodyPr>
          <a:lstStyle/>
          <a:p>
            <a:pPr algn="ctr"/>
            <a:r>
              <a:rPr lang="en-US" sz="1600" b="1" dirty="0">
                <a:solidFill>
                  <a:srgbClr val="2A9B59"/>
                </a:solidFill>
              </a:rPr>
              <a:t>04</a:t>
            </a:r>
          </a:p>
        </p:txBody>
      </p:sp>
    </p:spTree>
    <p:extLst>
      <p:ext uri="{BB962C8B-B14F-4D97-AF65-F5344CB8AC3E}">
        <p14:creationId xmlns:p14="http://schemas.microsoft.com/office/powerpoint/2010/main" val="3560864950"/>
      </p:ext>
    </p:extLst>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Placeholder 12">
            <a:extLst>
              <a:ext uri="{FF2B5EF4-FFF2-40B4-BE49-F238E27FC236}">
                <a16:creationId xmlns:a16="http://schemas.microsoft.com/office/drawing/2014/main" id="{EB4F3D1F-A660-45A1-9F42-04EEBF98DD7B}"/>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t="6211" b="6211"/>
          <a:stretch>
            <a:fillRect/>
          </a:stretch>
        </p:blipFill>
        <p:spPr/>
      </p:pic>
      <p:grpSp>
        <p:nvGrpSpPr>
          <p:cNvPr id="4" name="Group 3"/>
          <p:cNvGrpSpPr/>
          <p:nvPr/>
        </p:nvGrpSpPr>
        <p:grpSpPr>
          <a:xfrm>
            <a:off x="2439670" y="439420"/>
            <a:ext cx="4264660" cy="4264660"/>
            <a:chOff x="533400" y="1452880"/>
            <a:chExt cx="2237740" cy="2237740"/>
          </a:xfrm>
        </p:grpSpPr>
        <p:sp>
          <p:nvSpPr>
            <p:cNvPr id="46" name="Oval 45"/>
            <p:cNvSpPr/>
            <p:nvPr/>
          </p:nvSpPr>
          <p:spPr bwMode="auto">
            <a:xfrm>
              <a:off x="533400" y="1452880"/>
              <a:ext cx="2237740" cy="2237740"/>
            </a:xfrm>
            <a:prstGeom prst="ellipse">
              <a:avLst/>
            </a:prstGeom>
            <a:solidFill>
              <a:schemeClr val="accent1">
                <a:alpha val="20000"/>
              </a:schemeClr>
            </a:solidFill>
            <a:ln w="3175">
              <a:solidFill>
                <a:schemeClr val="bg1"/>
              </a:solidFill>
              <a:round/>
              <a:headEnd/>
              <a:tailEnd/>
            </a:ln>
          </p:spPr>
          <p:txBody>
            <a:bodyPr vert="horz" wrap="square" lIns="91440" tIns="45720" rIns="91440" bIns="45720" numCol="1" rtlCol="0" anchor="t" anchorCtr="0" compatLnSpc="1">
              <a:prstTxWarp prst="textNoShape">
                <a:avLst/>
              </a:prstTxWarp>
            </a:bodyPr>
            <a:lstStyle/>
            <a:p>
              <a:pPr algn="ctr"/>
              <a:endParaRPr lang="en-US" dirty="0">
                <a:solidFill>
                  <a:schemeClr val="bg1"/>
                </a:solidFill>
              </a:endParaRPr>
            </a:p>
          </p:txBody>
        </p:sp>
        <p:sp>
          <p:nvSpPr>
            <p:cNvPr id="47" name="Oval 46"/>
            <p:cNvSpPr/>
            <p:nvPr/>
          </p:nvSpPr>
          <p:spPr bwMode="auto">
            <a:xfrm>
              <a:off x="686221" y="1605701"/>
              <a:ext cx="1932097" cy="1932097"/>
            </a:xfrm>
            <a:prstGeom prst="ellipse">
              <a:avLst/>
            </a:prstGeom>
            <a:solidFill>
              <a:schemeClr val="accent1">
                <a:alpha val="80000"/>
              </a:schemeClr>
            </a:solidFill>
            <a:ln w="3175">
              <a:noFill/>
              <a:round/>
              <a:headEnd/>
              <a:tailEnd/>
            </a:ln>
          </p:spPr>
          <p:txBody>
            <a:bodyPr vert="horz" wrap="square" lIns="91440" tIns="45720" rIns="91440" bIns="45720" numCol="1" rtlCol="0" anchor="ctr" anchorCtr="0" compatLnSpc="1">
              <a:prstTxWarp prst="textNoShape">
                <a:avLst/>
              </a:prstTxWarp>
            </a:bodyPr>
            <a:lstStyle/>
            <a:p>
              <a:pPr algn="ctr"/>
              <a:r>
                <a:rPr lang="en-US" sz="3600" b="1" dirty="0">
                  <a:solidFill>
                    <a:schemeClr val="bg1"/>
                  </a:solidFill>
                </a:rPr>
                <a:t>ABOUT US</a:t>
              </a:r>
            </a:p>
          </p:txBody>
        </p:sp>
      </p:grpSp>
    </p:spTree>
    <p:extLst>
      <p:ext uri="{BB962C8B-B14F-4D97-AF65-F5344CB8AC3E}">
        <p14:creationId xmlns:p14="http://schemas.microsoft.com/office/powerpoint/2010/main" val="3556844312"/>
      </p:ext>
    </p:extLst>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descr="A group of people standing on top of a hill&#10;&#10;Description automatically generated">
            <a:extLst>
              <a:ext uri="{FF2B5EF4-FFF2-40B4-BE49-F238E27FC236}">
                <a16:creationId xmlns:a16="http://schemas.microsoft.com/office/drawing/2014/main" id="{93181B18-A068-4910-9708-C1D522BCF37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13" name="TextBox 12">
            <a:extLst>
              <a:ext uri="{FF2B5EF4-FFF2-40B4-BE49-F238E27FC236}">
                <a16:creationId xmlns:a16="http://schemas.microsoft.com/office/drawing/2014/main" id="{FB05E460-BF01-41EC-BACE-9FB26F04FAC5}"/>
              </a:ext>
            </a:extLst>
          </p:cNvPr>
          <p:cNvSpPr txBox="1"/>
          <p:nvPr/>
        </p:nvSpPr>
        <p:spPr>
          <a:xfrm>
            <a:off x="1295400" y="4397573"/>
            <a:ext cx="6553200" cy="400110"/>
          </a:xfrm>
          <a:prstGeom prst="rect">
            <a:avLst/>
          </a:prstGeom>
          <a:noFill/>
        </p:spPr>
        <p:txBody>
          <a:bodyPr wrap="square" rtlCol="0">
            <a:spAutoFit/>
          </a:bodyPr>
          <a:lstStyle/>
          <a:p>
            <a:pPr algn="ctr"/>
            <a:r>
              <a:rPr lang="en-US" sz="2000" b="1" cap="all" dirty="0">
                <a:solidFill>
                  <a:srgbClr val="DCE7ED"/>
                </a:solidFill>
              </a:rPr>
              <a:t>Enriching Lives with innovation to delight</a:t>
            </a:r>
            <a:endParaRPr lang="en-US" sz="2000" b="1" dirty="0">
              <a:solidFill>
                <a:srgbClr val="DCE7ED"/>
              </a:solidFill>
            </a:endParaRPr>
          </a:p>
        </p:txBody>
      </p:sp>
      <p:pic>
        <p:nvPicPr>
          <p:cNvPr id="2" name="Picture 1" descr="A close up of a sign&#10;&#10;Description automatically generated">
            <a:extLst>
              <a:ext uri="{FF2B5EF4-FFF2-40B4-BE49-F238E27FC236}">
                <a16:creationId xmlns:a16="http://schemas.microsoft.com/office/drawing/2014/main" id="{99773290-B186-4B49-8386-BBB935B7262C}"/>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b="22663"/>
          <a:stretch/>
        </p:blipFill>
        <p:spPr>
          <a:xfrm>
            <a:off x="-34148" y="0"/>
            <a:ext cx="1777342" cy="838516"/>
          </a:xfrm>
          <a:prstGeom prst="rect">
            <a:avLst/>
          </a:prstGeom>
        </p:spPr>
      </p:pic>
    </p:spTree>
    <p:extLst>
      <p:ext uri="{BB962C8B-B14F-4D97-AF65-F5344CB8AC3E}">
        <p14:creationId xmlns:p14="http://schemas.microsoft.com/office/powerpoint/2010/main" val="179919715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descr="A group of people standing on top of a hill&#10;&#10;Description automatically generated">
            <a:extLst>
              <a:ext uri="{FF2B5EF4-FFF2-40B4-BE49-F238E27FC236}">
                <a16:creationId xmlns:a16="http://schemas.microsoft.com/office/drawing/2014/main" id="{93181B18-A068-4910-9708-C1D522BCF37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2" name="Rectangle 1">
            <a:extLst>
              <a:ext uri="{FF2B5EF4-FFF2-40B4-BE49-F238E27FC236}">
                <a16:creationId xmlns:a16="http://schemas.microsoft.com/office/drawing/2014/main" id="{3A53E609-A85E-4E5C-BA3D-3D6575B0B55B}"/>
              </a:ext>
            </a:extLst>
          </p:cNvPr>
          <p:cNvSpPr/>
          <p:nvPr/>
        </p:nvSpPr>
        <p:spPr>
          <a:xfrm>
            <a:off x="0" y="0"/>
            <a:ext cx="9144000" cy="5143500"/>
          </a:xfrm>
          <a:prstGeom prst="rect">
            <a:avLst/>
          </a:prstGeom>
          <a:solidFill>
            <a:srgbClr val="FFFFFF">
              <a:alpha val="8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grpSp>
        <p:nvGrpSpPr>
          <p:cNvPr id="220" name="Group 219">
            <a:extLst>
              <a:ext uri="{FF2B5EF4-FFF2-40B4-BE49-F238E27FC236}">
                <a16:creationId xmlns:a16="http://schemas.microsoft.com/office/drawing/2014/main" id="{FF478869-BAF3-4673-B1DF-7F511784048F}"/>
              </a:ext>
            </a:extLst>
          </p:cNvPr>
          <p:cNvGrpSpPr/>
          <p:nvPr/>
        </p:nvGrpSpPr>
        <p:grpSpPr>
          <a:xfrm>
            <a:off x="1600200" y="4105551"/>
            <a:ext cx="1209134" cy="1209134"/>
            <a:chOff x="1686466" y="4100172"/>
            <a:chExt cx="1209134" cy="1209134"/>
          </a:xfrm>
        </p:grpSpPr>
        <p:pic>
          <p:nvPicPr>
            <p:cNvPr id="213" name="Picture 212">
              <a:extLst>
                <a:ext uri="{FF2B5EF4-FFF2-40B4-BE49-F238E27FC236}">
                  <a16:creationId xmlns:a16="http://schemas.microsoft.com/office/drawing/2014/main" id="{B7E37087-C5F0-47B3-93B5-FE60364DCFB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32558" y="4344739"/>
              <a:ext cx="716950" cy="720000"/>
            </a:xfrm>
            <a:prstGeom prst="rect">
              <a:avLst/>
            </a:prstGeom>
          </p:spPr>
        </p:pic>
        <p:sp>
          <p:nvSpPr>
            <p:cNvPr id="216" name="Circle: Hollow 215">
              <a:extLst>
                <a:ext uri="{FF2B5EF4-FFF2-40B4-BE49-F238E27FC236}">
                  <a16:creationId xmlns:a16="http://schemas.microsoft.com/office/drawing/2014/main" id="{207A5C4E-4056-4CFA-B72B-5A1079ECAD49}"/>
                </a:ext>
              </a:extLst>
            </p:cNvPr>
            <p:cNvSpPr/>
            <p:nvPr/>
          </p:nvSpPr>
          <p:spPr bwMode="auto">
            <a:xfrm>
              <a:off x="1686466" y="4100172"/>
              <a:ext cx="1209134" cy="1209134"/>
            </a:xfrm>
            <a:prstGeom prst="donut">
              <a:avLst>
                <a:gd name="adj" fmla="val 20195"/>
              </a:avLst>
            </a:prstGeom>
            <a:solidFill>
              <a:srgbClr val="E5E5E5"/>
            </a:solidFill>
            <a:ln w="9525">
              <a:noFill/>
              <a:round/>
              <a:headEnd/>
              <a:tailEnd/>
            </a:ln>
          </p:spPr>
          <p:txBody>
            <a:bodyPr vert="horz" wrap="square" lIns="91440" tIns="45720" rIns="91440" bIns="45720" numCol="1" rtlCol="0" anchor="t" anchorCtr="0" compatLnSpc="1">
              <a:prstTxWarp prst="textNoShape">
                <a:avLst/>
              </a:prstTxWarp>
            </a:bodyPr>
            <a:lstStyle/>
            <a:p>
              <a:pPr algn="ctr"/>
              <a:endParaRPr lang="en-GB"/>
            </a:p>
          </p:txBody>
        </p:sp>
      </p:grpSp>
      <p:grpSp>
        <p:nvGrpSpPr>
          <p:cNvPr id="219" name="Group 218">
            <a:extLst>
              <a:ext uri="{FF2B5EF4-FFF2-40B4-BE49-F238E27FC236}">
                <a16:creationId xmlns:a16="http://schemas.microsoft.com/office/drawing/2014/main" id="{D98C17B5-F63F-423A-8F14-144163512CC0}"/>
              </a:ext>
            </a:extLst>
          </p:cNvPr>
          <p:cNvGrpSpPr/>
          <p:nvPr/>
        </p:nvGrpSpPr>
        <p:grpSpPr>
          <a:xfrm>
            <a:off x="3967433" y="4105551"/>
            <a:ext cx="1209134" cy="1209134"/>
            <a:chOff x="4048666" y="4171950"/>
            <a:chExt cx="1209134" cy="1209134"/>
          </a:xfrm>
        </p:grpSpPr>
        <p:pic>
          <p:nvPicPr>
            <p:cNvPr id="211" name="Picture 210">
              <a:extLst>
                <a:ext uri="{FF2B5EF4-FFF2-40B4-BE49-F238E27FC236}">
                  <a16:creationId xmlns:a16="http://schemas.microsoft.com/office/drawing/2014/main" id="{746F368B-D1CC-442D-B37D-61754DEEEB9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294758" y="4416517"/>
              <a:ext cx="716950" cy="720000"/>
            </a:xfrm>
            <a:prstGeom prst="rect">
              <a:avLst/>
            </a:prstGeom>
          </p:spPr>
        </p:pic>
        <p:sp>
          <p:nvSpPr>
            <p:cNvPr id="218" name="Circle: Hollow 217">
              <a:extLst>
                <a:ext uri="{FF2B5EF4-FFF2-40B4-BE49-F238E27FC236}">
                  <a16:creationId xmlns:a16="http://schemas.microsoft.com/office/drawing/2014/main" id="{DC94BFED-77AD-41BF-AAFD-D5ED9AD0D762}"/>
                </a:ext>
              </a:extLst>
            </p:cNvPr>
            <p:cNvSpPr/>
            <p:nvPr/>
          </p:nvSpPr>
          <p:spPr bwMode="auto">
            <a:xfrm>
              <a:off x="4048666" y="4171950"/>
              <a:ext cx="1209134" cy="1209134"/>
            </a:xfrm>
            <a:prstGeom prst="donut">
              <a:avLst>
                <a:gd name="adj" fmla="val 20195"/>
              </a:avLst>
            </a:prstGeom>
            <a:solidFill>
              <a:srgbClr val="E5E5E5"/>
            </a:solidFill>
            <a:ln w="9525">
              <a:noFill/>
              <a:round/>
              <a:headEnd/>
              <a:tailEnd/>
            </a:ln>
          </p:spPr>
          <p:txBody>
            <a:bodyPr vert="horz" wrap="square" lIns="91440" tIns="45720" rIns="91440" bIns="45720" numCol="1" rtlCol="0" anchor="t" anchorCtr="0" compatLnSpc="1">
              <a:prstTxWarp prst="textNoShape">
                <a:avLst/>
              </a:prstTxWarp>
            </a:bodyPr>
            <a:lstStyle/>
            <a:p>
              <a:pPr algn="ctr"/>
              <a:endParaRPr lang="en-GB" dirty="0"/>
            </a:p>
          </p:txBody>
        </p:sp>
      </p:grpSp>
      <p:sp>
        <p:nvSpPr>
          <p:cNvPr id="222" name="Circle: Hollow 221">
            <a:extLst>
              <a:ext uri="{FF2B5EF4-FFF2-40B4-BE49-F238E27FC236}">
                <a16:creationId xmlns:a16="http://schemas.microsoft.com/office/drawing/2014/main" id="{AF27DC4B-0E50-4267-B344-1D28F15E3036}"/>
              </a:ext>
            </a:extLst>
          </p:cNvPr>
          <p:cNvSpPr/>
          <p:nvPr/>
        </p:nvSpPr>
        <p:spPr bwMode="auto">
          <a:xfrm>
            <a:off x="1610266" y="4100172"/>
            <a:ext cx="1209134" cy="1209134"/>
          </a:xfrm>
          <a:prstGeom prst="donut">
            <a:avLst>
              <a:gd name="adj" fmla="val 20195"/>
            </a:avLst>
          </a:prstGeom>
          <a:solidFill>
            <a:srgbClr val="E5E5E5"/>
          </a:solidFill>
          <a:ln w="9525">
            <a:noFill/>
            <a:round/>
            <a:headEnd/>
            <a:tailEnd/>
          </a:ln>
        </p:spPr>
        <p:txBody>
          <a:bodyPr vert="horz" wrap="square" lIns="91440" tIns="45720" rIns="91440" bIns="45720" numCol="1" rtlCol="0" anchor="t" anchorCtr="0" compatLnSpc="1">
            <a:prstTxWarp prst="textNoShape">
              <a:avLst/>
            </a:prstTxWarp>
          </a:bodyPr>
          <a:lstStyle/>
          <a:p>
            <a:pPr algn="ctr"/>
            <a:endParaRPr lang="en-GB"/>
          </a:p>
        </p:txBody>
      </p:sp>
      <p:grpSp>
        <p:nvGrpSpPr>
          <p:cNvPr id="225" name="Group 224">
            <a:extLst>
              <a:ext uri="{FF2B5EF4-FFF2-40B4-BE49-F238E27FC236}">
                <a16:creationId xmlns:a16="http://schemas.microsoft.com/office/drawing/2014/main" id="{34D5C4A2-A3A0-4338-8023-143D248D34FA}"/>
              </a:ext>
            </a:extLst>
          </p:cNvPr>
          <p:cNvGrpSpPr/>
          <p:nvPr/>
        </p:nvGrpSpPr>
        <p:grpSpPr>
          <a:xfrm>
            <a:off x="6383308" y="4105551"/>
            <a:ext cx="1209134" cy="1209134"/>
            <a:chOff x="6383308" y="4110930"/>
            <a:chExt cx="1209134" cy="1209134"/>
          </a:xfrm>
        </p:grpSpPr>
        <p:pic>
          <p:nvPicPr>
            <p:cNvPr id="215" name="Picture 214">
              <a:extLst>
                <a:ext uri="{FF2B5EF4-FFF2-40B4-BE49-F238E27FC236}">
                  <a16:creationId xmlns:a16="http://schemas.microsoft.com/office/drawing/2014/main" id="{4AAE699A-6D1A-4FB4-A1C3-37B23FAA60DE}"/>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629400" y="4355497"/>
              <a:ext cx="716950" cy="720000"/>
            </a:xfrm>
            <a:prstGeom prst="rect">
              <a:avLst/>
            </a:prstGeom>
          </p:spPr>
        </p:pic>
        <p:sp>
          <p:nvSpPr>
            <p:cNvPr id="224" name="Circle: Hollow 223">
              <a:extLst>
                <a:ext uri="{FF2B5EF4-FFF2-40B4-BE49-F238E27FC236}">
                  <a16:creationId xmlns:a16="http://schemas.microsoft.com/office/drawing/2014/main" id="{71654CE6-B0DD-4703-98D7-A8CDA19118EE}"/>
                </a:ext>
              </a:extLst>
            </p:cNvPr>
            <p:cNvSpPr/>
            <p:nvPr/>
          </p:nvSpPr>
          <p:spPr bwMode="auto">
            <a:xfrm>
              <a:off x="6383308" y="4110930"/>
              <a:ext cx="1209134" cy="1209134"/>
            </a:xfrm>
            <a:prstGeom prst="donut">
              <a:avLst>
                <a:gd name="adj" fmla="val 20195"/>
              </a:avLst>
            </a:prstGeom>
            <a:solidFill>
              <a:srgbClr val="E5E5E5"/>
            </a:solidFill>
            <a:ln w="9525">
              <a:noFill/>
              <a:round/>
              <a:headEnd/>
              <a:tailEnd/>
            </a:ln>
          </p:spPr>
          <p:txBody>
            <a:bodyPr vert="horz" wrap="square" lIns="91440" tIns="45720" rIns="91440" bIns="45720" numCol="1" rtlCol="0" anchor="t" anchorCtr="0" compatLnSpc="1">
              <a:prstTxWarp prst="textNoShape">
                <a:avLst/>
              </a:prstTxWarp>
            </a:bodyPr>
            <a:lstStyle/>
            <a:p>
              <a:pPr algn="ctr"/>
              <a:endParaRPr lang="en-GB" dirty="0"/>
            </a:p>
          </p:txBody>
        </p:sp>
      </p:grpSp>
      <p:grpSp>
        <p:nvGrpSpPr>
          <p:cNvPr id="201" name="Group 200">
            <a:extLst>
              <a:ext uri="{FF2B5EF4-FFF2-40B4-BE49-F238E27FC236}">
                <a16:creationId xmlns:a16="http://schemas.microsoft.com/office/drawing/2014/main" id="{4DCD3386-B005-450C-9F4B-24B1BB75258E}"/>
              </a:ext>
            </a:extLst>
          </p:cNvPr>
          <p:cNvGrpSpPr/>
          <p:nvPr/>
        </p:nvGrpSpPr>
        <p:grpSpPr>
          <a:xfrm>
            <a:off x="381000" y="895350"/>
            <a:ext cx="1560831" cy="3596365"/>
            <a:chOff x="152400" y="285750"/>
            <a:chExt cx="1560831" cy="3596365"/>
          </a:xfrm>
        </p:grpSpPr>
        <p:sp>
          <p:nvSpPr>
            <p:cNvPr id="146" name="Freeform 12">
              <a:extLst>
                <a:ext uri="{FF2B5EF4-FFF2-40B4-BE49-F238E27FC236}">
                  <a16:creationId xmlns:a16="http://schemas.microsoft.com/office/drawing/2014/main" id="{C464E07F-842F-4D24-8F3C-5EF5A4E9ED73}"/>
                </a:ext>
              </a:extLst>
            </p:cNvPr>
            <p:cNvSpPr>
              <a:spLocks/>
            </p:cNvSpPr>
            <p:nvPr/>
          </p:nvSpPr>
          <p:spPr bwMode="auto">
            <a:xfrm>
              <a:off x="158507" y="883192"/>
              <a:ext cx="1554724" cy="774308"/>
            </a:xfrm>
            <a:custGeom>
              <a:avLst/>
              <a:gdLst>
                <a:gd name="T0" fmla="*/ 864 w 969"/>
                <a:gd name="T1" fmla="*/ 0 h 482"/>
                <a:gd name="T2" fmla="*/ 485 w 969"/>
                <a:gd name="T3" fmla="*/ 376 h 482"/>
                <a:gd name="T4" fmla="*/ 106 w 969"/>
                <a:gd name="T5" fmla="*/ 0 h 482"/>
                <a:gd name="T6" fmla="*/ 0 w 969"/>
                <a:gd name="T7" fmla="*/ 0 h 482"/>
                <a:gd name="T8" fmla="*/ 485 w 969"/>
                <a:gd name="T9" fmla="*/ 482 h 482"/>
                <a:gd name="T10" fmla="*/ 969 w 969"/>
                <a:gd name="T11" fmla="*/ 0 h 482"/>
                <a:gd name="T12" fmla="*/ 864 w 969"/>
                <a:gd name="T13" fmla="*/ 0 h 482"/>
              </a:gdLst>
              <a:ahLst/>
              <a:cxnLst>
                <a:cxn ang="0">
                  <a:pos x="T0" y="T1"/>
                </a:cxn>
                <a:cxn ang="0">
                  <a:pos x="T2" y="T3"/>
                </a:cxn>
                <a:cxn ang="0">
                  <a:pos x="T4" y="T5"/>
                </a:cxn>
                <a:cxn ang="0">
                  <a:pos x="T6" y="T7"/>
                </a:cxn>
                <a:cxn ang="0">
                  <a:pos x="T8" y="T9"/>
                </a:cxn>
                <a:cxn ang="0">
                  <a:pos x="T10" y="T11"/>
                </a:cxn>
                <a:cxn ang="0">
                  <a:pos x="T12" y="T13"/>
                </a:cxn>
              </a:cxnLst>
              <a:rect l="0" t="0" r="r" b="b"/>
              <a:pathLst>
                <a:path w="969" h="482">
                  <a:moveTo>
                    <a:pt x="864" y="0"/>
                  </a:moveTo>
                  <a:cubicBezTo>
                    <a:pt x="862" y="208"/>
                    <a:pt x="693" y="376"/>
                    <a:pt x="485" y="376"/>
                  </a:cubicBezTo>
                  <a:cubicBezTo>
                    <a:pt x="276" y="376"/>
                    <a:pt x="107" y="208"/>
                    <a:pt x="106" y="0"/>
                  </a:cubicBezTo>
                  <a:cubicBezTo>
                    <a:pt x="0" y="0"/>
                    <a:pt x="0" y="0"/>
                    <a:pt x="0" y="0"/>
                  </a:cubicBezTo>
                  <a:cubicBezTo>
                    <a:pt x="2" y="266"/>
                    <a:pt x="218" y="482"/>
                    <a:pt x="485" y="482"/>
                  </a:cubicBezTo>
                  <a:cubicBezTo>
                    <a:pt x="751" y="482"/>
                    <a:pt x="968" y="266"/>
                    <a:pt x="969" y="0"/>
                  </a:cubicBezTo>
                  <a:lnTo>
                    <a:pt x="864" y="0"/>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grpSp>
          <p:nvGrpSpPr>
            <p:cNvPr id="147" name="Group 146">
              <a:extLst>
                <a:ext uri="{FF2B5EF4-FFF2-40B4-BE49-F238E27FC236}">
                  <a16:creationId xmlns:a16="http://schemas.microsoft.com/office/drawing/2014/main" id="{BECCE671-FD9E-47D6-8878-AB929EDD31B1}"/>
                </a:ext>
              </a:extLst>
            </p:cNvPr>
            <p:cNvGrpSpPr/>
            <p:nvPr/>
          </p:nvGrpSpPr>
          <p:grpSpPr>
            <a:xfrm>
              <a:off x="781197" y="1508382"/>
              <a:ext cx="311488" cy="787204"/>
              <a:chOff x="2170411" y="4243568"/>
              <a:chExt cx="491776" cy="1242832"/>
            </a:xfrm>
          </p:grpSpPr>
          <p:grpSp>
            <p:nvGrpSpPr>
              <p:cNvPr id="148" name="Group 147">
                <a:extLst>
                  <a:ext uri="{FF2B5EF4-FFF2-40B4-BE49-F238E27FC236}">
                    <a16:creationId xmlns:a16="http://schemas.microsoft.com/office/drawing/2014/main" id="{572DF4D0-45DB-4F01-9164-1B173DF20AFB}"/>
                  </a:ext>
                </a:extLst>
              </p:cNvPr>
              <p:cNvGrpSpPr/>
              <p:nvPr/>
            </p:nvGrpSpPr>
            <p:grpSpPr>
              <a:xfrm>
                <a:off x="2170411" y="4996767"/>
                <a:ext cx="491776" cy="489633"/>
                <a:chOff x="1490481" y="4971009"/>
                <a:chExt cx="491776" cy="489633"/>
              </a:xfrm>
            </p:grpSpPr>
            <p:sp>
              <p:nvSpPr>
                <p:cNvPr id="150" name="Freeform 13">
                  <a:extLst>
                    <a:ext uri="{FF2B5EF4-FFF2-40B4-BE49-F238E27FC236}">
                      <a16:creationId xmlns:a16="http://schemas.microsoft.com/office/drawing/2014/main" id="{90F3D8B0-8879-48CA-9133-0A2EFE1EF84E}"/>
                    </a:ext>
                  </a:extLst>
                </p:cNvPr>
                <p:cNvSpPr>
                  <a:spLocks noEditPoints="1"/>
                </p:cNvSpPr>
                <p:nvPr/>
              </p:nvSpPr>
              <p:spPr bwMode="auto">
                <a:xfrm>
                  <a:off x="1490481" y="4971009"/>
                  <a:ext cx="491776" cy="489633"/>
                </a:xfrm>
                <a:custGeom>
                  <a:avLst/>
                  <a:gdLst>
                    <a:gd name="T0" fmla="*/ 97 w 194"/>
                    <a:gd name="T1" fmla="*/ 161 h 193"/>
                    <a:gd name="T2" fmla="*/ 32 w 194"/>
                    <a:gd name="T3" fmla="*/ 97 h 193"/>
                    <a:gd name="T4" fmla="*/ 97 w 194"/>
                    <a:gd name="T5" fmla="*/ 32 h 193"/>
                    <a:gd name="T6" fmla="*/ 161 w 194"/>
                    <a:gd name="T7" fmla="*/ 97 h 193"/>
                    <a:gd name="T8" fmla="*/ 97 w 194"/>
                    <a:gd name="T9" fmla="*/ 161 h 193"/>
                    <a:gd name="T10" fmla="*/ 97 w 194"/>
                    <a:gd name="T11" fmla="*/ 0 h 193"/>
                    <a:gd name="T12" fmla="*/ 0 w 194"/>
                    <a:gd name="T13" fmla="*/ 97 h 193"/>
                    <a:gd name="T14" fmla="*/ 97 w 194"/>
                    <a:gd name="T15" fmla="*/ 193 h 193"/>
                    <a:gd name="T16" fmla="*/ 194 w 194"/>
                    <a:gd name="T17" fmla="*/ 97 h 193"/>
                    <a:gd name="T18" fmla="*/ 97 w 194"/>
                    <a:gd name="T19" fmla="*/ 0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4" h="193">
                      <a:moveTo>
                        <a:pt x="97" y="161"/>
                      </a:moveTo>
                      <a:cubicBezTo>
                        <a:pt x="61" y="161"/>
                        <a:pt x="32" y="132"/>
                        <a:pt x="32" y="97"/>
                      </a:cubicBezTo>
                      <a:cubicBezTo>
                        <a:pt x="32" y="61"/>
                        <a:pt x="61" y="32"/>
                        <a:pt x="97" y="32"/>
                      </a:cubicBezTo>
                      <a:cubicBezTo>
                        <a:pt x="132" y="32"/>
                        <a:pt x="161" y="61"/>
                        <a:pt x="161" y="97"/>
                      </a:cubicBezTo>
                      <a:cubicBezTo>
                        <a:pt x="161" y="132"/>
                        <a:pt x="132" y="161"/>
                        <a:pt x="97" y="161"/>
                      </a:cubicBezTo>
                      <a:moveTo>
                        <a:pt x="97" y="0"/>
                      </a:moveTo>
                      <a:cubicBezTo>
                        <a:pt x="43" y="0"/>
                        <a:pt x="0" y="43"/>
                        <a:pt x="0" y="97"/>
                      </a:cubicBezTo>
                      <a:cubicBezTo>
                        <a:pt x="0" y="150"/>
                        <a:pt x="43" y="193"/>
                        <a:pt x="97" y="193"/>
                      </a:cubicBezTo>
                      <a:cubicBezTo>
                        <a:pt x="150" y="193"/>
                        <a:pt x="194" y="150"/>
                        <a:pt x="194" y="97"/>
                      </a:cubicBezTo>
                      <a:cubicBezTo>
                        <a:pt x="194" y="43"/>
                        <a:pt x="150" y="0"/>
                        <a:pt x="97" y="0"/>
                      </a:cubicBezTo>
                    </a:path>
                  </a:pathLst>
                </a:custGeom>
                <a:solidFill>
                  <a:srgbClr val="F1F1F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1" name="Oval 14">
                  <a:extLst>
                    <a:ext uri="{FF2B5EF4-FFF2-40B4-BE49-F238E27FC236}">
                      <a16:creationId xmlns:a16="http://schemas.microsoft.com/office/drawing/2014/main" id="{5DF8F4CC-BEB1-4307-9EBC-004EA77B23E8}"/>
                    </a:ext>
                  </a:extLst>
                </p:cNvPr>
                <p:cNvSpPr>
                  <a:spLocks noChangeArrowheads="1"/>
                </p:cNvSpPr>
                <p:nvPr/>
              </p:nvSpPr>
              <p:spPr bwMode="auto">
                <a:xfrm>
                  <a:off x="1571908" y="5052436"/>
                  <a:ext cx="326779" cy="327850"/>
                </a:xfrm>
                <a:prstGeom prst="ellipse">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152" name="Oval 18">
                  <a:extLst>
                    <a:ext uri="{FF2B5EF4-FFF2-40B4-BE49-F238E27FC236}">
                      <a16:creationId xmlns:a16="http://schemas.microsoft.com/office/drawing/2014/main" id="{AB697B5C-3B70-4EB7-A9CF-0B8324C07D38}"/>
                    </a:ext>
                  </a:extLst>
                </p:cNvPr>
                <p:cNvSpPr>
                  <a:spLocks noChangeArrowheads="1"/>
                </p:cNvSpPr>
                <p:nvPr/>
              </p:nvSpPr>
              <p:spPr bwMode="auto">
                <a:xfrm>
                  <a:off x="1642620" y="5123149"/>
                  <a:ext cx="187496" cy="185354"/>
                </a:xfrm>
                <a:prstGeom prst="ellipse">
                  <a:avLst/>
                </a:prstGeom>
                <a:solidFill>
                  <a:schemeClr val="accent1">
                    <a:lumMod val="20000"/>
                    <a:lumOff val="80000"/>
                  </a:schemeClr>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149" name="Rectangle 15">
                <a:extLst>
                  <a:ext uri="{FF2B5EF4-FFF2-40B4-BE49-F238E27FC236}">
                    <a16:creationId xmlns:a16="http://schemas.microsoft.com/office/drawing/2014/main" id="{02349E5C-CDAC-4DF6-B15D-C5AD6FA4DEE2}"/>
                  </a:ext>
                </a:extLst>
              </p:cNvPr>
              <p:cNvSpPr>
                <a:spLocks noChangeArrowheads="1"/>
              </p:cNvSpPr>
              <p:nvPr/>
            </p:nvSpPr>
            <p:spPr bwMode="auto">
              <a:xfrm>
                <a:off x="2368621" y="4243568"/>
                <a:ext cx="93213" cy="845340"/>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grpSp>
        <p:grpSp>
          <p:nvGrpSpPr>
            <p:cNvPr id="153" name="Group 152">
              <a:extLst>
                <a:ext uri="{FF2B5EF4-FFF2-40B4-BE49-F238E27FC236}">
                  <a16:creationId xmlns:a16="http://schemas.microsoft.com/office/drawing/2014/main" id="{EF10CA03-6DD6-4AA8-93D2-4733A9E1269D}"/>
                </a:ext>
              </a:extLst>
            </p:cNvPr>
            <p:cNvGrpSpPr/>
            <p:nvPr/>
          </p:nvGrpSpPr>
          <p:grpSpPr>
            <a:xfrm>
              <a:off x="324662" y="285750"/>
              <a:ext cx="1218128" cy="1218128"/>
              <a:chOff x="1451497" y="2685743"/>
              <a:chExt cx="1923174" cy="1923175"/>
            </a:xfrm>
          </p:grpSpPr>
          <p:sp>
            <p:nvSpPr>
              <p:cNvPr id="154" name="Oval 16">
                <a:extLst>
                  <a:ext uri="{FF2B5EF4-FFF2-40B4-BE49-F238E27FC236}">
                    <a16:creationId xmlns:a16="http://schemas.microsoft.com/office/drawing/2014/main" id="{6B5F9A98-0DA3-42CE-96A9-D76FD2E60425}"/>
                  </a:ext>
                </a:extLst>
              </p:cNvPr>
              <p:cNvSpPr>
                <a:spLocks noChangeArrowheads="1"/>
              </p:cNvSpPr>
              <p:nvPr/>
            </p:nvSpPr>
            <p:spPr bwMode="auto">
              <a:xfrm>
                <a:off x="1451497" y="2685743"/>
                <a:ext cx="1923174" cy="1923175"/>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5" name="Oval 17">
                <a:extLst>
                  <a:ext uri="{FF2B5EF4-FFF2-40B4-BE49-F238E27FC236}">
                    <a16:creationId xmlns:a16="http://schemas.microsoft.com/office/drawing/2014/main" id="{BAD60FBB-F45D-4A2C-A5AF-8D2B5DD863D9}"/>
                  </a:ext>
                </a:extLst>
              </p:cNvPr>
              <p:cNvSpPr>
                <a:spLocks noChangeArrowheads="1"/>
              </p:cNvSpPr>
              <p:nvPr/>
            </p:nvSpPr>
            <p:spPr bwMode="auto">
              <a:xfrm>
                <a:off x="1507210" y="2739313"/>
                <a:ext cx="1810676" cy="1816034"/>
              </a:xfrm>
              <a:prstGeom prst="ellipse">
                <a:avLst/>
              </a:prstGeom>
              <a:solidFill>
                <a:schemeClr val="bg1">
                  <a:lumMod val="95000"/>
                </a:schemeClr>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176" name="Inhaltsplatzhalter 4">
              <a:extLst>
                <a:ext uri="{FF2B5EF4-FFF2-40B4-BE49-F238E27FC236}">
                  <a16:creationId xmlns:a16="http://schemas.microsoft.com/office/drawing/2014/main" id="{481CCD2F-3FAB-4E3A-82B4-36A79C10102B}"/>
                </a:ext>
              </a:extLst>
            </p:cNvPr>
            <p:cNvSpPr txBox="1">
              <a:spLocks/>
            </p:cNvSpPr>
            <p:nvPr/>
          </p:nvSpPr>
          <p:spPr>
            <a:xfrm>
              <a:off x="152400" y="2404787"/>
              <a:ext cx="1471272" cy="1477328"/>
            </a:xfrm>
            <a:prstGeom prst="rect">
              <a:avLst/>
            </a:prstGeom>
          </p:spPr>
          <p:txBody>
            <a:bodyPr wrap="square" lIns="0" tIns="0" rIns="0" bIns="0" anchor="t">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00000"/>
                </a:lnSpc>
                <a:spcAft>
                  <a:spcPts val="1200"/>
                </a:spcAft>
                <a:buNone/>
              </a:pPr>
              <a:r>
                <a:rPr lang="en-GB" sz="1600" b="1" dirty="0">
                  <a:solidFill>
                    <a:schemeClr val="accent1"/>
                  </a:solidFill>
                  <a:latin typeface="+mj-lt"/>
                </a:rPr>
                <a:t>MARKET</a:t>
              </a:r>
              <a:br>
                <a:rPr lang="en-GB" sz="1600" b="1" dirty="0">
                  <a:solidFill>
                    <a:schemeClr val="accent1"/>
                  </a:solidFill>
                  <a:latin typeface="+mj-lt"/>
                </a:rPr>
              </a:br>
              <a:br>
                <a:rPr lang="en-GB" sz="1400" b="1" dirty="0">
                  <a:solidFill>
                    <a:schemeClr val="bg1">
                      <a:lumMod val="50000"/>
                    </a:schemeClr>
                  </a:solidFill>
                  <a:latin typeface="+mj-lt"/>
                </a:rPr>
              </a:br>
              <a:r>
                <a:rPr lang="en-GB" sz="1100" dirty="0">
                  <a:solidFill>
                    <a:schemeClr val="bg1">
                      <a:lumMod val="50000"/>
                    </a:schemeClr>
                  </a:solidFill>
                  <a:latin typeface="+mn-lt"/>
                </a:rPr>
                <a:t>In the areas of our operations we are </a:t>
              </a:r>
              <a:r>
                <a:rPr lang="en-GB" sz="1100" dirty="0">
                  <a:solidFill>
                    <a:schemeClr val="accent1"/>
                  </a:solidFill>
                  <a:latin typeface="+mn-lt"/>
                </a:rPr>
                <a:t>experts ahead of the curve </a:t>
              </a:r>
              <a:r>
                <a:rPr lang="en-GB" sz="1100" dirty="0">
                  <a:solidFill>
                    <a:schemeClr val="bg1">
                      <a:lumMod val="50000"/>
                    </a:schemeClr>
                  </a:solidFill>
                  <a:latin typeface="+mn-lt"/>
                </a:rPr>
                <a:t>and are recognised as the </a:t>
              </a:r>
              <a:r>
                <a:rPr lang="en-GB" sz="1100" dirty="0">
                  <a:solidFill>
                    <a:schemeClr val="accent1"/>
                  </a:solidFill>
                  <a:latin typeface="+mn-lt"/>
                </a:rPr>
                <a:t>“go-to” solution providers </a:t>
              </a:r>
            </a:p>
          </p:txBody>
        </p:sp>
        <p:grpSp>
          <p:nvGrpSpPr>
            <p:cNvPr id="184" name="Group 183">
              <a:extLst>
                <a:ext uri="{FF2B5EF4-FFF2-40B4-BE49-F238E27FC236}">
                  <a16:creationId xmlns:a16="http://schemas.microsoft.com/office/drawing/2014/main" id="{5DD37B6C-20A5-4118-A119-4ACD338A22EF}"/>
                </a:ext>
              </a:extLst>
            </p:cNvPr>
            <p:cNvGrpSpPr/>
            <p:nvPr/>
          </p:nvGrpSpPr>
          <p:grpSpPr>
            <a:xfrm>
              <a:off x="640120" y="588939"/>
              <a:ext cx="587212" cy="611748"/>
              <a:chOff x="708025" y="1916113"/>
              <a:chExt cx="531813" cy="554037"/>
            </a:xfrm>
            <a:solidFill>
              <a:schemeClr val="tx1">
                <a:lumMod val="75000"/>
                <a:lumOff val="25000"/>
              </a:schemeClr>
            </a:solidFill>
          </p:grpSpPr>
          <p:sp>
            <p:nvSpPr>
              <p:cNvPr id="185" name="Freeform 93">
                <a:extLst>
                  <a:ext uri="{FF2B5EF4-FFF2-40B4-BE49-F238E27FC236}">
                    <a16:creationId xmlns:a16="http://schemas.microsoft.com/office/drawing/2014/main" id="{9882F9A2-97C5-41B3-AB8E-EF17B1AB6DA0}"/>
                  </a:ext>
                </a:extLst>
              </p:cNvPr>
              <p:cNvSpPr>
                <a:spLocks/>
              </p:cNvSpPr>
              <p:nvPr/>
            </p:nvSpPr>
            <p:spPr bwMode="auto">
              <a:xfrm>
                <a:off x="708025" y="1916113"/>
                <a:ext cx="307975" cy="457200"/>
              </a:xfrm>
              <a:custGeom>
                <a:avLst/>
                <a:gdLst>
                  <a:gd name="T0" fmla="*/ 1457 w 1939"/>
                  <a:gd name="T1" fmla="*/ 4 h 2887"/>
                  <a:gd name="T2" fmla="*/ 1621 w 1939"/>
                  <a:gd name="T3" fmla="*/ 49 h 2887"/>
                  <a:gd name="T4" fmla="*/ 1761 w 1939"/>
                  <a:gd name="T5" fmla="*/ 140 h 2887"/>
                  <a:gd name="T6" fmla="*/ 1865 w 1939"/>
                  <a:gd name="T7" fmla="*/ 268 h 2887"/>
                  <a:gd name="T8" fmla="*/ 1927 w 1939"/>
                  <a:gd name="T9" fmla="*/ 426 h 2887"/>
                  <a:gd name="T10" fmla="*/ 1939 w 1939"/>
                  <a:gd name="T11" fmla="*/ 1064 h 2887"/>
                  <a:gd name="T12" fmla="*/ 1918 w 1939"/>
                  <a:gd name="T13" fmla="*/ 1175 h 2887"/>
                  <a:gd name="T14" fmla="*/ 1861 w 1939"/>
                  <a:gd name="T15" fmla="*/ 1269 h 2887"/>
                  <a:gd name="T16" fmla="*/ 1831 w 1939"/>
                  <a:gd name="T17" fmla="*/ 1784 h 2887"/>
                  <a:gd name="T18" fmla="*/ 1799 w 1939"/>
                  <a:gd name="T19" fmla="*/ 1825 h 2887"/>
                  <a:gd name="T20" fmla="*/ 1745 w 1939"/>
                  <a:gd name="T21" fmla="*/ 1832 h 2887"/>
                  <a:gd name="T22" fmla="*/ 1703 w 1939"/>
                  <a:gd name="T23" fmla="*/ 1801 h 2887"/>
                  <a:gd name="T24" fmla="*/ 1694 w 1939"/>
                  <a:gd name="T25" fmla="*/ 1260 h 2887"/>
                  <a:gd name="T26" fmla="*/ 1712 w 1939"/>
                  <a:gd name="T27" fmla="*/ 1213 h 2887"/>
                  <a:gd name="T28" fmla="*/ 1764 w 1939"/>
                  <a:gd name="T29" fmla="*/ 1165 h 2887"/>
                  <a:gd name="T30" fmla="*/ 1796 w 1939"/>
                  <a:gd name="T31" fmla="*/ 1092 h 2887"/>
                  <a:gd name="T32" fmla="*/ 1796 w 1939"/>
                  <a:gd name="T33" fmla="*/ 492 h 2887"/>
                  <a:gd name="T34" fmla="*/ 1751 w 1939"/>
                  <a:gd name="T35" fmla="*/ 354 h 2887"/>
                  <a:gd name="T36" fmla="*/ 1664 w 1939"/>
                  <a:gd name="T37" fmla="*/ 242 h 2887"/>
                  <a:gd name="T38" fmla="*/ 1543 w 1939"/>
                  <a:gd name="T39" fmla="*/ 168 h 2887"/>
                  <a:gd name="T40" fmla="*/ 1398 w 1939"/>
                  <a:gd name="T41" fmla="*/ 141 h 2887"/>
                  <a:gd name="T42" fmla="*/ 1186 w 1939"/>
                  <a:gd name="T43" fmla="*/ 154 h 2887"/>
                  <a:gd name="T44" fmla="*/ 1057 w 1939"/>
                  <a:gd name="T45" fmla="*/ 213 h 2887"/>
                  <a:gd name="T46" fmla="*/ 957 w 1939"/>
                  <a:gd name="T47" fmla="*/ 313 h 2887"/>
                  <a:gd name="T48" fmla="*/ 897 w 1939"/>
                  <a:gd name="T49" fmla="*/ 443 h 2887"/>
                  <a:gd name="T50" fmla="*/ 884 w 1939"/>
                  <a:gd name="T51" fmla="*/ 1064 h 2887"/>
                  <a:gd name="T52" fmla="*/ 904 w 1939"/>
                  <a:gd name="T53" fmla="*/ 1143 h 2887"/>
                  <a:gd name="T54" fmla="*/ 958 w 1939"/>
                  <a:gd name="T55" fmla="*/ 1203 h 2887"/>
                  <a:gd name="T56" fmla="*/ 987 w 1939"/>
                  <a:gd name="T57" fmla="*/ 1243 h 2887"/>
                  <a:gd name="T58" fmla="*/ 987 w 1939"/>
                  <a:gd name="T59" fmla="*/ 1786 h 2887"/>
                  <a:gd name="T60" fmla="*/ 954 w 1939"/>
                  <a:gd name="T61" fmla="*/ 1838 h 2887"/>
                  <a:gd name="T62" fmla="*/ 904 w 1939"/>
                  <a:gd name="T63" fmla="*/ 1865 h 2887"/>
                  <a:gd name="T64" fmla="*/ 824 w 1939"/>
                  <a:gd name="T65" fmla="*/ 1908 h 2887"/>
                  <a:gd name="T66" fmla="*/ 710 w 1939"/>
                  <a:gd name="T67" fmla="*/ 1972 h 2887"/>
                  <a:gd name="T68" fmla="*/ 572 w 1939"/>
                  <a:gd name="T69" fmla="*/ 2055 h 2887"/>
                  <a:gd name="T70" fmla="*/ 420 w 1939"/>
                  <a:gd name="T71" fmla="*/ 2156 h 2887"/>
                  <a:gd name="T72" fmla="*/ 261 w 1939"/>
                  <a:gd name="T73" fmla="*/ 2274 h 2887"/>
                  <a:gd name="T74" fmla="*/ 165 w 1939"/>
                  <a:gd name="T75" fmla="*/ 2367 h 2887"/>
                  <a:gd name="T76" fmla="*/ 140 w 1939"/>
                  <a:gd name="T77" fmla="*/ 2458 h 2887"/>
                  <a:gd name="T78" fmla="*/ 131 w 1939"/>
                  <a:gd name="T79" fmla="*/ 2852 h 2887"/>
                  <a:gd name="T80" fmla="*/ 88 w 1939"/>
                  <a:gd name="T81" fmla="*/ 2885 h 2887"/>
                  <a:gd name="T82" fmla="*/ 34 w 1939"/>
                  <a:gd name="T83" fmla="*/ 2877 h 2887"/>
                  <a:gd name="T84" fmla="*/ 2 w 1939"/>
                  <a:gd name="T85" fmla="*/ 2836 h 2887"/>
                  <a:gd name="T86" fmla="*/ 2 w 1939"/>
                  <a:gd name="T87" fmla="*/ 2418 h 2887"/>
                  <a:gd name="T88" fmla="*/ 39 w 1939"/>
                  <a:gd name="T89" fmla="*/ 2303 h 2887"/>
                  <a:gd name="T90" fmla="*/ 118 w 1939"/>
                  <a:gd name="T91" fmla="*/ 2209 h 2887"/>
                  <a:gd name="T92" fmla="*/ 287 w 1939"/>
                  <a:gd name="T93" fmla="*/ 2078 h 2887"/>
                  <a:gd name="T94" fmla="*/ 452 w 1939"/>
                  <a:gd name="T95" fmla="*/ 1965 h 2887"/>
                  <a:gd name="T96" fmla="*/ 603 w 1939"/>
                  <a:gd name="T97" fmla="*/ 1871 h 2887"/>
                  <a:gd name="T98" fmla="*/ 731 w 1939"/>
                  <a:gd name="T99" fmla="*/ 1798 h 2887"/>
                  <a:gd name="T100" fmla="*/ 826 w 1939"/>
                  <a:gd name="T101" fmla="*/ 1747 h 2887"/>
                  <a:gd name="T102" fmla="*/ 822 w 1939"/>
                  <a:gd name="T103" fmla="*/ 1269 h 2887"/>
                  <a:gd name="T104" fmla="*/ 764 w 1939"/>
                  <a:gd name="T105" fmla="*/ 1175 h 2887"/>
                  <a:gd name="T106" fmla="*/ 744 w 1939"/>
                  <a:gd name="T107" fmla="*/ 1064 h 2887"/>
                  <a:gd name="T108" fmla="*/ 756 w 1939"/>
                  <a:gd name="T109" fmla="*/ 426 h 2887"/>
                  <a:gd name="T110" fmla="*/ 818 w 1939"/>
                  <a:gd name="T111" fmla="*/ 268 h 2887"/>
                  <a:gd name="T112" fmla="*/ 922 w 1939"/>
                  <a:gd name="T113" fmla="*/ 140 h 2887"/>
                  <a:gd name="T114" fmla="*/ 1062 w 1939"/>
                  <a:gd name="T115" fmla="*/ 49 h 2887"/>
                  <a:gd name="T116" fmla="*/ 1226 w 1939"/>
                  <a:gd name="T117" fmla="*/ 4 h 28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939" h="2887">
                    <a:moveTo>
                      <a:pt x="1285" y="0"/>
                    </a:moveTo>
                    <a:lnTo>
                      <a:pt x="1398" y="0"/>
                    </a:lnTo>
                    <a:lnTo>
                      <a:pt x="1457" y="4"/>
                    </a:lnTo>
                    <a:lnTo>
                      <a:pt x="1514" y="13"/>
                    </a:lnTo>
                    <a:lnTo>
                      <a:pt x="1569" y="28"/>
                    </a:lnTo>
                    <a:lnTo>
                      <a:pt x="1621" y="49"/>
                    </a:lnTo>
                    <a:lnTo>
                      <a:pt x="1670" y="75"/>
                    </a:lnTo>
                    <a:lnTo>
                      <a:pt x="1717" y="106"/>
                    </a:lnTo>
                    <a:lnTo>
                      <a:pt x="1761" y="140"/>
                    </a:lnTo>
                    <a:lnTo>
                      <a:pt x="1799" y="179"/>
                    </a:lnTo>
                    <a:lnTo>
                      <a:pt x="1834" y="223"/>
                    </a:lnTo>
                    <a:lnTo>
                      <a:pt x="1865" y="268"/>
                    </a:lnTo>
                    <a:lnTo>
                      <a:pt x="1891" y="318"/>
                    </a:lnTo>
                    <a:lnTo>
                      <a:pt x="1912" y="371"/>
                    </a:lnTo>
                    <a:lnTo>
                      <a:pt x="1927" y="426"/>
                    </a:lnTo>
                    <a:lnTo>
                      <a:pt x="1936" y="483"/>
                    </a:lnTo>
                    <a:lnTo>
                      <a:pt x="1939" y="542"/>
                    </a:lnTo>
                    <a:lnTo>
                      <a:pt x="1939" y="1064"/>
                    </a:lnTo>
                    <a:lnTo>
                      <a:pt x="1936" y="1103"/>
                    </a:lnTo>
                    <a:lnTo>
                      <a:pt x="1930" y="1140"/>
                    </a:lnTo>
                    <a:lnTo>
                      <a:pt x="1918" y="1175"/>
                    </a:lnTo>
                    <a:lnTo>
                      <a:pt x="1903" y="1208"/>
                    </a:lnTo>
                    <a:lnTo>
                      <a:pt x="1884" y="1240"/>
                    </a:lnTo>
                    <a:lnTo>
                      <a:pt x="1861" y="1269"/>
                    </a:lnTo>
                    <a:lnTo>
                      <a:pt x="1834" y="1295"/>
                    </a:lnTo>
                    <a:lnTo>
                      <a:pt x="1834" y="1764"/>
                    </a:lnTo>
                    <a:lnTo>
                      <a:pt x="1831" y="1784"/>
                    </a:lnTo>
                    <a:lnTo>
                      <a:pt x="1825" y="1801"/>
                    </a:lnTo>
                    <a:lnTo>
                      <a:pt x="1814" y="1814"/>
                    </a:lnTo>
                    <a:lnTo>
                      <a:pt x="1799" y="1825"/>
                    </a:lnTo>
                    <a:lnTo>
                      <a:pt x="1782" y="1832"/>
                    </a:lnTo>
                    <a:lnTo>
                      <a:pt x="1764" y="1835"/>
                    </a:lnTo>
                    <a:lnTo>
                      <a:pt x="1745" y="1832"/>
                    </a:lnTo>
                    <a:lnTo>
                      <a:pt x="1728" y="1825"/>
                    </a:lnTo>
                    <a:lnTo>
                      <a:pt x="1714" y="1814"/>
                    </a:lnTo>
                    <a:lnTo>
                      <a:pt x="1703" y="1801"/>
                    </a:lnTo>
                    <a:lnTo>
                      <a:pt x="1696" y="1784"/>
                    </a:lnTo>
                    <a:lnTo>
                      <a:pt x="1694" y="1764"/>
                    </a:lnTo>
                    <a:lnTo>
                      <a:pt x="1694" y="1260"/>
                    </a:lnTo>
                    <a:lnTo>
                      <a:pt x="1696" y="1243"/>
                    </a:lnTo>
                    <a:lnTo>
                      <a:pt x="1701" y="1227"/>
                    </a:lnTo>
                    <a:lnTo>
                      <a:pt x="1712" y="1213"/>
                    </a:lnTo>
                    <a:lnTo>
                      <a:pt x="1725" y="1203"/>
                    </a:lnTo>
                    <a:lnTo>
                      <a:pt x="1746" y="1186"/>
                    </a:lnTo>
                    <a:lnTo>
                      <a:pt x="1764" y="1165"/>
                    </a:lnTo>
                    <a:lnTo>
                      <a:pt x="1779" y="1143"/>
                    </a:lnTo>
                    <a:lnTo>
                      <a:pt x="1790" y="1119"/>
                    </a:lnTo>
                    <a:lnTo>
                      <a:pt x="1796" y="1092"/>
                    </a:lnTo>
                    <a:lnTo>
                      <a:pt x="1798" y="1064"/>
                    </a:lnTo>
                    <a:lnTo>
                      <a:pt x="1798" y="542"/>
                    </a:lnTo>
                    <a:lnTo>
                      <a:pt x="1796" y="492"/>
                    </a:lnTo>
                    <a:lnTo>
                      <a:pt x="1786" y="443"/>
                    </a:lnTo>
                    <a:lnTo>
                      <a:pt x="1772" y="397"/>
                    </a:lnTo>
                    <a:lnTo>
                      <a:pt x="1751" y="354"/>
                    </a:lnTo>
                    <a:lnTo>
                      <a:pt x="1727" y="313"/>
                    </a:lnTo>
                    <a:lnTo>
                      <a:pt x="1697" y="276"/>
                    </a:lnTo>
                    <a:lnTo>
                      <a:pt x="1664" y="242"/>
                    </a:lnTo>
                    <a:lnTo>
                      <a:pt x="1627" y="213"/>
                    </a:lnTo>
                    <a:lnTo>
                      <a:pt x="1586" y="188"/>
                    </a:lnTo>
                    <a:lnTo>
                      <a:pt x="1543" y="168"/>
                    </a:lnTo>
                    <a:lnTo>
                      <a:pt x="1496" y="154"/>
                    </a:lnTo>
                    <a:lnTo>
                      <a:pt x="1448" y="144"/>
                    </a:lnTo>
                    <a:lnTo>
                      <a:pt x="1398" y="141"/>
                    </a:lnTo>
                    <a:lnTo>
                      <a:pt x="1285" y="141"/>
                    </a:lnTo>
                    <a:lnTo>
                      <a:pt x="1235" y="144"/>
                    </a:lnTo>
                    <a:lnTo>
                      <a:pt x="1186" y="154"/>
                    </a:lnTo>
                    <a:lnTo>
                      <a:pt x="1141" y="168"/>
                    </a:lnTo>
                    <a:lnTo>
                      <a:pt x="1097" y="189"/>
                    </a:lnTo>
                    <a:lnTo>
                      <a:pt x="1057" y="213"/>
                    </a:lnTo>
                    <a:lnTo>
                      <a:pt x="1019" y="243"/>
                    </a:lnTo>
                    <a:lnTo>
                      <a:pt x="985" y="276"/>
                    </a:lnTo>
                    <a:lnTo>
                      <a:pt x="957" y="313"/>
                    </a:lnTo>
                    <a:lnTo>
                      <a:pt x="931" y="354"/>
                    </a:lnTo>
                    <a:lnTo>
                      <a:pt x="912" y="397"/>
                    </a:lnTo>
                    <a:lnTo>
                      <a:pt x="897" y="443"/>
                    </a:lnTo>
                    <a:lnTo>
                      <a:pt x="887" y="492"/>
                    </a:lnTo>
                    <a:lnTo>
                      <a:pt x="884" y="542"/>
                    </a:lnTo>
                    <a:lnTo>
                      <a:pt x="884" y="1064"/>
                    </a:lnTo>
                    <a:lnTo>
                      <a:pt x="886" y="1092"/>
                    </a:lnTo>
                    <a:lnTo>
                      <a:pt x="894" y="1119"/>
                    </a:lnTo>
                    <a:lnTo>
                      <a:pt x="904" y="1143"/>
                    </a:lnTo>
                    <a:lnTo>
                      <a:pt x="918" y="1165"/>
                    </a:lnTo>
                    <a:lnTo>
                      <a:pt x="936" y="1186"/>
                    </a:lnTo>
                    <a:lnTo>
                      <a:pt x="958" y="1203"/>
                    </a:lnTo>
                    <a:lnTo>
                      <a:pt x="971" y="1213"/>
                    </a:lnTo>
                    <a:lnTo>
                      <a:pt x="981" y="1227"/>
                    </a:lnTo>
                    <a:lnTo>
                      <a:pt x="987" y="1243"/>
                    </a:lnTo>
                    <a:lnTo>
                      <a:pt x="989" y="1260"/>
                    </a:lnTo>
                    <a:lnTo>
                      <a:pt x="989" y="1764"/>
                    </a:lnTo>
                    <a:lnTo>
                      <a:pt x="987" y="1786"/>
                    </a:lnTo>
                    <a:lnTo>
                      <a:pt x="980" y="1805"/>
                    </a:lnTo>
                    <a:lnTo>
                      <a:pt x="969" y="1823"/>
                    </a:lnTo>
                    <a:lnTo>
                      <a:pt x="954" y="1838"/>
                    </a:lnTo>
                    <a:lnTo>
                      <a:pt x="937" y="1849"/>
                    </a:lnTo>
                    <a:lnTo>
                      <a:pt x="924" y="1856"/>
                    </a:lnTo>
                    <a:lnTo>
                      <a:pt x="904" y="1865"/>
                    </a:lnTo>
                    <a:lnTo>
                      <a:pt x="882" y="1877"/>
                    </a:lnTo>
                    <a:lnTo>
                      <a:pt x="854" y="1891"/>
                    </a:lnTo>
                    <a:lnTo>
                      <a:pt x="824" y="1908"/>
                    </a:lnTo>
                    <a:lnTo>
                      <a:pt x="789" y="1926"/>
                    </a:lnTo>
                    <a:lnTo>
                      <a:pt x="751" y="1947"/>
                    </a:lnTo>
                    <a:lnTo>
                      <a:pt x="710" y="1972"/>
                    </a:lnTo>
                    <a:lnTo>
                      <a:pt x="666" y="1997"/>
                    </a:lnTo>
                    <a:lnTo>
                      <a:pt x="620" y="2025"/>
                    </a:lnTo>
                    <a:lnTo>
                      <a:pt x="572" y="2055"/>
                    </a:lnTo>
                    <a:lnTo>
                      <a:pt x="523" y="2087"/>
                    </a:lnTo>
                    <a:lnTo>
                      <a:pt x="472" y="2121"/>
                    </a:lnTo>
                    <a:lnTo>
                      <a:pt x="420" y="2156"/>
                    </a:lnTo>
                    <a:lnTo>
                      <a:pt x="367" y="2194"/>
                    </a:lnTo>
                    <a:lnTo>
                      <a:pt x="314" y="2234"/>
                    </a:lnTo>
                    <a:lnTo>
                      <a:pt x="261" y="2274"/>
                    </a:lnTo>
                    <a:lnTo>
                      <a:pt x="206" y="2318"/>
                    </a:lnTo>
                    <a:lnTo>
                      <a:pt x="184" y="2340"/>
                    </a:lnTo>
                    <a:lnTo>
                      <a:pt x="165" y="2367"/>
                    </a:lnTo>
                    <a:lnTo>
                      <a:pt x="151" y="2395"/>
                    </a:lnTo>
                    <a:lnTo>
                      <a:pt x="144" y="2426"/>
                    </a:lnTo>
                    <a:lnTo>
                      <a:pt x="140" y="2458"/>
                    </a:lnTo>
                    <a:lnTo>
                      <a:pt x="140" y="2817"/>
                    </a:lnTo>
                    <a:lnTo>
                      <a:pt x="137" y="2836"/>
                    </a:lnTo>
                    <a:lnTo>
                      <a:pt x="131" y="2852"/>
                    </a:lnTo>
                    <a:lnTo>
                      <a:pt x="120" y="2867"/>
                    </a:lnTo>
                    <a:lnTo>
                      <a:pt x="105" y="2877"/>
                    </a:lnTo>
                    <a:lnTo>
                      <a:pt x="88" y="2885"/>
                    </a:lnTo>
                    <a:lnTo>
                      <a:pt x="70" y="2887"/>
                    </a:lnTo>
                    <a:lnTo>
                      <a:pt x="51" y="2885"/>
                    </a:lnTo>
                    <a:lnTo>
                      <a:pt x="34" y="2877"/>
                    </a:lnTo>
                    <a:lnTo>
                      <a:pt x="20" y="2867"/>
                    </a:lnTo>
                    <a:lnTo>
                      <a:pt x="10" y="2852"/>
                    </a:lnTo>
                    <a:lnTo>
                      <a:pt x="2" y="2836"/>
                    </a:lnTo>
                    <a:lnTo>
                      <a:pt x="0" y="2817"/>
                    </a:lnTo>
                    <a:lnTo>
                      <a:pt x="0" y="2458"/>
                    </a:lnTo>
                    <a:lnTo>
                      <a:pt x="2" y="2418"/>
                    </a:lnTo>
                    <a:lnTo>
                      <a:pt x="10" y="2377"/>
                    </a:lnTo>
                    <a:lnTo>
                      <a:pt x="22" y="2339"/>
                    </a:lnTo>
                    <a:lnTo>
                      <a:pt x="39" y="2303"/>
                    </a:lnTo>
                    <a:lnTo>
                      <a:pt x="62" y="2269"/>
                    </a:lnTo>
                    <a:lnTo>
                      <a:pt x="87" y="2237"/>
                    </a:lnTo>
                    <a:lnTo>
                      <a:pt x="118" y="2209"/>
                    </a:lnTo>
                    <a:lnTo>
                      <a:pt x="174" y="2163"/>
                    </a:lnTo>
                    <a:lnTo>
                      <a:pt x="231" y="2120"/>
                    </a:lnTo>
                    <a:lnTo>
                      <a:pt x="287" y="2078"/>
                    </a:lnTo>
                    <a:lnTo>
                      <a:pt x="344" y="2039"/>
                    </a:lnTo>
                    <a:lnTo>
                      <a:pt x="398" y="2001"/>
                    </a:lnTo>
                    <a:lnTo>
                      <a:pt x="452" y="1965"/>
                    </a:lnTo>
                    <a:lnTo>
                      <a:pt x="504" y="1931"/>
                    </a:lnTo>
                    <a:lnTo>
                      <a:pt x="555" y="1901"/>
                    </a:lnTo>
                    <a:lnTo>
                      <a:pt x="603" y="1871"/>
                    </a:lnTo>
                    <a:lnTo>
                      <a:pt x="649" y="1844"/>
                    </a:lnTo>
                    <a:lnTo>
                      <a:pt x="692" y="1820"/>
                    </a:lnTo>
                    <a:lnTo>
                      <a:pt x="731" y="1798"/>
                    </a:lnTo>
                    <a:lnTo>
                      <a:pt x="767" y="1778"/>
                    </a:lnTo>
                    <a:lnTo>
                      <a:pt x="799" y="1761"/>
                    </a:lnTo>
                    <a:lnTo>
                      <a:pt x="826" y="1747"/>
                    </a:lnTo>
                    <a:lnTo>
                      <a:pt x="849" y="1736"/>
                    </a:lnTo>
                    <a:lnTo>
                      <a:pt x="849" y="1295"/>
                    </a:lnTo>
                    <a:lnTo>
                      <a:pt x="822" y="1269"/>
                    </a:lnTo>
                    <a:lnTo>
                      <a:pt x="799" y="1240"/>
                    </a:lnTo>
                    <a:lnTo>
                      <a:pt x="780" y="1208"/>
                    </a:lnTo>
                    <a:lnTo>
                      <a:pt x="764" y="1175"/>
                    </a:lnTo>
                    <a:lnTo>
                      <a:pt x="753" y="1140"/>
                    </a:lnTo>
                    <a:lnTo>
                      <a:pt x="746" y="1103"/>
                    </a:lnTo>
                    <a:lnTo>
                      <a:pt x="744" y="1064"/>
                    </a:lnTo>
                    <a:lnTo>
                      <a:pt x="744" y="542"/>
                    </a:lnTo>
                    <a:lnTo>
                      <a:pt x="747" y="483"/>
                    </a:lnTo>
                    <a:lnTo>
                      <a:pt x="756" y="426"/>
                    </a:lnTo>
                    <a:lnTo>
                      <a:pt x="771" y="371"/>
                    </a:lnTo>
                    <a:lnTo>
                      <a:pt x="792" y="318"/>
                    </a:lnTo>
                    <a:lnTo>
                      <a:pt x="818" y="268"/>
                    </a:lnTo>
                    <a:lnTo>
                      <a:pt x="848" y="223"/>
                    </a:lnTo>
                    <a:lnTo>
                      <a:pt x="883" y="179"/>
                    </a:lnTo>
                    <a:lnTo>
                      <a:pt x="922" y="140"/>
                    </a:lnTo>
                    <a:lnTo>
                      <a:pt x="966" y="106"/>
                    </a:lnTo>
                    <a:lnTo>
                      <a:pt x="1012" y="75"/>
                    </a:lnTo>
                    <a:lnTo>
                      <a:pt x="1062" y="49"/>
                    </a:lnTo>
                    <a:lnTo>
                      <a:pt x="1114" y="28"/>
                    </a:lnTo>
                    <a:lnTo>
                      <a:pt x="1169" y="13"/>
                    </a:lnTo>
                    <a:lnTo>
                      <a:pt x="1226" y="4"/>
                    </a:lnTo>
                    <a:lnTo>
                      <a:pt x="128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86" name="Freeform 94">
                <a:extLst>
                  <a:ext uri="{FF2B5EF4-FFF2-40B4-BE49-F238E27FC236}">
                    <a16:creationId xmlns:a16="http://schemas.microsoft.com/office/drawing/2014/main" id="{CD709AAF-7C77-4BC3-90C5-B7C25A0F4038}"/>
                  </a:ext>
                </a:extLst>
              </p:cNvPr>
              <p:cNvSpPr>
                <a:spLocks noEditPoints="1"/>
              </p:cNvSpPr>
              <p:nvPr/>
            </p:nvSpPr>
            <p:spPr bwMode="auto">
              <a:xfrm>
                <a:off x="882650" y="2206625"/>
                <a:ext cx="77788" cy="263525"/>
              </a:xfrm>
              <a:custGeom>
                <a:avLst/>
                <a:gdLst>
                  <a:gd name="T0" fmla="*/ 144 w 487"/>
                  <a:gd name="T1" fmla="*/ 1406 h 1657"/>
                  <a:gd name="T2" fmla="*/ 335 w 487"/>
                  <a:gd name="T3" fmla="*/ 1404 h 1657"/>
                  <a:gd name="T4" fmla="*/ 264 w 487"/>
                  <a:gd name="T5" fmla="*/ 313 h 1657"/>
                  <a:gd name="T6" fmla="*/ 217 w 487"/>
                  <a:gd name="T7" fmla="*/ 313 h 1657"/>
                  <a:gd name="T8" fmla="*/ 416 w 487"/>
                  <a:gd name="T9" fmla="*/ 0 h 1657"/>
                  <a:gd name="T10" fmla="*/ 452 w 487"/>
                  <a:gd name="T11" fmla="*/ 9 h 1657"/>
                  <a:gd name="T12" fmla="*/ 477 w 487"/>
                  <a:gd name="T13" fmla="*/ 35 h 1657"/>
                  <a:gd name="T14" fmla="*/ 487 w 487"/>
                  <a:gd name="T15" fmla="*/ 70 h 1657"/>
                  <a:gd name="T16" fmla="*/ 476 w 487"/>
                  <a:gd name="T17" fmla="*/ 142 h 1657"/>
                  <a:gd name="T18" fmla="*/ 445 w 487"/>
                  <a:gd name="T19" fmla="*/ 206 h 1657"/>
                  <a:gd name="T20" fmla="*/ 477 w 487"/>
                  <a:gd name="T21" fmla="*/ 1431 h 1657"/>
                  <a:gd name="T22" fmla="*/ 466 w 487"/>
                  <a:gd name="T23" fmla="*/ 1470 h 1657"/>
                  <a:gd name="T24" fmla="*/ 284 w 487"/>
                  <a:gd name="T25" fmla="*/ 1638 h 1657"/>
                  <a:gd name="T26" fmla="*/ 254 w 487"/>
                  <a:gd name="T27" fmla="*/ 1655 h 1657"/>
                  <a:gd name="T28" fmla="*/ 221 w 487"/>
                  <a:gd name="T29" fmla="*/ 1655 h 1657"/>
                  <a:gd name="T30" fmla="*/ 190 w 487"/>
                  <a:gd name="T31" fmla="*/ 1639 h 1657"/>
                  <a:gd name="T32" fmla="*/ 14 w 487"/>
                  <a:gd name="T33" fmla="*/ 1478 h 1657"/>
                  <a:gd name="T34" fmla="*/ 2 w 487"/>
                  <a:gd name="T35" fmla="*/ 1450 h 1657"/>
                  <a:gd name="T36" fmla="*/ 54 w 487"/>
                  <a:gd name="T37" fmla="*/ 223 h 1657"/>
                  <a:gd name="T38" fmla="*/ 20 w 487"/>
                  <a:gd name="T39" fmla="*/ 168 h 1657"/>
                  <a:gd name="T40" fmla="*/ 2 w 487"/>
                  <a:gd name="T41" fmla="*/ 105 h 1657"/>
                  <a:gd name="T42" fmla="*/ 2 w 487"/>
                  <a:gd name="T43" fmla="*/ 52 h 1657"/>
                  <a:gd name="T44" fmla="*/ 20 w 487"/>
                  <a:gd name="T45" fmla="*/ 21 h 1657"/>
                  <a:gd name="T46" fmla="*/ 51 w 487"/>
                  <a:gd name="T47" fmla="*/ 3 h 1657"/>
                  <a:gd name="T48" fmla="*/ 88 w 487"/>
                  <a:gd name="T49" fmla="*/ 3 h 1657"/>
                  <a:gd name="T50" fmla="*/ 120 w 487"/>
                  <a:gd name="T51" fmla="*/ 21 h 1657"/>
                  <a:gd name="T52" fmla="*/ 137 w 487"/>
                  <a:gd name="T53" fmla="*/ 52 h 1657"/>
                  <a:gd name="T54" fmla="*/ 143 w 487"/>
                  <a:gd name="T55" fmla="*/ 95 h 1657"/>
                  <a:gd name="T56" fmla="*/ 163 w 487"/>
                  <a:gd name="T57" fmla="*/ 135 h 1657"/>
                  <a:gd name="T58" fmla="*/ 198 w 487"/>
                  <a:gd name="T59" fmla="*/ 164 h 1657"/>
                  <a:gd name="T60" fmla="*/ 244 w 487"/>
                  <a:gd name="T61" fmla="*/ 174 h 1657"/>
                  <a:gd name="T62" fmla="*/ 283 w 487"/>
                  <a:gd name="T63" fmla="*/ 166 h 1657"/>
                  <a:gd name="T64" fmla="*/ 306 w 487"/>
                  <a:gd name="T65" fmla="*/ 151 h 1657"/>
                  <a:gd name="T66" fmla="*/ 327 w 487"/>
                  <a:gd name="T67" fmla="*/ 131 h 1657"/>
                  <a:gd name="T68" fmla="*/ 344 w 487"/>
                  <a:gd name="T69" fmla="*/ 92 h 1657"/>
                  <a:gd name="T70" fmla="*/ 349 w 487"/>
                  <a:gd name="T71" fmla="*/ 52 h 1657"/>
                  <a:gd name="T72" fmla="*/ 366 w 487"/>
                  <a:gd name="T73" fmla="*/ 21 h 1657"/>
                  <a:gd name="T74" fmla="*/ 398 w 487"/>
                  <a:gd name="T75" fmla="*/ 3 h 16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487" h="1657">
                    <a:moveTo>
                      <a:pt x="190" y="308"/>
                    </a:moveTo>
                    <a:lnTo>
                      <a:pt x="144" y="1406"/>
                    </a:lnTo>
                    <a:lnTo>
                      <a:pt x="237" y="1492"/>
                    </a:lnTo>
                    <a:lnTo>
                      <a:pt x="335" y="1404"/>
                    </a:lnTo>
                    <a:lnTo>
                      <a:pt x="285" y="311"/>
                    </a:lnTo>
                    <a:lnTo>
                      <a:pt x="264" y="313"/>
                    </a:lnTo>
                    <a:lnTo>
                      <a:pt x="244" y="314"/>
                    </a:lnTo>
                    <a:lnTo>
                      <a:pt x="217" y="313"/>
                    </a:lnTo>
                    <a:lnTo>
                      <a:pt x="190" y="308"/>
                    </a:lnTo>
                    <a:close/>
                    <a:moveTo>
                      <a:pt x="416" y="0"/>
                    </a:moveTo>
                    <a:lnTo>
                      <a:pt x="435" y="3"/>
                    </a:lnTo>
                    <a:lnTo>
                      <a:pt x="452" y="9"/>
                    </a:lnTo>
                    <a:lnTo>
                      <a:pt x="466" y="21"/>
                    </a:lnTo>
                    <a:lnTo>
                      <a:pt x="477" y="35"/>
                    </a:lnTo>
                    <a:lnTo>
                      <a:pt x="484" y="52"/>
                    </a:lnTo>
                    <a:lnTo>
                      <a:pt x="487" y="70"/>
                    </a:lnTo>
                    <a:lnTo>
                      <a:pt x="484" y="107"/>
                    </a:lnTo>
                    <a:lnTo>
                      <a:pt x="476" y="142"/>
                    </a:lnTo>
                    <a:lnTo>
                      <a:pt x="463" y="176"/>
                    </a:lnTo>
                    <a:lnTo>
                      <a:pt x="445" y="206"/>
                    </a:lnTo>
                    <a:lnTo>
                      <a:pt x="422" y="234"/>
                    </a:lnTo>
                    <a:lnTo>
                      <a:pt x="477" y="1431"/>
                    </a:lnTo>
                    <a:lnTo>
                      <a:pt x="475" y="1451"/>
                    </a:lnTo>
                    <a:lnTo>
                      <a:pt x="466" y="1470"/>
                    </a:lnTo>
                    <a:lnTo>
                      <a:pt x="453" y="1486"/>
                    </a:lnTo>
                    <a:lnTo>
                      <a:pt x="284" y="1638"/>
                    </a:lnTo>
                    <a:lnTo>
                      <a:pt x="270" y="1649"/>
                    </a:lnTo>
                    <a:lnTo>
                      <a:pt x="254" y="1655"/>
                    </a:lnTo>
                    <a:lnTo>
                      <a:pt x="237" y="1657"/>
                    </a:lnTo>
                    <a:lnTo>
                      <a:pt x="221" y="1655"/>
                    </a:lnTo>
                    <a:lnTo>
                      <a:pt x="205" y="1649"/>
                    </a:lnTo>
                    <a:lnTo>
                      <a:pt x="190" y="1639"/>
                    </a:lnTo>
                    <a:lnTo>
                      <a:pt x="24" y="1489"/>
                    </a:lnTo>
                    <a:lnTo>
                      <a:pt x="14" y="1478"/>
                    </a:lnTo>
                    <a:lnTo>
                      <a:pt x="6" y="1465"/>
                    </a:lnTo>
                    <a:lnTo>
                      <a:pt x="2" y="1450"/>
                    </a:lnTo>
                    <a:lnTo>
                      <a:pt x="1" y="1434"/>
                    </a:lnTo>
                    <a:lnTo>
                      <a:pt x="54" y="223"/>
                    </a:lnTo>
                    <a:lnTo>
                      <a:pt x="35" y="198"/>
                    </a:lnTo>
                    <a:lnTo>
                      <a:pt x="20" y="168"/>
                    </a:lnTo>
                    <a:lnTo>
                      <a:pt x="10" y="137"/>
                    </a:lnTo>
                    <a:lnTo>
                      <a:pt x="2" y="105"/>
                    </a:lnTo>
                    <a:lnTo>
                      <a:pt x="0" y="71"/>
                    </a:lnTo>
                    <a:lnTo>
                      <a:pt x="2" y="52"/>
                    </a:lnTo>
                    <a:lnTo>
                      <a:pt x="10" y="36"/>
                    </a:lnTo>
                    <a:lnTo>
                      <a:pt x="20" y="21"/>
                    </a:lnTo>
                    <a:lnTo>
                      <a:pt x="34" y="10"/>
                    </a:lnTo>
                    <a:lnTo>
                      <a:pt x="51" y="3"/>
                    </a:lnTo>
                    <a:lnTo>
                      <a:pt x="70" y="1"/>
                    </a:lnTo>
                    <a:lnTo>
                      <a:pt x="88" y="3"/>
                    </a:lnTo>
                    <a:lnTo>
                      <a:pt x="105" y="10"/>
                    </a:lnTo>
                    <a:lnTo>
                      <a:pt x="120" y="21"/>
                    </a:lnTo>
                    <a:lnTo>
                      <a:pt x="131" y="36"/>
                    </a:lnTo>
                    <a:lnTo>
                      <a:pt x="137" y="52"/>
                    </a:lnTo>
                    <a:lnTo>
                      <a:pt x="140" y="71"/>
                    </a:lnTo>
                    <a:lnTo>
                      <a:pt x="143" y="95"/>
                    </a:lnTo>
                    <a:lnTo>
                      <a:pt x="151" y="116"/>
                    </a:lnTo>
                    <a:lnTo>
                      <a:pt x="163" y="135"/>
                    </a:lnTo>
                    <a:lnTo>
                      <a:pt x="179" y="151"/>
                    </a:lnTo>
                    <a:lnTo>
                      <a:pt x="198" y="164"/>
                    </a:lnTo>
                    <a:lnTo>
                      <a:pt x="219" y="171"/>
                    </a:lnTo>
                    <a:lnTo>
                      <a:pt x="244" y="174"/>
                    </a:lnTo>
                    <a:lnTo>
                      <a:pt x="264" y="172"/>
                    </a:lnTo>
                    <a:lnTo>
                      <a:pt x="283" y="166"/>
                    </a:lnTo>
                    <a:lnTo>
                      <a:pt x="301" y="156"/>
                    </a:lnTo>
                    <a:lnTo>
                      <a:pt x="306" y="151"/>
                    </a:lnTo>
                    <a:lnTo>
                      <a:pt x="313" y="147"/>
                    </a:lnTo>
                    <a:lnTo>
                      <a:pt x="327" y="131"/>
                    </a:lnTo>
                    <a:lnTo>
                      <a:pt x="337" y="113"/>
                    </a:lnTo>
                    <a:lnTo>
                      <a:pt x="344" y="92"/>
                    </a:lnTo>
                    <a:lnTo>
                      <a:pt x="346" y="70"/>
                    </a:lnTo>
                    <a:lnTo>
                      <a:pt x="349" y="52"/>
                    </a:lnTo>
                    <a:lnTo>
                      <a:pt x="355" y="35"/>
                    </a:lnTo>
                    <a:lnTo>
                      <a:pt x="366" y="21"/>
                    </a:lnTo>
                    <a:lnTo>
                      <a:pt x="381" y="9"/>
                    </a:lnTo>
                    <a:lnTo>
                      <a:pt x="398" y="3"/>
                    </a:lnTo>
                    <a:lnTo>
                      <a:pt x="416"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87" name="Freeform 95">
                <a:extLst>
                  <a:ext uri="{FF2B5EF4-FFF2-40B4-BE49-F238E27FC236}">
                    <a16:creationId xmlns:a16="http://schemas.microsoft.com/office/drawing/2014/main" id="{2D858581-AA7E-4D35-A632-A59238EABC51}"/>
                  </a:ext>
                </a:extLst>
              </p:cNvPr>
              <p:cNvSpPr>
                <a:spLocks noEditPoints="1"/>
              </p:cNvSpPr>
              <p:nvPr/>
            </p:nvSpPr>
            <p:spPr bwMode="auto">
              <a:xfrm>
                <a:off x="1139825" y="2171700"/>
                <a:ext cx="100013" cy="100013"/>
              </a:xfrm>
              <a:custGeom>
                <a:avLst/>
                <a:gdLst>
                  <a:gd name="T0" fmla="*/ 140 w 632"/>
                  <a:gd name="T1" fmla="*/ 147 h 632"/>
                  <a:gd name="T2" fmla="*/ 140 w 632"/>
                  <a:gd name="T3" fmla="*/ 492 h 632"/>
                  <a:gd name="T4" fmla="*/ 487 w 632"/>
                  <a:gd name="T5" fmla="*/ 492 h 632"/>
                  <a:gd name="T6" fmla="*/ 476 w 632"/>
                  <a:gd name="T7" fmla="*/ 447 h 632"/>
                  <a:gd name="T8" fmla="*/ 460 w 632"/>
                  <a:gd name="T9" fmla="*/ 402 h 632"/>
                  <a:gd name="T10" fmla="*/ 440 w 632"/>
                  <a:gd name="T11" fmla="*/ 361 h 632"/>
                  <a:gd name="T12" fmla="*/ 416 w 632"/>
                  <a:gd name="T13" fmla="*/ 320 h 632"/>
                  <a:gd name="T14" fmla="*/ 387 w 632"/>
                  <a:gd name="T15" fmla="*/ 283 h 632"/>
                  <a:gd name="T16" fmla="*/ 352 w 632"/>
                  <a:gd name="T17" fmla="*/ 249 h 632"/>
                  <a:gd name="T18" fmla="*/ 314 w 632"/>
                  <a:gd name="T19" fmla="*/ 219 h 632"/>
                  <a:gd name="T20" fmla="*/ 274 w 632"/>
                  <a:gd name="T21" fmla="*/ 194 h 632"/>
                  <a:gd name="T22" fmla="*/ 232 w 632"/>
                  <a:gd name="T23" fmla="*/ 174 h 632"/>
                  <a:gd name="T24" fmla="*/ 187 w 632"/>
                  <a:gd name="T25" fmla="*/ 158 h 632"/>
                  <a:gd name="T26" fmla="*/ 140 w 632"/>
                  <a:gd name="T27" fmla="*/ 147 h 632"/>
                  <a:gd name="T28" fmla="*/ 70 w 632"/>
                  <a:gd name="T29" fmla="*/ 0 h 632"/>
                  <a:gd name="T30" fmla="*/ 123 w 632"/>
                  <a:gd name="T31" fmla="*/ 2 h 632"/>
                  <a:gd name="T32" fmla="*/ 176 w 632"/>
                  <a:gd name="T33" fmla="*/ 10 h 632"/>
                  <a:gd name="T34" fmla="*/ 227 w 632"/>
                  <a:gd name="T35" fmla="*/ 22 h 632"/>
                  <a:gd name="T36" fmla="*/ 277 w 632"/>
                  <a:gd name="T37" fmla="*/ 40 h 632"/>
                  <a:gd name="T38" fmla="*/ 325 w 632"/>
                  <a:gd name="T39" fmla="*/ 61 h 632"/>
                  <a:gd name="T40" fmla="*/ 371 w 632"/>
                  <a:gd name="T41" fmla="*/ 87 h 632"/>
                  <a:gd name="T42" fmla="*/ 413 w 632"/>
                  <a:gd name="T43" fmla="*/ 117 h 632"/>
                  <a:gd name="T44" fmla="*/ 454 w 632"/>
                  <a:gd name="T45" fmla="*/ 151 h 632"/>
                  <a:gd name="T46" fmla="*/ 491 w 632"/>
                  <a:gd name="T47" fmla="*/ 190 h 632"/>
                  <a:gd name="T48" fmla="*/ 523 w 632"/>
                  <a:gd name="T49" fmla="*/ 230 h 632"/>
                  <a:gd name="T50" fmla="*/ 552 w 632"/>
                  <a:gd name="T51" fmla="*/ 273 h 632"/>
                  <a:gd name="T52" fmla="*/ 575 w 632"/>
                  <a:gd name="T53" fmla="*/ 317 h 632"/>
                  <a:gd name="T54" fmla="*/ 595 w 632"/>
                  <a:gd name="T55" fmla="*/ 363 h 632"/>
                  <a:gd name="T56" fmla="*/ 611 w 632"/>
                  <a:gd name="T57" fmla="*/ 412 h 632"/>
                  <a:gd name="T58" fmla="*/ 623 w 632"/>
                  <a:gd name="T59" fmla="*/ 461 h 632"/>
                  <a:gd name="T60" fmla="*/ 629 w 632"/>
                  <a:gd name="T61" fmla="*/ 511 h 632"/>
                  <a:gd name="T62" fmla="*/ 632 w 632"/>
                  <a:gd name="T63" fmla="*/ 562 h 632"/>
                  <a:gd name="T64" fmla="*/ 629 w 632"/>
                  <a:gd name="T65" fmla="*/ 581 h 632"/>
                  <a:gd name="T66" fmla="*/ 622 w 632"/>
                  <a:gd name="T67" fmla="*/ 598 h 632"/>
                  <a:gd name="T68" fmla="*/ 611 w 632"/>
                  <a:gd name="T69" fmla="*/ 612 h 632"/>
                  <a:gd name="T70" fmla="*/ 598 w 632"/>
                  <a:gd name="T71" fmla="*/ 623 h 632"/>
                  <a:gd name="T72" fmla="*/ 580 w 632"/>
                  <a:gd name="T73" fmla="*/ 630 h 632"/>
                  <a:gd name="T74" fmla="*/ 561 w 632"/>
                  <a:gd name="T75" fmla="*/ 632 h 632"/>
                  <a:gd name="T76" fmla="*/ 70 w 632"/>
                  <a:gd name="T77" fmla="*/ 632 h 632"/>
                  <a:gd name="T78" fmla="*/ 52 w 632"/>
                  <a:gd name="T79" fmla="*/ 630 h 632"/>
                  <a:gd name="T80" fmla="*/ 35 w 632"/>
                  <a:gd name="T81" fmla="*/ 623 h 632"/>
                  <a:gd name="T82" fmla="*/ 21 w 632"/>
                  <a:gd name="T83" fmla="*/ 612 h 632"/>
                  <a:gd name="T84" fmla="*/ 9 w 632"/>
                  <a:gd name="T85" fmla="*/ 598 h 632"/>
                  <a:gd name="T86" fmla="*/ 3 w 632"/>
                  <a:gd name="T87" fmla="*/ 581 h 632"/>
                  <a:gd name="T88" fmla="*/ 0 w 632"/>
                  <a:gd name="T89" fmla="*/ 562 h 632"/>
                  <a:gd name="T90" fmla="*/ 0 w 632"/>
                  <a:gd name="T91" fmla="*/ 70 h 632"/>
                  <a:gd name="T92" fmla="*/ 3 w 632"/>
                  <a:gd name="T93" fmla="*/ 51 h 632"/>
                  <a:gd name="T94" fmla="*/ 9 w 632"/>
                  <a:gd name="T95" fmla="*/ 34 h 632"/>
                  <a:gd name="T96" fmla="*/ 20 w 632"/>
                  <a:gd name="T97" fmla="*/ 20 h 632"/>
                  <a:gd name="T98" fmla="*/ 35 w 632"/>
                  <a:gd name="T99" fmla="*/ 10 h 632"/>
                  <a:gd name="T100" fmla="*/ 52 w 632"/>
                  <a:gd name="T101" fmla="*/ 2 h 632"/>
                  <a:gd name="T102" fmla="*/ 70 w 632"/>
                  <a:gd name="T103" fmla="*/ 0 h 6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632" h="632">
                    <a:moveTo>
                      <a:pt x="140" y="147"/>
                    </a:moveTo>
                    <a:lnTo>
                      <a:pt x="140" y="492"/>
                    </a:lnTo>
                    <a:lnTo>
                      <a:pt x="487" y="492"/>
                    </a:lnTo>
                    <a:lnTo>
                      <a:pt x="476" y="447"/>
                    </a:lnTo>
                    <a:lnTo>
                      <a:pt x="460" y="402"/>
                    </a:lnTo>
                    <a:lnTo>
                      <a:pt x="440" y="361"/>
                    </a:lnTo>
                    <a:lnTo>
                      <a:pt x="416" y="320"/>
                    </a:lnTo>
                    <a:lnTo>
                      <a:pt x="387" y="283"/>
                    </a:lnTo>
                    <a:lnTo>
                      <a:pt x="352" y="249"/>
                    </a:lnTo>
                    <a:lnTo>
                      <a:pt x="314" y="219"/>
                    </a:lnTo>
                    <a:lnTo>
                      <a:pt x="274" y="194"/>
                    </a:lnTo>
                    <a:lnTo>
                      <a:pt x="232" y="174"/>
                    </a:lnTo>
                    <a:lnTo>
                      <a:pt x="187" y="158"/>
                    </a:lnTo>
                    <a:lnTo>
                      <a:pt x="140" y="147"/>
                    </a:lnTo>
                    <a:close/>
                    <a:moveTo>
                      <a:pt x="70" y="0"/>
                    </a:moveTo>
                    <a:lnTo>
                      <a:pt x="123" y="2"/>
                    </a:lnTo>
                    <a:lnTo>
                      <a:pt x="176" y="10"/>
                    </a:lnTo>
                    <a:lnTo>
                      <a:pt x="227" y="22"/>
                    </a:lnTo>
                    <a:lnTo>
                      <a:pt x="277" y="40"/>
                    </a:lnTo>
                    <a:lnTo>
                      <a:pt x="325" y="61"/>
                    </a:lnTo>
                    <a:lnTo>
                      <a:pt x="371" y="87"/>
                    </a:lnTo>
                    <a:lnTo>
                      <a:pt x="413" y="117"/>
                    </a:lnTo>
                    <a:lnTo>
                      <a:pt x="454" y="151"/>
                    </a:lnTo>
                    <a:lnTo>
                      <a:pt x="491" y="190"/>
                    </a:lnTo>
                    <a:lnTo>
                      <a:pt x="523" y="230"/>
                    </a:lnTo>
                    <a:lnTo>
                      <a:pt x="552" y="273"/>
                    </a:lnTo>
                    <a:lnTo>
                      <a:pt x="575" y="317"/>
                    </a:lnTo>
                    <a:lnTo>
                      <a:pt x="595" y="363"/>
                    </a:lnTo>
                    <a:lnTo>
                      <a:pt x="611" y="412"/>
                    </a:lnTo>
                    <a:lnTo>
                      <a:pt x="623" y="461"/>
                    </a:lnTo>
                    <a:lnTo>
                      <a:pt x="629" y="511"/>
                    </a:lnTo>
                    <a:lnTo>
                      <a:pt x="632" y="562"/>
                    </a:lnTo>
                    <a:lnTo>
                      <a:pt x="629" y="581"/>
                    </a:lnTo>
                    <a:lnTo>
                      <a:pt x="622" y="598"/>
                    </a:lnTo>
                    <a:lnTo>
                      <a:pt x="611" y="612"/>
                    </a:lnTo>
                    <a:lnTo>
                      <a:pt x="598" y="623"/>
                    </a:lnTo>
                    <a:lnTo>
                      <a:pt x="580" y="630"/>
                    </a:lnTo>
                    <a:lnTo>
                      <a:pt x="561" y="632"/>
                    </a:lnTo>
                    <a:lnTo>
                      <a:pt x="70" y="632"/>
                    </a:lnTo>
                    <a:lnTo>
                      <a:pt x="52" y="630"/>
                    </a:lnTo>
                    <a:lnTo>
                      <a:pt x="35" y="623"/>
                    </a:lnTo>
                    <a:lnTo>
                      <a:pt x="21" y="612"/>
                    </a:lnTo>
                    <a:lnTo>
                      <a:pt x="9" y="598"/>
                    </a:lnTo>
                    <a:lnTo>
                      <a:pt x="3" y="581"/>
                    </a:lnTo>
                    <a:lnTo>
                      <a:pt x="0" y="562"/>
                    </a:lnTo>
                    <a:lnTo>
                      <a:pt x="0" y="70"/>
                    </a:lnTo>
                    <a:lnTo>
                      <a:pt x="3" y="51"/>
                    </a:lnTo>
                    <a:lnTo>
                      <a:pt x="9" y="34"/>
                    </a:lnTo>
                    <a:lnTo>
                      <a:pt x="20" y="20"/>
                    </a:lnTo>
                    <a:lnTo>
                      <a:pt x="35" y="10"/>
                    </a:lnTo>
                    <a:lnTo>
                      <a:pt x="52" y="2"/>
                    </a:lnTo>
                    <a:lnTo>
                      <a:pt x="7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88" name="Freeform 96">
                <a:extLst>
                  <a:ext uri="{FF2B5EF4-FFF2-40B4-BE49-F238E27FC236}">
                    <a16:creationId xmlns:a16="http://schemas.microsoft.com/office/drawing/2014/main" id="{A53DE91B-DA21-4F18-8FEA-CB46709D1F43}"/>
                  </a:ext>
                </a:extLst>
              </p:cNvPr>
              <p:cNvSpPr>
                <a:spLocks noEditPoints="1"/>
              </p:cNvSpPr>
              <p:nvPr/>
            </p:nvSpPr>
            <p:spPr bwMode="auto">
              <a:xfrm>
                <a:off x="996950" y="2192338"/>
                <a:ext cx="220663" cy="220663"/>
              </a:xfrm>
              <a:custGeom>
                <a:avLst/>
                <a:gdLst>
                  <a:gd name="T0" fmla="*/ 569 w 1395"/>
                  <a:gd name="T1" fmla="*/ 156 h 1394"/>
                  <a:gd name="T2" fmla="*/ 461 w 1395"/>
                  <a:gd name="T3" fmla="*/ 194 h 1394"/>
                  <a:gd name="T4" fmla="*/ 364 w 1395"/>
                  <a:gd name="T5" fmla="*/ 252 h 1394"/>
                  <a:gd name="T6" fmla="*/ 281 w 1395"/>
                  <a:gd name="T7" fmla="*/ 328 h 1394"/>
                  <a:gd name="T8" fmla="*/ 215 w 1395"/>
                  <a:gd name="T9" fmla="*/ 419 h 1394"/>
                  <a:gd name="T10" fmla="*/ 168 w 1395"/>
                  <a:gd name="T11" fmla="*/ 524 h 1394"/>
                  <a:gd name="T12" fmla="*/ 144 w 1395"/>
                  <a:gd name="T13" fmla="*/ 638 h 1394"/>
                  <a:gd name="T14" fmla="*/ 144 w 1395"/>
                  <a:gd name="T15" fmla="*/ 758 h 1394"/>
                  <a:gd name="T16" fmla="*/ 169 w 1395"/>
                  <a:gd name="T17" fmla="*/ 873 h 1394"/>
                  <a:gd name="T18" fmla="*/ 217 w 1395"/>
                  <a:gd name="T19" fmla="*/ 978 h 1394"/>
                  <a:gd name="T20" fmla="*/ 284 w 1395"/>
                  <a:gd name="T21" fmla="*/ 1069 h 1394"/>
                  <a:gd name="T22" fmla="*/ 369 w 1395"/>
                  <a:gd name="T23" fmla="*/ 1146 h 1394"/>
                  <a:gd name="T24" fmla="*/ 468 w 1395"/>
                  <a:gd name="T25" fmla="*/ 1205 h 1394"/>
                  <a:gd name="T26" fmla="*/ 578 w 1395"/>
                  <a:gd name="T27" fmla="*/ 1241 h 1394"/>
                  <a:gd name="T28" fmla="*/ 697 w 1395"/>
                  <a:gd name="T29" fmla="*/ 1254 h 1394"/>
                  <a:gd name="T30" fmla="*/ 815 w 1395"/>
                  <a:gd name="T31" fmla="*/ 1242 h 1394"/>
                  <a:gd name="T32" fmla="*/ 925 w 1395"/>
                  <a:gd name="T33" fmla="*/ 1206 h 1394"/>
                  <a:gd name="T34" fmla="*/ 1023 w 1395"/>
                  <a:gd name="T35" fmla="*/ 1148 h 1394"/>
                  <a:gd name="T36" fmla="*/ 1107 w 1395"/>
                  <a:gd name="T37" fmla="*/ 1074 h 1394"/>
                  <a:gd name="T38" fmla="*/ 1175 w 1395"/>
                  <a:gd name="T39" fmla="*/ 983 h 1394"/>
                  <a:gd name="T40" fmla="*/ 1223 w 1395"/>
                  <a:gd name="T41" fmla="*/ 880 h 1394"/>
                  <a:gd name="T42" fmla="*/ 1249 w 1395"/>
                  <a:gd name="T43" fmla="*/ 767 h 1394"/>
                  <a:gd name="T44" fmla="*/ 679 w 1395"/>
                  <a:gd name="T45" fmla="*/ 765 h 1394"/>
                  <a:gd name="T46" fmla="*/ 648 w 1395"/>
                  <a:gd name="T47" fmla="*/ 747 h 1394"/>
                  <a:gd name="T48" fmla="*/ 630 w 1395"/>
                  <a:gd name="T49" fmla="*/ 716 h 1394"/>
                  <a:gd name="T50" fmla="*/ 628 w 1395"/>
                  <a:gd name="T51" fmla="*/ 145 h 1394"/>
                  <a:gd name="T52" fmla="*/ 716 w 1395"/>
                  <a:gd name="T53" fmla="*/ 2 h 1394"/>
                  <a:gd name="T54" fmla="*/ 747 w 1395"/>
                  <a:gd name="T55" fmla="*/ 20 h 1394"/>
                  <a:gd name="T56" fmla="*/ 765 w 1395"/>
                  <a:gd name="T57" fmla="*/ 51 h 1394"/>
                  <a:gd name="T58" fmla="*/ 768 w 1395"/>
                  <a:gd name="T59" fmla="*/ 627 h 1394"/>
                  <a:gd name="T60" fmla="*/ 1343 w 1395"/>
                  <a:gd name="T61" fmla="*/ 629 h 1394"/>
                  <a:gd name="T62" fmla="*/ 1375 w 1395"/>
                  <a:gd name="T63" fmla="*/ 647 h 1394"/>
                  <a:gd name="T64" fmla="*/ 1392 w 1395"/>
                  <a:gd name="T65" fmla="*/ 678 h 1394"/>
                  <a:gd name="T66" fmla="*/ 1392 w 1395"/>
                  <a:gd name="T67" fmla="*/ 764 h 1394"/>
                  <a:gd name="T68" fmla="*/ 1367 w 1395"/>
                  <a:gd name="T69" fmla="*/ 893 h 1394"/>
                  <a:gd name="T70" fmla="*/ 1320 w 1395"/>
                  <a:gd name="T71" fmla="*/ 1012 h 1394"/>
                  <a:gd name="T72" fmla="*/ 1252 w 1395"/>
                  <a:gd name="T73" fmla="*/ 1118 h 1394"/>
                  <a:gd name="T74" fmla="*/ 1167 w 1395"/>
                  <a:gd name="T75" fmla="*/ 1212 h 1394"/>
                  <a:gd name="T76" fmla="*/ 1067 w 1395"/>
                  <a:gd name="T77" fmla="*/ 1288 h 1394"/>
                  <a:gd name="T78" fmla="*/ 953 w 1395"/>
                  <a:gd name="T79" fmla="*/ 1345 h 1394"/>
                  <a:gd name="T80" fmla="*/ 830 w 1395"/>
                  <a:gd name="T81" fmla="*/ 1381 h 1394"/>
                  <a:gd name="T82" fmla="*/ 697 w 1395"/>
                  <a:gd name="T83" fmla="*/ 1394 h 1394"/>
                  <a:gd name="T84" fmla="*/ 565 w 1395"/>
                  <a:gd name="T85" fmla="*/ 1381 h 1394"/>
                  <a:gd name="T86" fmla="*/ 442 w 1395"/>
                  <a:gd name="T87" fmla="*/ 1345 h 1394"/>
                  <a:gd name="T88" fmla="*/ 328 w 1395"/>
                  <a:gd name="T89" fmla="*/ 1288 h 1394"/>
                  <a:gd name="T90" fmla="*/ 228 w 1395"/>
                  <a:gd name="T91" fmla="*/ 1212 h 1394"/>
                  <a:gd name="T92" fmla="*/ 143 w 1395"/>
                  <a:gd name="T93" fmla="*/ 1118 h 1394"/>
                  <a:gd name="T94" fmla="*/ 76 w 1395"/>
                  <a:gd name="T95" fmla="*/ 1012 h 1394"/>
                  <a:gd name="T96" fmla="*/ 28 w 1395"/>
                  <a:gd name="T97" fmla="*/ 893 h 1394"/>
                  <a:gd name="T98" fmla="*/ 3 w 1395"/>
                  <a:gd name="T99" fmla="*/ 764 h 1394"/>
                  <a:gd name="T100" fmla="*/ 3 w 1395"/>
                  <a:gd name="T101" fmla="*/ 630 h 1394"/>
                  <a:gd name="T102" fmla="*/ 28 w 1395"/>
                  <a:gd name="T103" fmla="*/ 501 h 1394"/>
                  <a:gd name="T104" fmla="*/ 76 w 1395"/>
                  <a:gd name="T105" fmla="*/ 382 h 1394"/>
                  <a:gd name="T106" fmla="*/ 143 w 1395"/>
                  <a:gd name="T107" fmla="*/ 276 h 1394"/>
                  <a:gd name="T108" fmla="*/ 228 w 1395"/>
                  <a:gd name="T109" fmla="*/ 182 h 1394"/>
                  <a:gd name="T110" fmla="*/ 328 w 1395"/>
                  <a:gd name="T111" fmla="*/ 107 h 1394"/>
                  <a:gd name="T112" fmla="*/ 442 w 1395"/>
                  <a:gd name="T113" fmla="*/ 49 h 1394"/>
                  <a:gd name="T114" fmla="*/ 565 w 1395"/>
                  <a:gd name="T115" fmla="*/ 12 h 1394"/>
                  <a:gd name="T116" fmla="*/ 697 w 1395"/>
                  <a:gd name="T117" fmla="*/ 0 h 13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395" h="1394">
                    <a:moveTo>
                      <a:pt x="628" y="145"/>
                    </a:moveTo>
                    <a:lnTo>
                      <a:pt x="569" y="156"/>
                    </a:lnTo>
                    <a:lnTo>
                      <a:pt x="514" y="172"/>
                    </a:lnTo>
                    <a:lnTo>
                      <a:pt x="461" y="194"/>
                    </a:lnTo>
                    <a:lnTo>
                      <a:pt x="411" y="220"/>
                    </a:lnTo>
                    <a:lnTo>
                      <a:pt x="364" y="252"/>
                    </a:lnTo>
                    <a:lnTo>
                      <a:pt x="320" y="287"/>
                    </a:lnTo>
                    <a:lnTo>
                      <a:pt x="281" y="328"/>
                    </a:lnTo>
                    <a:lnTo>
                      <a:pt x="246" y="372"/>
                    </a:lnTo>
                    <a:lnTo>
                      <a:pt x="215" y="419"/>
                    </a:lnTo>
                    <a:lnTo>
                      <a:pt x="190" y="470"/>
                    </a:lnTo>
                    <a:lnTo>
                      <a:pt x="168" y="524"/>
                    </a:lnTo>
                    <a:lnTo>
                      <a:pt x="153" y="579"/>
                    </a:lnTo>
                    <a:lnTo>
                      <a:pt x="144" y="638"/>
                    </a:lnTo>
                    <a:lnTo>
                      <a:pt x="141" y="697"/>
                    </a:lnTo>
                    <a:lnTo>
                      <a:pt x="144" y="758"/>
                    </a:lnTo>
                    <a:lnTo>
                      <a:pt x="153" y="816"/>
                    </a:lnTo>
                    <a:lnTo>
                      <a:pt x="169" y="873"/>
                    </a:lnTo>
                    <a:lnTo>
                      <a:pt x="191" y="927"/>
                    </a:lnTo>
                    <a:lnTo>
                      <a:pt x="217" y="978"/>
                    </a:lnTo>
                    <a:lnTo>
                      <a:pt x="248" y="1026"/>
                    </a:lnTo>
                    <a:lnTo>
                      <a:pt x="284" y="1069"/>
                    </a:lnTo>
                    <a:lnTo>
                      <a:pt x="325" y="1110"/>
                    </a:lnTo>
                    <a:lnTo>
                      <a:pt x="369" y="1146"/>
                    </a:lnTo>
                    <a:lnTo>
                      <a:pt x="417" y="1178"/>
                    </a:lnTo>
                    <a:lnTo>
                      <a:pt x="468" y="1205"/>
                    </a:lnTo>
                    <a:lnTo>
                      <a:pt x="522" y="1226"/>
                    </a:lnTo>
                    <a:lnTo>
                      <a:pt x="578" y="1241"/>
                    </a:lnTo>
                    <a:lnTo>
                      <a:pt x="638" y="1250"/>
                    </a:lnTo>
                    <a:lnTo>
                      <a:pt x="697" y="1254"/>
                    </a:lnTo>
                    <a:lnTo>
                      <a:pt x="758" y="1250"/>
                    </a:lnTo>
                    <a:lnTo>
                      <a:pt x="815" y="1242"/>
                    </a:lnTo>
                    <a:lnTo>
                      <a:pt x="872" y="1226"/>
                    </a:lnTo>
                    <a:lnTo>
                      <a:pt x="925" y="1206"/>
                    </a:lnTo>
                    <a:lnTo>
                      <a:pt x="975" y="1179"/>
                    </a:lnTo>
                    <a:lnTo>
                      <a:pt x="1023" y="1148"/>
                    </a:lnTo>
                    <a:lnTo>
                      <a:pt x="1066" y="1113"/>
                    </a:lnTo>
                    <a:lnTo>
                      <a:pt x="1107" y="1074"/>
                    </a:lnTo>
                    <a:lnTo>
                      <a:pt x="1143" y="1030"/>
                    </a:lnTo>
                    <a:lnTo>
                      <a:pt x="1175" y="983"/>
                    </a:lnTo>
                    <a:lnTo>
                      <a:pt x="1201" y="933"/>
                    </a:lnTo>
                    <a:lnTo>
                      <a:pt x="1223" y="880"/>
                    </a:lnTo>
                    <a:lnTo>
                      <a:pt x="1239" y="825"/>
                    </a:lnTo>
                    <a:lnTo>
                      <a:pt x="1249" y="767"/>
                    </a:lnTo>
                    <a:lnTo>
                      <a:pt x="697" y="767"/>
                    </a:lnTo>
                    <a:lnTo>
                      <a:pt x="679" y="765"/>
                    </a:lnTo>
                    <a:lnTo>
                      <a:pt x="662" y="758"/>
                    </a:lnTo>
                    <a:lnTo>
                      <a:pt x="648" y="747"/>
                    </a:lnTo>
                    <a:lnTo>
                      <a:pt x="636" y="732"/>
                    </a:lnTo>
                    <a:lnTo>
                      <a:pt x="630" y="716"/>
                    </a:lnTo>
                    <a:lnTo>
                      <a:pt x="628" y="697"/>
                    </a:lnTo>
                    <a:lnTo>
                      <a:pt x="628" y="145"/>
                    </a:lnTo>
                    <a:close/>
                    <a:moveTo>
                      <a:pt x="697" y="0"/>
                    </a:moveTo>
                    <a:lnTo>
                      <a:pt x="716" y="2"/>
                    </a:lnTo>
                    <a:lnTo>
                      <a:pt x="733" y="10"/>
                    </a:lnTo>
                    <a:lnTo>
                      <a:pt x="747" y="20"/>
                    </a:lnTo>
                    <a:lnTo>
                      <a:pt x="759" y="34"/>
                    </a:lnTo>
                    <a:lnTo>
                      <a:pt x="765" y="51"/>
                    </a:lnTo>
                    <a:lnTo>
                      <a:pt x="768" y="70"/>
                    </a:lnTo>
                    <a:lnTo>
                      <a:pt x="768" y="627"/>
                    </a:lnTo>
                    <a:lnTo>
                      <a:pt x="1325" y="627"/>
                    </a:lnTo>
                    <a:lnTo>
                      <a:pt x="1343" y="629"/>
                    </a:lnTo>
                    <a:lnTo>
                      <a:pt x="1360" y="636"/>
                    </a:lnTo>
                    <a:lnTo>
                      <a:pt x="1375" y="647"/>
                    </a:lnTo>
                    <a:lnTo>
                      <a:pt x="1385" y="662"/>
                    </a:lnTo>
                    <a:lnTo>
                      <a:pt x="1392" y="678"/>
                    </a:lnTo>
                    <a:lnTo>
                      <a:pt x="1395" y="697"/>
                    </a:lnTo>
                    <a:lnTo>
                      <a:pt x="1392" y="764"/>
                    </a:lnTo>
                    <a:lnTo>
                      <a:pt x="1382" y="829"/>
                    </a:lnTo>
                    <a:lnTo>
                      <a:pt x="1367" y="893"/>
                    </a:lnTo>
                    <a:lnTo>
                      <a:pt x="1346" y="954"/>
                    </a:lnTo>
                    <a:lnTo>
                      <a:pt x="1320" y="1012"/>
                    </a:lnTo>
                    <a:lnTo>
                      <a:pt x="1289" y="1066"/>
                    </a:lnTo>
                    <a:lnTo>
                      <a:pt x="1252" y="1118"/>
                    </a:lnTo>
                    <a:lnTo>
                      <a:pt x="1212" y="1167"/>
                    </a:lnTo>
                    <a:lnTo>
                      <a:pt x="1167" y="1212"/>
                    </a:lnTo>
                    <a:lnTo>
                      <a:pt x="1119" y="1252"/>
                    </a:lnTo>
                    <a:lnTo>
                      <a:pt x="1067" y="1288"/>
                    </a:lnTo>
                    <a:lnTo>
                      <a:pt x="1012" y="1320"/>
                    </a:lnTo>
                    <a:lnTo>
                      <a:pt x="953" y="1345"/>
                    </a:lnTo>
                    <a:lnTo>
                      <a:pt x="893" y="1366"/>
                    </a:lnTo>
                    <a:lnTo>
                      <a:pt x="830" y="1381"/>
                    </a:lnTo>
                    <a:lnTo>
                      <a:pt x="765" y="1391"/>
                    </a:lnTo>
                    <a:lnTo>
                      <a:pt x="697" y="1394"/>
                    </a:lnTo>
                    <a:lnTo>
                      <a:pt x="630" y="1391"/>
                    </a:lnTo>
                    <a:lnTo>
                      <a:pt x="565" y="1381"/>
                    </a:lnTo>
                    <a:lnTo>
                      <a:pt x="502" y="1366"/>
                    </a:lnTo>
                    <a:lnTo>
                      <a:pt x="442" y="1345"/>
                    </a:lnTo>
                    <a:lnTo>
                      <a:pt x="383" y="1320"/>
                    </a:lnTo>
                    <a:lnTo>
                      <a:pt x="328" y="1288"/>
                    </a:lnTo>
                    <a:lnTo>
                      <a:pt x="276" y="1252"/>
                    </a:lnTo>
                    <a:lnTo>
                      <a:pt x="228" y="1212"/>
                    </a:lnTo>
                    <a:lnTo>
                      <a:pt x="183" y="1167"/>
                    </a:lnTo>
                    <a:lnTo>
                      <a:pt x="143" y="1118"/>
                    </a:lnTo>
                    <a:lnTo>
                      <a:pt x="107" y="1066"/>
                    </a:lnTo>
                    <a:lnTo>
                      <a:pt x="76" y="1012"/>
                    </a:lnTo>
                    <a:lnTo>
                      <a:pt x="49" y="954"/>
                    </a:lnTo>
                    <a:lnTo>
                      <a:pt x="28" y="893"/>
                    </a:lnTo>
                    <a:lnTo>
                      <a:pt x="13" y="829"/>
                    </a:lnTo>
                    <a:lnTo>
                      <a:pt x="3" y="764"/>
                    </a:lnTo>
                    <a:lnTo>
                      <a:pt x="0" y="697"/>
                    </a:lnTo>
                    <a:lnTo>
                      <a:pt x="3" y="630"/>
                    </a:lnTo>
                    <a:lnTo>
                      <a:pt x="13" y="565"/>
                    </a:lnTo>
                    <a:lnTo>
                      <a:pt x="28" y="501"/>
                    </a:lnTo>
                    <a:lnTo>
                      <a:pt x="49" y="441"/>
                    </a:lnTo>
                    <a:lnTo>
                      <a:pt x="76" y="382"/>
                    </a:lnTo>
                    <a:lnTo>
                      <a:pt x="107" y="328"/>
                    </a:lnTo>
                    <a:lnTo>
                      <a:pt x="143" y="276"/>
                    </a:lnTo>
                    <a:lnTo>
                      <a:pt x="183" y="227"/>
                    </a:lnTo>
                    <a:lnTo>
                      <a:pt x="228" y="182"/>
                    </a:lnTo>
                    <a:lnTo>
                      <a:pt x="276" y="142"/>
                    </a:lnTo>
                    <a:lnTo>
                      <a:pt x="328" y="107"/>
                    </a:lnTo>
                    <a:lnTo>
                      <a:pt x="383" y="75"/>
                    </a:lnTo>
                    <a:lnTo>
                      <a:pt x="442" y="49"/>
                    </a:lnTo>
                    <a:lnTo>
                      <a:pt x="502" y="28"/>
                    </a:lnTo>
                    <a:lnTo>
                      <a:pt x="565" y="12"/>
                    </a:lnTo>
                    <a:lnTo>
                      <a:pt x="630" y="3"/>
                    </a:lnTo>
                    <a:lnTo>
                      <a:pt x="697"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grpSp>
      <p:grpSp>
        <p:nvGrpSpPr>
          <p:cNvPr id="3" name="Group 2">
            <a:extLst>
              <a:ext uri="{FF2B5EF4-FFF2-40B4-BE49-F238E27FC236}">
                <a16:creationId xmlns:a16="http://schemas.microsoft.com/office/drawing/2014/main" id="{89445F55-D559-4638-98B7-BE02BC4BFC85}"/>
              </a:ext>
            </a:extLst>
          </p:cNvPr>
          <p:cNvGrpSpPr/>
          <p:nvPr/>
        </p:nvGrpSpPr>
        <p:grpSpPr>
          <a:xfrm>
            <a:off x="7239000" y="895350"/>
            <a:ext cx="1554724" cy="3596365"/>
            <a:chOff x="7520054" y="285750"/>
            <a:chExt cx="1554724" cy="3596365"/>
          </a:xfrm>
        </p:grpSpPr>
        <p:sp>
          <p:nvSpPr>
            <p:cNvPr id="166" name="Freeform 5">
              <a:extLst>
                <a:ext uri="{FF2B5EF4-FFF2-40B4-BE49-F238E27FC236}">
                  <a16:creationId xmlns:a16="http://schemas.microsoft.com/office/drawing/2014/main" id="{28D25008-513B-411C-91BC-0331507942D7}"/>
                </a:ext>
              </a:extLst>
            </p:cNvPr>
            <p:cNvSpPr>
              <a:spLocks/>
            </p:cNvSpPr>
            <p:nvPr/>
          </p:nvSpPr>
          <p:spPr bwMode="auto">
            <a:xfrm>
              <a:off x="7520054" y="883192"/>
              <a:ext cx="1554724" cy="774308"/>
            </a:xfrm>
            <a:custGeom>
              <a:avLst/>
              <a:gdLst>
                <a:gd name="T0" fmla="*/ 864 w 969"/>
                <a:gd name="T1" fmla="*/ 0 h 482"/>
                <a:gd name="T2" fmla="*/ 485 w 969"/>
                <a:gd name="T3" fmla="*/ 376 h 482"/>
                <a:gd name="T4" fmla="*/ 105 w 969"/>
                <a:gd name="T5" fmla="*/ 0 h 482"/>
                <a:gd name="T6" fmla="*/ 0 w 969"/>
                <a:gd name="T7" fmla="*/ 0 h 482"/>
                <a:gd name="T8" fmla="*/ 485 w 969"/>
                <a:gd name="T9" fmla="*/ 482 h 482"/>
                <a:gd name="T10" fmla="*/ 969 w 969"/>
                <a:gd name="T11" fmla="*/ 0 h 482"/>
                <a:gd name="T12" fmla="*/ 864 w 969"/>
                <a:gd name="T13" fmla="*/ 0 h 482"/>
              </a:gdLst>
              <a:ahLst/>
              <a:cxnLst>
                <a:cxn ang="0">
                  <a:pos x="T0" y="T1"/>
                </a:cxn>
                <a:cxn ang="0">
                  <a:pos x="T2" y="T3"/>
                </a:cxn>
                <a:cxn ang="0">
                  <a:pos x="T4" y="T5"/>
                </a:cxn>
                <a:cxn ang="0">
                  <a:pos x="T6" y="T7"/>
                </a:cxn>
                <a:cxn ang="0">
                  <a:pos x="T8" y="T9"/>
                </a:cxn>
                <a:cxn ang="0">
                  <a:pos x="T10" y="T11"/>
                </a:cxn>
                <a:cxn ang="0">
                  <a:pos x="T12" y="T13"/>
                </a:cxn>
              </a:cxnLst>
              <a:rect l="0" t="0" r="r" b="b"/>
              <a:pathLst>
                <a:path w="969" h="482">
                  <a:moveTo>
                    <a:pt x="864" y="0"/>
                  </a:moveTo>
                  <a:cubicBezTo>
                    <a:pt x="862" y="208"/>
                    <a:pt x="693" y="376"/>
                    <a:pt x="485" y="376"/>
                  </a:cubicBezTo>
                  <a:cubicBezTo>
                    <a:pt x="276" y="376"/>
                    <a:pt x="107" y="208"/>
                    <a:pt x="105" y="0"/>
                  </a:cubicBezTo>
                  <a:cubicBezTo>
                    <a:pt x="0" y="0"/>
                    <a:pt x="0" y="0"/>
                    <a:pt x="0" y="0"/>
                  </a:cubicBezTo>
                  <a:cubicBezTo>
                    <a:pt x="1" y="266"/>
                    <a:pt x="218" y="482"/>
                    <a:pt x="485" y="482"/>
                  </a:cubicBezTo>
                  <a:cubicBezTo>
                    <a:pt x="751" y="482"/>
                    <a:pt x="968" y="266"/>
                    <a:pt x="969" y="0"/>
                  </a:cubicBezTo>
                  <a:lnTo>
                    <a:pt x="864" y="0"/>
                  </a:lnTo>
                  <a:close/>
                </a:path>
              </a:pathLst>
            </a:custGeom>
            <a:solidFill>
              <a:schemeClr val="accent4"/>
            </a:solidFill>
            <a:ln>
              <a:noFill/>
            </a:ln>
          </p:spPr>
          <p:txBody>
            <a:bodyPr vert="horz" wrap="square" lIns="91440" tIns="45720" rIns="91440" bIns="45720" numCol="1" anchor="t" anchorCtr="0" compatLnSpc="1">
              <a:prstTxWarp prst="textNoShape">
                <a:avLst/>
              </a:prstTxWarp>
            </a:bodyPr>
            <a:lstStyle/>
            <a:p>
              <a:endParaRPr lang="en-US"/>
            </a:p>
          </p:txBody>
        </p:sp>
        <p:grpSp>
          <p:nvGrpSpPr>
            <p:cNvPr id="167" name="Group 166">
              <a:extLst>
                <a:ext uri="{FF2B5EF4-FFF2-40B4-BE49-F238E27FC236}">
                  <a16:creationId xmlns:a16="http://schemas.microsoft.com/office/drawing/2014/main" id="{D4AF792A-1164-4531-9338-252DB8861C37}"/>
                </a:ext>
              </a:extLst>
            </p:cNvPr>
            <p:cNvGrpSpPr/>
            <p:nvPr/>
          </p:nvGrpSpPr>
          <p:grpSpPr>
            <a:xfrm>
              <a:off x="8142350" y="1508382"/>
              <a:ext cx="310132" cy="787204"/>
              <a:chOff x="9531957" y="4243568"/>
              <a:chExt cx="489633" cy="1242832"/>
            </a:xfrm>
          </p:grpSpPr>
          <p:grpSp>
            <p:nvGrpSpPr>
              <p:cNvPr id="168" name="Group 167">
                <a:extLst>
                  <a:ext uri="{FF2B5EF4-FFF2-40B4-BE49-F238E27FC236}">
                    <a16:creationId xmlns:a16="http://schemas.microsoft.com/office/drawing/2014/main" id="{F83895B7-7692-447F-804A-F78DF270FEC8}"/>
                  </a:ext>
                </a:extLst>
              </p:cNvPr>
              <p:cNvGrpSpPr/>
              <p:nvPr/>
            </p:nvGrpSpPr>
            <p:grpSpPr>
              <a:xfrm>
                <a:off x="9531957" y="4996767"/>
                <a:ext cx="489633" cy="489633"/>
                <a:chOff x="6392163" y="4971009"/>
                <a:chExt cx="489633" cy="489633"/>
              </a:xfrm>
            </p:grpSpPr>
            <p:sp>
              <p:nvSpPr>
                <p:cNvPr id="170" name="Freeform 6">
                  <a:extLst>
                    <a:ext uri="{FF2B5EF4-FFF2-40B4-BE49-F238E27FC236}">
                      <a16:creationId xmlns:a16="http://schemas.microsoft.com/office/drawing/2014/main" id="{46415B36-AB02-4ABD-B608-F014B5F26C9E}"/>
                    </a:ext>
                  </a:extLst>
                </p:cNvPr>
                <p:cNvSpPr>
                  <a:spLocks noEditPoints="1"/>
                </p:cNvSpPr>
                <p:nvPr/>
              </p:nvSpPr>
              <p:spPr bwMode="auto">
                <a:xfrm>
                  <a:off x="6392163" y="4971009"/>
                  <a:ext cx="489633" cy="489633"/>
                </a:xfrm>
                <a:custGeom>
                  <a:avLst/>
                  <a:gdLst>
                    <a:gd name="T0" fmla="*/ 96 w 193"/>
                    <a:gd name="T1" fmla="*/ 161 h 193"/>
                    <a:gd name="T2" fmla="*/ 32 w 193"/>
                    <a:gd name="T3" fmla="*/ 97 h 193"/>
                    <a:gd name="T4" fmla="*/ 96 w 193"/>
                    <a:gd name="T5" fmla="*/ 32 h 193"/>
                    <a:gd name="T6" fmla="*/ 161 w 193"/>
                    <a:gd name="T7" fmla="*/ 97 h 193"/>
                    <a:gd name="T8" fmla="*/ 96 w 193"/>
                    <a:gd name="T9" fmla="*/ 161 h 193"/>
                    <a:gd name="T10" fmla="*/ 96 w 193"/>
                    <a:gd name="T11" fmla="*/ 0 h 193"/>
                    <a:gd name="T12" fmla="*/ 0 w 193"/>
                    <a:gd name="T13" fmla="*/ 97 h 193"/>
                    <a:gd name="T14" fmla="*/ 96 w 193"/>
                    <a:gd name="T15" fmla="*/ 193 h 193"/>
                    <a:gd name="T16" fmla="*/ 193 w 193"/>
                    <a:gd name="T17" fmla="*/ 97 h 193"/>
                    <a:gd name="T18" fmla="*/ 96 w 193"/>
                    <a:gd name="T19" fmla="*/ 0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3" h="193">
                      <a:moveTo>
                        <a:pt x="96" y="161"/>
                      </a:moveTo>
                      <a:cubicBezTo>
                        <a:pt x="61" y="161"/>
                        <a:pt x="32" y="132"/>
                        <a:pt x="32" y="97"/>
                      </a:cubicBezTo>
                      <a:cubicBezTo>
                        <a:pt x="32" y="61"/>
                        <a:pt x="61" y="32"/>
                        <a:pt x="96" y="32"/>
                      </a:cubicBezTo>
                      <a:cubicBezTo>
                        <a:pt x="132" y="32"/>
                        <a:pt x="161" y="61"/>
                        <a:pt x="161" y="97"/>
                      </a:cubicBezTo>
                      <a:cubicBezTo>
                        <a:pt x="161" y="132"/>
                        <a:pt x="132" y="161"/>
                        <a:pt x="96" y="161"/>
                      </a:cubicBezTo>
                      <a:moveTo>
                        <a:pt x="96" y="0"/>
                      </a:moveTo>
                      <a:cubicBezTo>
                        <a:pt x="43" y="0"/>
                        <a:pt x="0" y="43"/>
                        <a:pt x="0" y="97"/>
                      </a:cubicBezTo>
                      <a:cubicBezTo>
                        <a:pt x="0" y="150"/>
                        <a:pt x="43" y="193"/>
                        <a:pt x="96" y="193"/>
                      </a:cubicBezTo>
                      <a:cubicBezTo>
                        <a:pt x="150" y="193"/>
                        <a:pt x="193" y="150"/>
                        <a:pt x="193" y="97"/>
                      </a:cubicBezTo>
                      <a:cubicBezTo>
                        <a:pt x="193" y="43"/>
                        <a:pt x="150" y="0"/>
                        <a:pt x="96" y="0"/>
                      </a:cubicBezTo>
                    </a:path>
                  </a:pathLst>
                </a:custGeom>
                <a:solidFill>
                  <a:srgbClr val="F1F1F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1" name="Oval 7">
                  <a:extLst>
                    <a:ext uri="{FF2B5EF4-FFF2-40B4-BE49-F238E27FC236}">
                      <a16:creationId xmlns:a16="http://schemas.microsoft.com/office/drawing/2014/main" id="{FD243192-4873-4E55-85EF-766C17C679C7}"/>
                    </a:ext>
                  </a:extLst>
                </p:cNvPr>
                <p:cNvSpPr>
                  <a:spLocks noChangeArrowheads="1"/>
                </p:cNvSpPr>
                <p:nvPr/>
              </p:nvSpPr>
              <p:spPr bwMode="auto">
                <a:xfrm>
                  <a:off x="6473590" y="5052436"/>
                  <a:ext cx="326779" cy="327850"/>
                </a:xfrm>
                <a:prstGeom prst="ellipse">
                  <a:avLst/>
                </a:prstGeom>
                <a:solidFill>
                  <a:schemeClr val="accent4"/>
                </a:solidFill>
                <a:ln>
                  <a:noFill/>
                </a:ln>
              </p:spPr>
              <p:txBody>
                <a:bodyPr vert="horz" wrap="square" lIns="91440" tIns="45720" rIns="91440" bIns="45720" numCol="1" anchor="t" anchorCtr="0" compatLnSpc="1">
                  <a:prstTxWarp prst="textNoShape">
                    <a:avLst/>
                  </a:prstTxWarp>
                </a:bodyPr>
                <a:lstStyle/>
                <a:p>
                  <a:endParaRPr lang="en-US"/>
                </a:p>
              </p:txBody>
            </p:sp>
            <p:sp>
              <p:nvSpPr>
                <p:cNvPr id="172" name="Oval 11">
                  <a:extLst>
                    <a:ext uri="{FF2B5EF4-FFF2-40B4-BE49-F238E27FC236}">
                      <a16:creationId xmlns:a16="http://schemas.microsoft.com/office/drawing/2014/main" id="{00EF72DA-D729-42BA-94CD-EBB2767FE534}"/>
                    </a:ext>
                  </a:extLst>
                </p:cNvPr>
                <p:cNvSpPr>
                  <a:spLocks noChangeArrowheads="1"/>
                </p:cNvSpPr>
                <p:nvPr/>
              </p:nvSpPr>
              <p:spPr bwMode="auto">
                <a:xfrm>
                  <a:off x="6544303" y="5123149"/>
                  <a:ext cx="185354" cy="185354"/>
                </a:xfrm>
                <a:prstGeom prst="ellipse">
                  <a:avLst/>
                </a:prstGeom>
                <a:solidFill>
                  <a:schemeClr val="accent3">
                    <a:lumMod val="20000"/>
                    <a:lumOff val="80000"/>
                  </a:schemeClr>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169" name="Rectangle 8">
                <a:extLst>
                  <a:ext uri="{FF2B5EF4-FFF2-40B4-BE49-F238E27FC236}">
                    <a16:creationId xmlns:a16="http://schemas.microsoft.com/office/drawing/2014/main" id="{5E2AB3B7-8A66-4DC7-AC21-BE9755E952BB}"/>
                  </a:ext>
                </a:extLst>
              </p:cNvPr>
              <p:cNvSpPr>
                <a:spLocks noChangeArrowheads="1"/>
              </p:cNvSpPr>
              <p:nvPr/>
            </p:nvSpPr>
            <p:spPr bwMode="auto">
              <a:xfrm>
                <a:off x="9730168" y="4243568"/>
                <a:ext cx="93213" cy="845340"/>
              </a:xfrm>
              <a:prstGeom prst="rect">
                <a:avLst/>
              </a:prstGeom>
              <a:solidFill>
                <a:schemeClr val="accent4"/>
              </a:solidFill>
              <a:ln>
                <a:noFill/>
              </a:ln>
            </p:spPr>
            <p:txBody>
              <a:bodyPr vert="horz" wrap="square" lIns="91440" tIns="45720" rIns="91440" bIns="45720" numCol="1" anchor="t" anchorCtr="0" compatLnSpc="1">
                <a:prstTxWarp prst="textNoShape">
                  <a:avLst/>
                </a:prstTxWarp>
              </a:bodyPr>
              <a:lstStyle/>
              <a:p>
                <a:endParaRPr lang="en-US"/>
              </a:p>
            </p:txBody>
          </p:sp>
        </p:grpSp>
        <p:grpSp>
          <p:nvGrpSpPr>
            <p:cNvPr id="173" name="Group 172">
              <a:extLst>
                <a:ext uri="{FF2B5EF4-FFF2-40B4-BE49-F238E27FC236}">
                  <a16:creationId xmlns:a16="http://schemas.microsoft.com/office/drawing/2014/main" id="{6F39E9E1-5B6D-4296-9DC4-E7A7809E710F}"/>
                </a:ext>
              </a:extLst>
            </p:cNvPr>
            <p:cNvGrpSpPr/>
            <p:nvPr/>
          </p:nvGrpSpPr>
          <p:grpSpPr>
            <a:xfrm>
              <a:off x="7685620" y="285750"/>
              <a:ext cx="1216092" cy="1218128"/>
              <a:chOff x="8813044" y="2685743"/>
              <a:chExt cx="1919960" cy="1923175"/>
            </a:xfrm>
          </p:grpSpPr>
          <p:sp>
            <p:nvSpPr>
              <p:cNvPr id="174" name="Oval 9">
                <a:extLst>
                  <a:ext uri="{FF2B5EF4-FFF2-40B4-BE49-F238E27FC236}">
                    <a16:creationId xmlns:a16="http://schemas.microsoft.com/office/drawing/2014/main" id="{5980ED93-F8C3-4050-B503-C7E0FA168FF6}"/>
                  </a:ext>
                </a:extLst>
              </p:cNvPr>
              <p:cNvSpPr>
                <a:spLocks noChangeArrowheads="1"/>
              </p:cNvSpPr>
              <p:nvPr/>
            </p:nvSpPr>
            <p:spPr bwMode="auto">
              <a:xfrm>
                <a:off x="8813044" y="2685743"/>
                <a:ext cx="1919960" cy="1923175"/>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5" name="Oval 10">
                <a:extLst>
                  <a:ext uri="{FF2B5EF4-FFF2-40B4-BE49-F238E27FC236}">
                    <a16:creationId xmlns:a16="http://schemas.microsoft.com/office/drawing/2014/main" id="{FC916182-0956-4F21-9DFD-23368FB1DE73}"/>
                  </a:ext>
                </a:extLst>
              </p:cNvPr>
              <p:cNvSpPr>
                <a:spLocks noChangeArrowheads="1"/>
              </p:cNvSpPr>
              <p:nvPr/>
            </p:nvSpPr>
            <p:spPr bwMode="auto">
              <a:xfrm>
                <a:off x="8868757" y="2739313"/>
                <a:ext cx="1810676" cy="1816034"/>
              </a:xfrm>
              <a:prstGeom prst="ellipse">
                <a:avLst/>
              </a:prstGeom>
              <a:solidFill>
                <a:schemeClr val="bg1">
                  <a:lumMod val="95000"/>
                </a:schemeClr>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179" name="Inhaltsplatzhalter 4">
              <a:extLst>
                <a:ext uri="{FF2B5EF4-FFF2-40B4-BE49-F238E27FC236}">
                  <a16:creationId xmlns:a16="http://schemas.microsoft.com/office/drawing/2014/main" id="{24A12D9B-6D00-48C8-9301-095274072EBA}"/>
                </a:ext>
              </a:extLst>
            </p:cNvPr>
            <p:cNvSpPr txBox="1">
              <a:spLocks/>
            </p:cNvSpPr>
            <p:nvPr/>
          </p:nvSpPr>
          <p:spPr>
            <a:xfrm>
              <a:off x="7558030" y="2404787"/>
              <a:ext cx="1471272" cy="1477328"/>
            </a:xfrm>
            <a:prstGeom prst="rect">
              <a:avLst/>
            </a:prstGeom>
          </p:spPr>
          <p:txBody>
            <a:bodyPr wrap="square" lIns="0" tIns="0" rIns="0" bIns="0" anchor="t">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00000"/>
                </a:lnSpc>
                <a:spcAft>
                  <a:spcPts val="1200"/>
                </a:spcAft>
                <a:buNone/>
              </a:pPr>
              <a:r>
                <a:rPr lang="en-US" sz="1600" b="1" dirty="0">
                  <a:solidFill>
                    <a:schemeClr val="accent4"/>
                  </a:solidFill>
                  <a:latin typeface="+mj-lt"/>
                </a:rPr>
                <a:t>IMPACT</a:t>
              </a:r>
              <a:br>
                <a:rPr lang="en-US" sz="1600" b="1" dirty="0">
                  <a:solidFill>
                    <a:schemeClr val="accent1"/>
                  </a:solidFill>
                  <a:latin typeface="+mj-lt"/>
                </a:rPr>
              </a:br>
              <a:br>
                <a:rPr lang="en-US" sz="1400" b="1" dirty="0">
                  <a:solidFill>
                    <a:schemeClr val="bg1">
                      <a:lumMod val="50000"/>
                    </a:schemeClr>
                  </a:solidFill>
                  <a:latin typeface="+mj-lt"/>
                </a:rPr>
              </a:br>
              <a:r>
                <a:rPr lang="en-US" sz="1100" dirty="0">
                  <a:solidFill>
                    <a:schemeClr val="accent4"/>
                  </a:solidFill>
                  <a:latin typeface="+mn-lt"/>
                </a:rPr>
                <a:t>Enriching lives with innovation to delight</a:t>
              </a:r>
              <a:r>
                <a:rPr lang="en-US" sz="1100" dirty="0">
                  <a:solidFill>
                    <a:schemeClr val="bg1">
                      <a:lumMod val="50000"/>
                    </a:schemeClr>
                  </a:solidFill>
                  <a:latin typeface="+mn-lt"/>
                </a:rPr>
                <a:t>, is the vision we continuously work to achieve and the legacy we wish to deliver</a:t>
              </a:r>
            </a:p>
          </p:txBody>
        </p:sp>
        <p:grpSp>
          <p:nvGrpSpPr>
            <p:cNvPr id="189" name="Group 188">
              <a:extLst>
                <a:ext uri="{FF2B5EF4-FFF2-40B4-BE49-F238E27FC236}">
                  <a16:creationId xmlns:a16="http://schemas.microsoft.com/office/drawing/2014/main" id="{443C04F6-067D-44AE-B9FA-3BE3CC2B812B}"/>
                </a:ext>
              </a:extLst>
            </p:cNvPr>
            <p:cNvGrpSpPr/>
            <p:nvPr/>
          </p:nvGrpSpPr>
          <p:grpSpPr>
            <a:xfrm>
              <a:off x="8028107" y="590692"/>
              <a:ext cx="531118" cy="608242"/>
              <a:chOff x="9990138" y="2690813"/>
              <a:chExt cx="481013" cy="550863"/>
            </a:xfrm>
            <a:solidFill>
              <a:schemeClr val="tx1">
                <a:lumMod val="75000"/>
                <a:lumOff val="25000"/>
              </a:schemeClr>
            </a:solidFill>
          </p:grpSpPr>
          <p:sp>
            <p:nvSpPr>
              <p:cNvPr id="190" name="Freeform 107">
                <a:extLst>
                  <a:ext uri="{FF2B5EF4-FFF2-40B4-BE49-F238E27FC236}">
                    <a16:creationId xmlns:a16="http://schemas.microsoft.com/office/drawing/2014/main" id="{5965E8D0-B1C6-425F-BB7F-C32294380BAF}"/>
                  </a:ext>
                </a:extLst>
              </p:cNvPr>
              <p:cNvSpPr>
                <a:spLocks/>
              </p:cNvSpPr>
              <p:nvPr/>
            </p:nvSpPr>
            <p:spPr bwMode="auto">
              <a:xfrm>
                <a:off x="10121901" y="3182938"/>
                <a:ext cx="219075" cy="58738"/>
              </a:xfrm>
              <a:custGeom>
                <a:avLst/>
                <a:gdLst>
                  <a:gd name="T0" fmla="*/ 689 w 1378"/>
                  <a:gd name="T1" fmla="*/ 0 h 371"/>
                  <a:gd name="T2" fmla="*/ 708 w 1378"/>
                  <a:gd name="T3" fmla="*/ 2 h 371"/>
                  <a:gd name="T4" fmla="*/ 724 w 1378"/>
                  <a:gd name="T5" fmla="*/ 10 h 371"/>
                  <a:gd name="T6" fmla="*/ 739 w 1378"/>
                  <a:gd name="T7" fmla="*/ 20 h 371"/>
                  <a:gd name="T8" fmla="*/ 749 w 1378"/>
                  <a:gd name="T9" fmla="*/ 35 h 371"/>
                  <a:gd name="T10" fmla="*/ 757 w 1378"/>
                  <a:gd name="T11" fmla="*/ 51 h 371"/>
                  <a:gd name="T12" fmla="*/ 759 w 1378"/>
                  <a:gd name="T13" fmla="*/ 70 h 371"/>
                  <a:gd name="T14" fmla="*/ 759 w 1378"/>
                  <a:gd name="T15" fmla="*/ 230 h 371"/>
                  <a:gd name="T16" fmla="*/ 1307 w 1378"/>
                  <a:gd name="T17" fmla="*/ 230 h 371"/>
                  <a:gd name="T18" fmla="*/ 1326 w 1378"/>
                  <a:gd name="T19" fmla="*/ 232 h 371"/>
                  <a:gd name="T20" fmla="*/ 1343 w 1378"/>
                  <a:gd name="T21" fmla="*/ 239 h 371"/>
                  <a:gd name="T22" fmla="*/ 1357 w 1378"/>
                  <a:gd name="T23" fmla="*/ 250 h 371"/>
                  <a:gd name="T24" fmla="*/ 1368 w 1378"/>
                  <a:gd name="T25" fmla="*/ 265 h 371"/>
                  <a:gd name="T26" fmla="*/ 1375 w 1378"/>
                  <a:gd name="T27" fmla="*/ 282 h 371"/>
                  <a:gd name="T28" fmla="*/ 1378 w 1378"/>
                  <a:gd name="T29" fmla="*/ 300 h 371"/>
                  <a:gd name="T30" fmla="*/ 1376 w 1378"/>
                  <a:gd name="T31" fmla="*/ 319 h 371"/>
                  <a:gd name="T32" fmla="*/ 1368 w 1378"/>
                  <a:gd name="T33" fmla="*/ 336 h 371"/>
                  <a:gd name="T34" fmla="*/ 1358 w 1378"/>
                  <a:gd name="T35" fmla="*/ 349 h 371"/>
                  <a:gd name="T36" fmla="*/ 1343 w 1378"/>
                  <a:gd name="T37" fmla="*/ 361 h 371"/>
                  <a:gd name="T38" fmla="*/ 1326 w 1378"/>
                  <a:gd name="T39" fmla="*/ 367 h 371"/>
                  <a:gd name="T40" fmla="*/ 1308 w 1378"/>
                  <a:gd name="T41" fmla="*/ 371 h 371"/>
                  <a:gd name="T42" fmla="*/ 71 w 1378"/>
                  <a:gd name="T43" fmla="*/ 371 h 371"/>
                  <a:gd name="T44" fmla="*/ 52 w 1378"/>
                  <a:gd name="T45" fmla="*/ 367 h 371"/>
                  <a:gd name="T46" fmla="*/ 35 w 1378"/>
                  <a:gd name="T47" fmla="*/ 361 h 371"/>
                  <a:gd name="T48" fmla="*/ 21 w 1378"/>
                  <a:gd name="T49" fmla="*/ 349 h 371"/>
                  <a:gd name="T50" fmla="*/ 9 w 1378"/>
                  <a:gd name="T51" fmla="*/ 336 h 371"/>
                  <a:gd name="T52" fmla="*/ 3 w 1378"/>
                  <a:gd name="T53" fmla="*/ 319 h 371"/>
                  <a:gd name="T54" fmla="*/ 0 w 1378"/>
                  <a:gd name="T55" fmla="*/ 300 h 371"/>
                  <a:gd name="T56" fmla="*/ 3 w 1378"/>
                  <a:gd name="T57" fmla="*/ 282 h 371"/>
                  <a:gd name="T58" fmla="*/ 9 w 1378"/>
                  <a:gd name="T59" fmla="*/ 265 h 371"/>
                  <a:gd name="T60" fmla="*/ 21 w 1378"/>
                  <a:gd name="T61" fmla="*/ 250 h 371"/>
                  <a:gd name="T62" fmla="*/ 35 w 1378"/>
                  <a:gd name="T63" fmla="*/ 239 h 371"/>
                  <a:gd name="T64" fmla="*/ 52 w 1378"/>
                  <a:gd name="T65" fmla="*/ 232 h 371"/>
                  <a:gd name="T66" fmla="*/ 71 w 1378"/>
                  <a:gd name="T67" fmla="*/ 230 h 371"/>
                  <a:gd name="T68" fmla="*/ 618 w 1378"/>
                  <a:gd name="T69" fmla="*/ 230 h 371"/>
                  <a:gd name="T70" fmla="*/ 618 w 1378"/>
                  <a:gd name="T71" fmla="*/ 70 h 371"/>
                  <a:gd name="T72" fmla="*/ 621 w 1378"/>
                  <a:gd name="T73" fmla="*/ 51 h 371"/>
                  <a:gd name="T74" fmla="*/ 627 w 1378"/>
                  <a:gd name="T75" fmla="*/ 35 h 371"/>
                  <a:gd name="T76" fmla="*/ 639 w 1378"/>
                  <a:gd name="T77" fmla="*/ 20 h 371"/>
                  <a:gd name="T78" fmla="*/ 653 w 1378"/>
                  <a:gd name="T79" fmla="*/ 10 h 371"/>
                  <a:gd name="T80" fmla="*/ 670 w 1378"/>
                  <a:gd name="T81" fmla="*/ 2 h 371"/>
                  <a:gd name="T82" fmla="*/ 689 w 1378"/>
                  <a:gd name="T83" fmla="*/ 0 h 3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378" h="371">
                    <a:moveTo>
                      <a:pt x="689" y="0"/>
                    </a:moveTo>
                    <a:lnTo>
                      <a:pt x="708" y="2"/>
                    </a:lnTo>
                    <a:lnTo>
                      <a:pt x="724" y="10"/>
                    </a:lnTo>
                    <a:lnTo>
                      <a:pt x="739" y="20"/>
                    </a:lnTo>
                    <a:lnTo>
                      <a:pt x="749" y="35"/>
                    </a:lnTo>
                    <a:lnTo>
                      <a:pt x="757" y="51"/>
                    </a:lnTo>
                    <a:lnTo>
                      <a:pt x="759" y="70"/>
                    </a:lnTo>
                    <a:lnTo>
                      <a:pt x="759" y="230"/>
                    </a:lnTo>
                    <a:lnTo>
                      <a:pt x="1307" y="230"/>
                    </a:lnTo>
                    <a:lnTo>
                      <a:pt x="1326" y="232"/>
                    </a:lnTo>
                    <a:lnTo>
                      <a:pt x="1343" y="239"/>
                    </a:lnTo>
                    <a:lnTo>
                      <a:pt x="1357" y="250"/>
                    </a:lnTo>
                    <a:lnTo>
                      <a:pt x="1368" y="265"/>
                    </a:lnTo>
                    <a:lnTo>
                      <a:pt x="1375" y="282"/>
                    </a:lnTo>
                    <a:lnTo>
                      <a:pt x="1378" y="300"/>
                    </a:lnTo>
                    <a:lnTo>
                      <a:pt x="1376" y="319"/>
                    </a:lnTo>
                    <a:lnTo>
                      <a:pt x="1368" y="336"/>
                    </a:lnTo>
                    <a:lnTo>
                      <a:pt x="1358" y="349"/>
                    </a:lnTo>
                    <a:lnTo>
                      <a:pt x="1343" y="361"/>
                    </a:lnTo>
                    <a:lnTo>
                      <a:pt x="1326" y="367"/>
                    </a:lnTo>
                    <a:lnTo>
                      <a:pt x="1308" y="371"/>
                    </a:lnTo>
                    <a:lnTo>
                      <a:pt x="71" y="371"/>
                    </a:lnTo>
                    <a:lnTo>
                      <a:pt x="52" y="367"/>
                    </a:lnTo>
                    <a:lnTo>
                      <a:pt x="35" y="361"/>
                    </a:lnTo>
                    <a:lnTo>
                      <a:pt x="21" y="349"/>
                    </a:lnTo>
                    <a:lnTo>
                      <a:pt x="9" y="336"/>
                    </a:lnTo>
                    <a:lnTo>
                      <a:pt x="3" y="319"/>
                    </a:lnTo>
                    <a:lnTo>
                      <a:pt x="0" y="300"/>
                    </a:lnTo>
                    <a:lnTo>
                      <a:pt x="3" y="282"/>
                    </a:lnTo>
                    <a:lnTo>
                      <a:pt x="9" y="265"/>
                    </a:lnTo>
                    <a:lnTo>
                      <a:pt x="21" y="250"/>
                    </a:lnTo>
                    <a:lnTo>
                      <a:pt x="35" y="239"/>
                    </a:lnTo>
                    <a:lnTo>
                      <a:pt x="52" y="232"/>
                    </a:lnTo>
                    <a:lnTo>
                      <a:pt x="71" y="230"/>
                    </a:lnTo>
                    <a:lnTo>
                      <a:pt x="618" y="230"/>
                    </a:lnTo>
                    <a:lnTo>
                      <a:pt x="618" y="70"/>
                    </a:lnTo>
                    <a:lnTo>
                      <a:pt x="621" y="51"/>
                    </a:lnTo>
                    <a:lnTo>
                      <a:pt x="627" y="35"/>
                    </a:lnTo>
                    <a:lnTo>
                      <a:pt x="639" y="20"/>
                    </a:lnTo>
                    <a:lnTo>
                      <a:pt x="653" y="10"/>
                    </a:lnTo>
                    <a:lnTo>
                      <a:pt x="670" y="2"/>
                    </a:lnTo>
                    <a:lnTo>
                      <a:pt x="689"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91" name="Freeform 108">
                <a:extLst>
                  <a:ext uri="{FF2B5EF4-FFF2-40B4-BE49-F238E27FC236}">
                    <a16:creationId xmlns:a16="http://schemas.microsoft.com/office/drawing/2014/main" id="{07B64110-0253-4F62-986F-39A7B7E66F39}"/>
                  </a:ext>
                </a:extLst>
              </p:cNvPr>
              <p:cNvSpPr>
                <a:spLocks noEditPoints="1"/>
              </p:cNvSpPr>
              <p:nvPr/>
            </p:nvSpPr>
            <p:spPr bwMode="auto">
              <a:xfrm>
                <a:off x="9990138" y="2809875"/>
                <a:ext cx="481013" cy="347663"/>
              </a:xfrm>
              <a:custGeom>
                <a:avLst/>
                <a:gdLst>
                  <a:gd name="T0" fmla="*/ 1388 w 3034"/>
                  <a:gd name="T1" fmla="*/ 1364 h 2187"/>
                  <a:gd name="T2" fmla="*/ 1263 w 3034"/>
                  <a:gd name="T3" fmla="*/ 1465 h 2187"/>
                  <a:gd name="T4" fmla="*/ 1808 w 3034"/>
                  <a:gd name="T5" fmla="*/ 1577 h 2187"/>
                  <a:gd name="T6" fmla="*/ 1732 w 3034"/>
                  <a:gd name="T7" fmla="*/ 1434 h 2187"/>
                  <a:gd name="T8" fmla="*/ 1594 w 3034"/>
                  <a:gd name="T9" fmla="*/ 1351 h 2187"/>
                  <a:gd name="T10" fmla="*/ 2873 w 3034"/>
                  <a:gd name="T11" fmla="*/ 0 h 2187"/>
                  <a:gd name="T12" fmla="*/ 2986 w 3034"/>
                  <a:gd name="T13" fmla="*/ 47 h 2187"/>
                  <a:gd name="T14" fmla="*/ 3034 w 3034"/>
                  <a:gd name="T15" fmla="*/ 160 h 2187"/>
                  <a:gd name="T16" fmla="*/ 3006 w 3034"/>
                  <a:gd name="T17" fmla="*/ 2117 h 2187"/>
                  <a:gd name="T18" fmla="*/ 2906 w 3034"/>
                  <a:gd name="T19" fmla="*/ 2184 h 2187"/>
                  <a:gd name="T20" fmla="*/ 98 w 3034"/>
                  <a:gd name="T21" fmla="*/ 2175 h 2187"/>
                  <a:gd name="T22" fmla="*/ 13 w 3034"/>
                  <a:gd name="T23" fmla="*/ 2089 h 2187"/>
                  <a:gd name="T24" fmla="*/ 2 w 3034"/>
                  <a:gd name="T25" fmla="*/ 1625 h 2187"/>
                  <a:gd name="T26" fmla="*/ 51 w 3034"/>
                  <a:gd name="T27" fmla="*/ 1576 h 2187"/>
                  <a:gd name="T28" fmla="*/ 645 w 3034"/>
                  <a:gd name="T29" fmla="*/ 1577 h 2187"/>
                  <a:gd name="T30" fmla="*/ 716 w 3034"/>
                  <a:gd name="T31" fmla="*/ 1411 h 2187"/>
                  <a:gd name="T32" fmla="*/ 851 w 3034"/>
                  <a:gd name="T33" fmla="*/ 1296 h 2187"/>
                  <a:gd name="T34" fmla="*/ 1030 w 3034"/>
                  <a:gd name="T35" fmla="*/ 1252 h 2187"/>
                  <a:gd name="T36" fmla="*/ 1090 w 3034"/>
                  <a:gd name="T37" fmla="*/ 1287 h 2187"/>
                  <a:gd name="T38" fmla="*/ 1090 w 3034"/>
                  <a:gd name="T39" fmla="*/ 1358 h 2187"/>
                  <a:gd name="T40" fmla="*/ 1030 w 3034"/>
                  <a:gd name="T41" fmla="*/ 1393 h 2187"/>
                  <a:gd name="T42" fmla="*/ 892 w 3034"/>
                  <a:gd name="T43" fmla="*/ 1434 h 2187"/>
                  <a:gd name="T44" fmla="*/ 801 w 3034"/>
                  <a:gd name="T45" fmla="*/ 1542 h 2187"/>
                  <a:gd name="T46" fmla="*/ 1096 w 3034"/>
                  <a:gd name="T47" fmla="*/ 1482 h 2187"/>
                  <a:gd name="T48" fmla="*/ 1200 w 3034"/>
                  <a:gd name="T49" fmla="*/ 1324 h 2187"/>
                  <a:gd name="T50" fmla="*/ 1362 w 3034"/>
                  <a:gd name="T51" fmla="*/ 1224 h 2187"/>
                  <a:gd name="T52" fmla="*/ 1432 w 3034"/>
                  <a:gd name="T53" fmla="*/ 1206 h 2187"/>
                  <a:gd name="T54" fmla="*/ 1519 w 3034"/>
                  <a:gd name="T55" fmla="*/ 1199 h 2187"/>
                  <a:gd name="T56" fmla="*/ 1695 w 3034"/>
                  <a:gd name="T57" fmla="*/ 1238 h 2187"/>
                  <a:gd name="T58" fmla="*/ 1849 w 3034"/>
                  <a:gd name="T59" fmla="*/ 1356 h 2187"/>
                  <a:gd name="T60" fmla="*/ 1940 w 3034"/>
                  <a:gd name="T61" fmla="*/ 1528 h 2187"/>
                  <a:gd name="T62" fmla="*/ 2201 w 3034"/>
                  <a:gd name="T63" fmla="*/ 1511 h 2187"/>
                  <a:gd name="T64" fmla="*/ 2096 w 3034"/>
                  <a:gd name="T65" fmla="*/ 1417 h 2187"/>
                  <a:gd name="T66" fmla="*/ 1970 w 3034"/>
                  <a:gd name="T67" fmla="*/ 1391 h 2187"/>
                  <a:gd name="T68" fmla="*/ 1920 w 3034"/>
                  <a:gd name="T69" fmla="*/ 1342 h 2187"/>
                  <a:gd name="T70" fmla="*/ 1938 w 3034"/>
                  <a:gd name="T71" fmla="*/ 1273 h 2187"/>
                  <a:gd name="T72" fmla="*/ 2035 w 3034"/>
                  <a:gd name="T73" fmla="*/ 1255 h 2187"/>
                  <a:gd name="T74" fmla="*/ 2206 w 3034"/>
                  <a:gd name="T75" fmla="*/ 1319 h 2187"/>
                  <a:gd name="T76" fmla="*/ 2328 w 3034"/>
                  <a:gd name="T77" fmla="*/ 1449 h 2187"/>
                  <a:gd name="T78" fmla="*/ 2674 w 3034"/>
                  <a:gd name="T79" fmla="*/ 1577 h 2187"/>
                  <a:gd name="T80" fmla="*/ 2734 w 3034"/>
                  <a:gd name="T81" fmla="*/ 1612 h 2187"/>
                  <a:gd name="T82" fmla="*/ 2734 w 3034"/>
                  <a:gd name="T83" fmla="*/ 1683 h 2187"/>
                  <a:gd name="T84" fmla="*/ 2674 w 3034"/>
                  <a:gd name="T85" fmla="*/ 1718 h 2187"/>
                  <a:gd name="T86" fmla="*/ 150 w 3034"/>
                  <a:gd name="T87" fmla="*/ 2045 h 2187"/>
                  <a:gd name="T88" fmla="*/ 2891 w 3034"/>
                  <a:gd name="T89" fmla="*/ 2037 h 2187"/>
                  <a:gd name="T90" fmla="*/ 2883 w 3034"/>
                  <a:gd name="T91" fmla="*/ 143 h 2187"/>
                  <a:gd name="T92" fmla="*/ 2078 w 3034"/>
                  <a:gd name="T93" fmla="*/ 131 h 2187"/>
                  <a:gd name="T94" fmla="*/ 2044 w 3034"/>
                  <a:gd name="T95" fmla="*/ 70 h 2187"/>
                  <a:gd name="T96" fmla="*/ 2078 w 3034"/>
                  <a:gd name="T97" fmla="*/ 9 h 2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034" h="2187">
                    <a:moveTo>
                      <a:pt x="1510" y="1339"/>
                    </a:moveTo>
                    <a:lnTo>
                      <a:pt x="1467" y="1342"/>
                    </a:lnTo>
                    <a:lnTo>
                      <a:pt x="1427" y="1351"/>
                    </a:lnTo>
                    <a:lnTo>
                      <a:pt x="1388" y="1364"/>
                    </a:lnTo>
                    <a:lnTo>
                      <a:pt x="1352" y="1383"/>
                    </a:lnTo>
                    <a:lnTo>
                      <a:pt x="1318" y="1407"/>
                    </a:lnTo>
                    <a:lnTo>
                      <a:pt x="1288" y="1434"/>
                    </a:lnTo>
                    <a:lnTo>
                      <a:pt x="1263" y="1465"/>
                    </a:lnTo>
                    <a:lnTo>
                      <a:pt x="1242" y="1500"/>
                    </a:lnTo>
                    <a:lnTo>
                      <a:pt x="1225" y="1537"/>
                    </a:lnTo>
                    <a:lnTo>
                      <a:pt x="1213" y="1577"/>
                    </a:lnTo>
                    <a:lnTo>
                      <a:pt x="1808" y="1577"/>
                    </a:lnTo>
                    <a:lnTo>
                      <a:pt x="1795" y="1537"/>
                    </a:lnTo>
                    <a:lnTo>
                      <a:pt x="1778" y="1500"/>
                    </a:lnTo>
                    <a:lnTo>
                      <a:pt x="1757" y="1465"/>
                    </a:lnTo>
                    <a:lnTo>
                      <a:pt x="1732" y="1434"/>
                    </a:lnTo>
                    <a:lnTo>
                      <a:pt x="1702" y="1407"/>
                    </a:lnTo>
                    <a:lnTo>
                      <a:pt x="1669" y="1383"/>
                    </a:lnTo>
                    <a:lnTo>
                      <a:pt x="1633" y="1364"/>
                    </a:lnTo>
                    <a:lnTo>
                      <a:pt x="1594" y="1351"/>
                    </a:lnTo>
                    <a:lnTo>
                      <a:pt x="1553" y="1342"/>
                    </a:lnTo>
                    <a:lnTo>
                      <a:pt x="1510" y="1339"/>
                    </a:lnTo>
                    <a:close/>
                    <a:moveTo>
                      <a:pt x="2114" y="0"/>
                    </a:moveTo>
                    <a:lnTo>
                      <a:pt x="2873" y="0"/>
                    </a:lnTo>
                    <a:lnTo>
                      <a:pt x="2906" y="3"/>
                    </a:lnTo>
                    <a:lnTo>
                      <a:pt x="2935" y="12"/>
                    </a:lnTo>
                    <a:lnTo>
                      <a:pt x="2963" y="27"/>
                    </a:lnTo>
                    <a:lnTo>
                      <a:pt x="2986" y="47"/>
                    </a:lnTo>
                    <a:lnTo>
                      <a:pt x="3006" y="71"/>
                    </a:lnTo>
                    <a:lnTo>
                      <a:pt x="3021" y="98"/>
                    </a:lnTo>
                    <a:lnTo>
                      <a:pt x="3030" y="128"/>
                    </a:lnTo>
                    <a:lnTo>
                      <a:pt x="3034" y="160"/>
                    </a:lnTo>
                    <a:lnTo>
                      <a:pt x="3034" y="2027"/>
                    </a:lnTo>
                    <a:lnTo>
                      <a:pt x="3030" y="2058"/>
                    </a:lnTo>
                    <a:lnTo>
                      <a:pt x="3021" y="2089"/>
                    </a:lnTo>
                    <a:lnTo>
                      <a:pt x="3006" y="2117"/>
                    </a:lnTo>
                    <a:lnTo>
                      <a:pt x="2986" y="2140"/>
                    </a:lnTo>
                    <a:lnTo>
                      <a:pt x="2963" y="2160"/>
                    </a:lnTo>
                    <a:lnTo>
                      <a:pt x="2935" y="2175"/>
                    </a:lnTo>
                    <a:lnTo>
                      <a:pt x="2906" y="2184"/>
                    </a:lnTo>
                    <a:lnTo>
                      <a:pt x="2873" y="2187"/>
                    </a:lnTo>
                    <a:lnTo>
                      <a:pt x="161" y="2187"/>
                    </a:lnTo>
                    <a:lnTo>
                      <a:pt x="128" y="2184"/>
                    </a:lnTo>
                    <a:lnTo>
                      <a:pt x="98" y="2175"/>
                    </a:lnTo>
                    <a:lnTo>
                      <a:pt x="71" y="2160"/>
                    </a:lnTo>
                    <a:lnTo>
                      <a:pt x="47" y="2140"/>
                    </a:lnTo>
                    <a:lnTo>
                      <a:pt x="28" y="2117"/>
                    </a:lnTo>
                    <a:lnTo>
                      <a:pt x="13" y="2089"/>
                    </a:lnTo>
                    <a:lnTo>
                      <a:pt x="3" y="2058"/>
                    </a:lnTo>
                    <a:lnTo>
                      <a:pt x="0" y="2027"/>
                    </a:lnTo>
                    <a:lnTo>
                      <a:pt x="0" y="1644"/>
                    </a:lnTo>
                    <a:lnTo>
                      <a:pt x="2" y="1625"/>
                    </a:lnTo>
                    <a:lnTo>
                      <a:pt x="10" y="1608"/>
                    </a:lnTo>
                    <a:lnTo>
                      <a:pt x="20" y="1594"/>
                    </a:lnTo>
                    <a:lnTo>
                      <a:pt x="34" y="1582"/>
                    </a:lnTo>
                    <a:lnTo>
                      <a:pt x="51" y="1576"/>
                    </a:lnTo>
                    <a:lnTo>
                      <a:pt x="70" y="1573"/>
                    </a:lnTo>
                    <a:lnTo>
                      <a:pt x="80" y="1574"/>
                    </a:lnTo>
                    <a:lnTo>
                      <a:pt x="91" y="1577"/>
                    </a:lnTo>
                    <a:lnTo>
                      <a:pt x="645" y="1577"/>
                    </a:lnTo>
                    <a:lnTo>
                      <a:pt x="655" y="1532"/>
                    </a:lnTo>
                    <a:lnTo>
                      <a:pt x="671" y="1489"/>
                    </a:lnTo>
                    <a:lnTo>
                      <a:pt x="691" y="1448"/>
                    </a:lnTo>
                    <a:lnTo>
                      <a:pt x="716" y="1411"/>
                    </a:lnTo>
                    <a:lnTo>
                      <a:pt x="744" y="1376"/>
                    </a:lnTo>
                    <a:lnTo>
                      <a:pt x="777" y="1345"/>
                    </a:lnTo>
                    <a:lnTo>
                      <a:pt x="813" y="1318"/>
                    </a:lnTo>
                    <a:lnTo>
                      <a:pt x="851" y="1296"/>
                    </a:lnTo>
                    <a:lnTo>
                      <a:pt x="893" y="1277"/>
                    </a:lnTo>
                    <a:lnTo>
                      <a:pt x="937" y="1264"/>
                    </a:lnTo>
                    <a:lnTo>
                      <a:pt x="982" y="1255"/>
                    </a:lnTo>
                    <a:lnTo>
                      <a:pt x="1030" y="1252"/>
                    </a:lnTo>
                    <a:lnTo>
                      <a:pt x="1049" y="1254"/>
                    </a:lnTo>
                    <a:lnTo>
                      <a:pt x="1066" y="1262"/>
                    </a:lnTo>
                    <a:lnTo>
                      <a:pt x="1080" y="1272"/>
                    </a:lnTo>
                    <a:lnTo>
                      <a:pt x="1090" y="1287"/>
                    </a:lnTo>
                    <a:lnTo>
                      <a:pt x="1098" y="1304"/>
                    </a:lnTo>
                    <a:lnTo>
                      <a:pt x="1100" y="1322"/>
                    </a:lnTo>
                    <a:lnTo>
                      <a:pt x="1098" y="1341"/>
                    </a:lnTo>
                    <a:lnTo>
                      <a:pt x="1090" y="1358"/>
                    </a:lnTo>
                    <a:lnTo>
                      <a:pt x="1080" y="1372"/>
                    </a:lnTo>
                    <a:lnTo>
                      <a:pt x="1066" y="1383"/>
                    </a:lnTo>
                    <a:lnTo>
                      <a:pt x="1049" y="1390"/>
                    </a:lnTo>
                    <a:lnTo>
                      <a:pt x="1030" y="1393"/>
                    </a:lnTo>
                    <a:lnTo>
                      <a:pt x="993" y="1395"/>
                    </a:lnTo>
                    <a:lnTo>
                      <a:pt x="957" y="1404"/>
                    </a:lnTo>
                    <a:lnTo>
                      <a:pt x="923" y="1416"/>
                    </a:lnTo>
                    <a:lnTo>
                      <a:pt x="892" y="1434"/>
                    </a:lnTo>
                    <a:lnTo>
                      <a:pt x="864" y="1456"/>
                    </a:lnTo>
                    <a:lnTo>
                      <a:pt x="838" y="1482"/>
                    </a:lnTo>
                    <a:lnTo>
                      <a:pt x="818" y="1510"/>
                    </a:lnTo>
                    <a:lnTo>
                      <a:pt x="801" y="1542"/>
                    </a:lnTo>
                    <a:lnTo>
                      <a:pt x="789" y="1577"/>
                    </a:lnTo>
                    <a:lnTo>
                      <a:pt x="1070" y="1577"/>
                    </a:lnTo>
                    <a:lnTo>
                      <a:pt x="1080" y="1528"/>
                    </a:lnTo>
                    <a:lnTo>
                      <a:pt x="1096" y="1482"/>
                    </a:lnTo>
                    <a:lnTo>
                      <a:pt x="1116" y="1438"/>
                    </a:lnTo>
                    <a:lnTo>
                      <a:pt x="1140" y="1397"/>
                    </a:lnTo>
                    <a:lnTo>
                      <a:pt x="1169" y="1359"/>
                    </a:lnTo>
                    <a:lnTo>
                      <a:pt x="1200" y="1324"/>
                    </a:lnTo>
                    <a:lnTo>
                      <a:pt x="1236" y="1292"/>
                    </a:lnTo>
                    <a:lnTo>
                      <a:pt x="1275" y="1265"/>
                    </a:lnTo>
                    <a:lnTo>
                      <a:pt x="1318" y="1242"/>
                    </a:lnTo>
                    <a:lnTo>
                      <a:pt x="1362" y="1224"/>
                    </a:lnTo>
                    <a:lnTo>
                      <a:pt x="1410" y="1210"/>
                    </a:lnTo>
                    <a:lnTo>
                      <a:pt x="1412" y="1209"/>
                    </a:lnTo>
                    <a:lnTo>
                      <a:pt x="1419" y="1208"/>
                    </a:lnTo>
                    <a:lnTo>
                      <a:pt x="1432" y="1206"/>
                    </a:lnTo>
                    <a:lnTo>
                      <a:pt x="1448" y="1204"/>
                    </a:lnTo>
                    <a:lnTo>
                      <a:pt x="1468" y="1201"/>
                    </a:lnTo>
                    <a:lnTo>
                      <a:pt x="1492" y="1199"/>
                    </a:lnTo>
                    <a:lnTo>
                      <a:pt x="1519" y="1199"/>
                    </a:lnTo>
                    <a:lnTo>
                      <a:pt x="1550" y="1200"/>
                    </a:lnTo>
                    <a:lnTo>
                      <a:pt x="1600" y="1208"/>
                    </a:lnTo>
                    <a:lnTo>
                      <a:pt x="1648" y="1220"/>
                    </a:lnTo>
                    <a:lnTo>
                      <a:pt x="1695" y="1238"/>
                    </a:lnTo>
                    <a:lnTo>
                      <a:pt x="1738" y="1262"/>
                    </a:lnTo>
                    <a:lnTo>
                      <a:pt x="1778" y="1289"/>
                    </a:lnTo>
                    <a:lnTo>
                      <a:pt x="1815" y="1320"/>
                    </a:lnTo>
                    <a:lnTo>
                      <a:pt x="1849" y="1356"/>
                    </a:lnTo>
                    <a:lnTo>
                      <a:pt x="1879" y="1394"/>
                    </a:lnTo>
                    <a:lnTo>
                      <a:pt x="1903" y="1436"/>
                    </a:lnTo>
                    <a:lnTo>
                      <a:pt x="1924" y="1481"/>
                    </a:lnTo>
                    <a:lnTo>
                      <a:pt x="1940" y="1528"/>
                    </a:lnTo>
                    <a:lnTo>
                      <a:pt x="1950" y="1577"/>
                    </a:lnTo>
                    <a:lnTo>
                      <a:pt x="2229" y="1577"/>
                    </a:lnTo>
                    <a:lnTo>
                      <a:pt x="2218" y="1543"/>
                    </a:lnTo>
                    <a:lnTo>
                      <a:pt x="2201" y="1511"/>
                    </a:lnTo>
                    <a:lnTo>
                      <a:pt x="2179" y="1483"/>
                    </a:lnTo>
                    <a:lnTo>
                      <a:pt x="2155" y="1456"/>
                    </a:lnTo>
                    <a:lnTo>
                      <a:pt x="2127" y="1435"/>
                    </a:lnTo>
                    <a:lnTo>
                      <a:pt x="2096" y="1417"/>
                    </a:lnTo>
                    <a:lnTo>
                      <a:pt x="2062" y="1405"/>
                    </a:lnTo>
                    <a:lnTo>
                      <a:pt x="2026" y="1396"/>
                    </a:lnTo>
                    <a:lnTo>
                      <a:pt x="1988" y="1393"/>
                    </a:lnTo>
                    <a:lnTo>
                      <a:pt x="1970" y="1391"/>
                    </a:lnTo>
                    <a:lnTo>
                      <a:pt x="1953" y="1383"/>
                    </a:lnTo>
                    <a:lnTo>
                      <a:pt x="1938" y="1373"/>
                    </a:lnTo>
                    <a:lnTo>
                      <a:pt x="1928" y="1359"/>
                    </a:lnTo>
                    <a:lnTo>
                      <a:pt x="1920" y="1342"/>
                    </a:lnTo>
                    <a:lnTo>
                      <a:pt x="1918" y="1323"/>
                    </a:lnTo>
                    <a:lnTo>
                      <a:pt x="1920" y="1304"/>
                    </a:lnTo>
                    <a:lnTo>
                      <a:pt x="1928" y="1287"/>
                    </a:lnTo>
                    <a:lnTo>
                      <a:pt x="1938" y="1273"/>
                    </a:lnTo>
                    <a:lnTo>
                      <a:pt x="1953" y="1263"/>
                    </a:lnTo>
                    <a:lnTo>
                      <a:pt x="1970" y="1255"/>
                    </a:lnTo>
                    <a:lnTo>
                      <a:pt x="1988" y="1253"/>
                    </a:lnTo>
                    <a:lnTo>
                      <a:pt x="2035" y="1255"/>
                    </a:lnTo>
                    <a:lnTo>
                      <a:pt x="2082" y="1264"/>
                    </a:lnTo>
                    <a:lnTo>
                      <a:pt x="2125" y="1278"/>
                    </a:lnTo>
                    <a:lnTo>
                      <a:pt x="2167" y="1296"/>
                    </a:lnTo>
                    <a:lnTo>
                      <a:pt x="2206" y="1319"/>
                    </a:lnTo>
                    <a:lnTo>
                      <a:pt x="2242" y="1346"/>
                    </a:lnTo>
                    <a:lnTo>
                      <a:pt x="2274" y="1377"/>
                    </a:lnTo>
                    <a:lnTo>
                      <a:pt x="2302" y="1412"/>
                    </a:lnTo>
                    <a:lnTo>
                      <a:pt x="2328" y="1449"/>
                    </a:lnTo>
                    <a:lnTo>
                      <a:pt x="2348" y="1489"/>
                    </a:lnTo>
                    <a:lnTo>
                      <a:pt x="2363" y="1533"/>
                    </a:lnTo>
                    <a:lnTo>
                      <a:pt x="2373" y="1577"/>
                    </a:lnTo>
                    <a:lnTo>
                      <a:pt x="2674" y="1577"/>
                    </a:lnTo>
                    <a:lnTo>
                      <a:pt x="2692" y="1580"/>
                    </a:lnTo>
                    <a:lnTo>
                      <a:pt x="2709" y="1588"/>
                    </a:lnTo>
                    <a:lnTo>
                      <a:pt x="2724" y="1598"/>
                    </a:lnTo>
                    <a:lnTo>
                      <a:pt x="2734" y="1612"/>
                    </a:lnTo>
                    <a:lnTo>
                      <a:pt x="2742" y="1629"/>
                    </a:lnTo>
                    <a:lnTo>
                      <a:pt x="2744" y="1648"/>
                    </a:lnTo>
                    <a:lnTo>
                      <a:pt x="2742" y="1667"/>
                    </a:lnTo>
                    <a:lnTo>
                      <a:pt x="2734" y="1683"/>
                    </a:lnTo>
                    <a:lnTo>
                      <a:pt x="2724" y="1698"/>
                    </a:lnTo>
                    <a:lnTo>
                      <a:pt x="2709" y="1708"/>
                    </a:lnTo>
                    <a:lnTo>
                      <a:pt x="2692" y="1716"/>
                    </a:lnTo>
                    <a:lnTo>
                      <a:pt x="2674" y="1718"/>
                    </a:lnTo>
                    <a:lnTo>
                      <a:pt x="140" y="1718"/>
                    </a:lnTo>
                    <a:lnTo>
                      <a:pt x="140" y="2027"/>
                    </a:lnTo>
                    <a:lnTo>
                      <a:pt x="143" y="2037"/>
                    </a:lnTo>
                    <a:lnTo>
                      <a:pt x="150" y="2045"/>
                    </a:lnTo>
                    <a:lnTo>
                      <a:pt x="161" y="2048"/>
                    </a:lnTo>
                    <a:lnTo>
                      <a:pt x="2873" y="2048"/>
                    </a:lnTo>
                    <a:lnTo>
                      <a:pt x="2883" y="2045"/>
                    </a:lnTo>
                    <a:lnTo>
                      <a:pt x="2891" y="2037"/>
                    </a:lnTo>
                    <a:lnTo>
                      <a:pt x="2893" y="2027"/>
                    </a:lnTo>
                    <a:lnTo>
                      <a:pt x="2893" y="160"/>
                    </a:lnTo>
                    <a:lnTo>
                      <a:pt x="2891" y="150"/>
                    </a:lnTo>
                    <a:lnTo>
                      <a:pt x="2883" y="143"/>
                    </a:lnTo>
                    <a:lnTo>
                      <a:pt x="2873" y="140"/>
                    </a:lnTo>
                    <a:lnTo>
                      <a:pt x="2114" y="140"/>
                    </a:lnTo>
                    <a:lnTo>
                      <a:pt x="2095" y="137"/>
                    </a:lnTo>
                    <a:lnTo>
                      <a:pt x="2078" y="131"/>
                    </a:lnTo>
                    <a:lnTo>
                      <a:pt x="2064" y="119"/>
                    </a:lnTo>
                    <a:lnTo>
                      <a:pt x="2053" y="105"/>
                    </a:lnTo>
                    <a:lnTo>
                      <a:pt x="2046" y="89"/>
                    </a:lnTo>
                    <a:lnTo>
                      <a:pt x="2044" y="70"/>
                    </a:lnTo>
                    <a:lnTo>
                      <a:pt x="2046" y="52"/>
                    </a:lnTo>
                    <a:lnTo>
                      <a:pt x="2053" y="35"/>
                    </a:lnTo>
                    <a:lnTo>
                      <a:pt x="2064" y="20"/>
                    </a:lnTo>
                    <a:lnTo>
                      <a:pt x="2078" y="9"/>
                    </a:lnTo>
                    <a:lnTo>
                      <a:pt x="2095" y="2"/>
                    </a:lnTo>
                    <a:lnTo>
                      <a:pt x="211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92" name="Freeform 109">
                <a:extLst>
                  <a:ext uri="{FF2B5EF4-FFF2-40B4-BE49-F238E27FC236}">
                    <a16:creationId xmlns:a16="http://schemas.microsoft.com/office/drawing/2014/main" id="{7078CFE2-8FD7-48E3-8549-91372C419423}"/>
                  </a:ext>
                </a:extLst>
              </p:cNvPr>
              <p:cNvSpPr>
                <a:spLocks/>
              </p:cNvSpPr>
              <p:nvPr/>
            </p:nvSpPr>
            <p:spPr bwMode="auto">
              <a:xfrm>
                <a:off x="9990138" y="2809875"/>
                <a:ext cx="157163" cy="231775"/>
              </a:xfrm>
              <a:custGeom>
                <a:avLst/>
                <a:gdLst>
                  <a:gd name="T0" fmla="*/ 161 w 993"/>
                  <a:gd name="T1" fmla="*/ 0 h 1455"/>
                  <a:gd name="T2" fmla="*/ 922 w 993"/>
                  <a:gd name="T3" fmla="*/ 0 h 1455"/>
                  <a:gd name="T4" fmla="*/ 941 w 993"/>
                  <a:gd name="T5" fmla="*/ 2 h 1455"/>
                  <a:gd name="T6" fmla="*/ 958 w 993"/>
                  <a:gd name="T7" fmla="*/ 9 h 1455"/>
                  <a:gd name="T8" fmla="*/ 972 w 993"/>
                  <a:gd name="T9" fmla="*/ 20 h 1455"/>
                  <a:gd name="T10" fmla="*/ 983 w 993"/>
                  <a:gd name="T11" fmla="*/ 35 h 1455"/>
                  <a:gd name="T12" fmla="*/ 990 w 993"/>
                  <a:gd name="T13" fmla="*/ 52 h 1455"/>
                  <a:gd name="T14" fmla="*/ 993 w 993"/>
                  <a:gd name="T15" fmla="*/ 70 h 1455"/>
                  <a:gd name="T16" fmla="*/ 990 w 993"/>
                  <a:gd name="T17" fmla="*/ 89 h 1455"/>
                  <a:gd name="T18" fmla="*/ 983 w 993"/>
                  <a:gd name="T19" fmla="*/ 105 h 1455"/>
                  <a:gd name="T20" fmla="*/ 972 w 993"/>
                  <a:gd name="T21" fmla="*/ 119 h 1455"/>
                  <a:gd name="T22" fmla="*/ 958 w 993"/>
                  <a:gd name="T23" fmla="*/ 131 h 1455"/>
                  <a:gd name="T24" fmla="*/ 941 w 993"/>
                  <a:gd name="T25" fmla="*/ 137 h 1455"/>
                  <a:gd name="T26" fmla="*/ 922 w 993"/>
                  <a:gd name="T27" fmla="*/ 140 h 1455"/>
                  <a:gd name="T28" fmla="*/ 161 w 993"/>
                  <a:gd name="T29" fmla="*/ 140 h 1455"/>
                  <a:gd name="T30" fmla="*/ 150 w 993"/>
                  <a:gd name="T31" fmla="*/ 143 h 1455"/>
                  <a:gd name="T32" fmla="*/ 143 w 993"/>
                  <a:gd name="T33" fmla="*/ 150 h 1455"/>
                  <a:gd name="T34" fmla="*/ 140 w 993"/>
                  <a:gd name="T35" fmla="*/ 160 h 1455"/>
                  <a:gd name="T36" fmla="*/ 140 w 993"/>
                  <a:gd name="T37" fmla="*/ 1384 h 1455"/>
                  <a:gd name="T38" fmla="*/ 138 w 993"/>
                  <a:gd name="T39" fmla="*/ 1404 h 1455"/>
                  <a:gd name="T40" fmla="*/ 130 w 993"/>
                  <a:gd name="T41" fmla="*/ 1420 h 1455"/>
                  <a:gd name="T42" fmla="*/ 120 w 993"/>
                  <a:gd name="T43" fmla="*/ 1434 h 1455"/>
                  <a:gd name="T44" fmla="*/ 105 w 993"/>
                  <a:gd name="T45" fmla="*/ 1446 h 1455"/>
                  <a:gd name="T46" fmla="*/ 89 w 993"/>
                  <a:gd name="T47" fmla="*/ 1452 h 1455"/>
                  <a:gd name="T48" fmla="*/ 70 w 993"/>
                  <a:gd name="T49" fmla="*/ 1455 h 1455"/>
                  <a:gd name="T50" fmla="*/ 51 w 993"/>
                  <a:gd name="T51" fmla="*/ 1452 h 1455"/>
                  <a:gd name="T52" fmla="*/ 34 w 993"/>
                  <a:gd name="T53" fmla="*/ 1446 h 1455"/>
                  <a:gd name="T54" fmla="*/ 20 w 993"/>
                  <a:gd name="T55" fmla="*/ 1434 h 1455"/>
                  <a:gd name="T56" fmla="*/ 10 w 993"/>
                  <a:gd name="T57" fmla="*/ 1420 h 1455"/>
                  <a:gd name="T58" fmla="*/ 2 w 993"/>
                  <a:gd name="T59" fmla="*/ 1404 h 1455"/>
                  <a:gd name="T60" fmla="*/ 0 w 993"/>
                  <a:gd name="T61" fmla="*/ 1384 h 1455"/>
                  <a:gd name="T62" fmla="*/ 0 w 993"/>
                  <a:gd name="T63" fmla="*/ 160 h 1455"/>
                  <a:gd name="T64" fmla="*/ 3 w 993"/>
                  <a:gd name="T65" fmla="*/ 128 h 1455"/>
                  <a:gd name="T66" fmla="*/ 13 w 993"/>
                  <a:gd name="T67" fmla="*/ 98 h 1455"/>
                  <a:gd name="T68" fmla="*/ 28 w 993"/>
                  <a:gd name="T69" fmla="*/ 71 h 1455"/>
                  <a:gd name="T70" fmla="*/ 47 w 993"/>
                  <a:gd name="T71" fmla="*/ 47 h 1455"/>
                  <a:gd name="T72" fmla="*/ 71 w 993"/>
                  <a:gd name="T73" fmla="*/ 27 h 1455"/>
                  <a:gd name="T74" fmla="*/ 98 w 993"/>
                  <a:gd name="T75" fmla="*/ 12 h 1455"/>
                  <a:gd name="T76" fmla="*/ 128 w 993"/>
                  <a:gd name="T77" fmla="*/ 3 h 1455"/>
                  <a:gd name="T78" fmla="*/ 161 w 993"/>
                  <a:gd name="T79" fmla="*/ 0 h 14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993" h="1455">
                    <a:moveTo>
                      <a:pt x="161" y="0"/>
                    </a:moveTo>
                    <a:lnTo>
                      <a:pt x="922" y="0"/>
                    </a:lnTo>
                    <a:lnTo>
                      <a:pt x="941" y="2"/>
                    </a:lnTo>
                    <a:lnTo>
                      <a:pt x="958" y="9"/>
                    </a:lnTo>
                    <a:lnTo>
                      <a:pt x="972" y="20"/>
                    </a:lnTo>
                    <a:lnTo>
                      <a:pt x="983" y="35"/>
                    </a:lnTo>
                    <a:lnTo>
                      <a:pt x="990" y="52"/>
                    </a:lnTo>
                    <a:lnTo>
                      <a:pt x="993" y="70"/>
                    </a:lnTo>
                    <a:lnTo>
                      <a:pt x="990" y="89"/>
                    </a:lnTo>
                    <a:lnTo>
                      <a:pt x="983" y="105"/>
                    </a:lnTo>
                    <a:lnTo>
                      <a:pt x="972" y="119"/>
                    </a:lnTo>
                    <a:lnTo>
                      <a:pt x="958" y="131"/>
                    </a:lnTo>
                    <a:lnTo>
                      <a:pt x="941" y="137"/>
                    </a:lnTo>
                    <a:lnTo>
                      <a:pt x="922" y="140"/>
                    </a:lnTo>
                    <a:lnTo>
                      <a:pt x="161" y="140"/>
                    </a:lnTo>
                    <a:lnTo>
                      <a:pt x="150" y="143"/>
                    </a:lnTo>
                    <a:lnTo>
                      <a:pt x="143" y="150"/>
                    </a:lnTo>
                    <a:lnTo>
                      <a:pt x="140" y="160"/>
                    </a:lnTo>
                    <a:lnTo>
                      <a:pt x="140" y="1384"/>
                    </a:lnTo>
                    <a:lnTo>
                      <a:pt x="138" y="1404"/>
                    </a:lnTo>
                    <a:lnTo>
                      <a:pt x="130" y="1420"/>
                    </a:lnTo>
                    <a:lnTo>
                      <a:pt x="120" y="1434"/>
                    </a:lnTo>
                    <a:lnTo>
                      <a:pt x="105" y="1446"/>
                    </a:lnTo>
                    <a:lnTo>
                      <a:pt x="89" y="1452"/>
                    </a:lnTo>
                    <a:lnTo>
                      <a:pt x="70" y="1455"/>
                    </a:lnTo>
                    <a:lnTo>
                      <a:pt x="51" y="1452"/>
                    </a:lnTo>
                    <a:lnTo>
                      <a:pt x="34" y="1446"/>
                    </a:lnTo>
                    <a:lnTo>
                      <a:pt x="20" y="1434"/>
                    </a:lnTo>
                    <a:lnTo>
                      <a:pt x="10" y="1420"/>
                    </a:lnTo>
                    <a:lnTo>
                      <a:pt x="2" y="1404"/>
                    </a:lnTo>
                    <a:lnTo>
                      <a:pt x="0" y="1384"/>
                    </a:lnTo>
                    <a:lnTo>
                      <a:pt x="0" y="160"/>
                    </a:lnTo>
                    <a:lnTo>
                      <a:pt x="3" y="128"/>
                    </a:lnTo>
                    <a:lnTo>
                      <a:pt x="13" y="98"/>
                    </a:lnTo>
                    <a:lnTo>
                      <a:pt x="28" y="71"/>
                    </a:lnTo>
                    <a:lnTo>
                      <a:pt x="47" y="47"/>
                    </a:lnTo>
                    <a:lnTo>
                      <a:pt x="71" y="27"/>
                    </a:lnTo>
                    <a:lnTo>
                      <a:pt x="98" y="12"/>
                    </a:lnTo>
                    <a:lnTo>
                      <a:pt x="128" y="3"/>
                    </a:lnTo>
                    <a:lnTo>
                      <a:pt x="16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93" name="Freeform 110">
                <a:extLst>
                  <a:ext uri="{FF2B5EF4-FFF2-40B4-BE49-F238E27FC236}">
                    <a16:creationId xmlns:a16="http://schemas.microsoft.com/office/drawing/2014/main" id="{AF84F19D-40B4-4D63-93D7-4C84716110B7}"/>
                  </a:ext>
                </a:extLst>
              </p:cNvPr>
              <p:cNvSpPr>
                <a:spLocks/>
              </p:cNvSpPr>
              <p:nvPr/>
            </p:nvSpPr>
            <p:spPr bwMode="auto">
              <a:xfrm>
                <a:off x="10139363" y="2690813"/>
                <a:ext cx="179388" cy="300038"/>
              </a:xfrm>
              <a:custGeom>
                <a:avLst/>
                <a:gdLst>
                  <a:gd name="T0" fmla="*/ 603 w 1137"/>
                  <a:gd name="T1" fmla="*/ 7 h 1894"/>
                  <a:gd name="T2" fmla="*/ 887 w 1137"/>
                  <a:gd name="T3" fmla="*/ 325 h 1894"/>
                  <a:gd name="T4" fmla="*/ 951 w 1137"/>
                  <a:gd name="T5" fmla="*/ 433 h 1894"/>
                  <a:gd name="T6" fmla="*/ 974 w 1137"/>
                  <a:gd name="T7" fmla="*/ 557 h 1894"/>
                  <a:gd name="T8" fmla="*/ 980 w 1137"/>
                  <a:gd name="T9" fmla="*/ 1155 h 1894"/>
                  <a:gd name="T10" fmla="*/ 1114 w 1137"/>
                  <a:gd name="T11" fmla="*/ 1375 h 1894"/>
                  <a:gd name="T12" fmla="*/ 1137 w 1137"/>
                  <a:gd name="T13" fmla="*/ 1477 h 1894"/>
                  <a:gd name="T14" fmla="*/ 1127 w 1137"/>
                  <a:gd name="T15" fmla="*/ 1653 h 1894"/>
                  <a:gd name="T16" fmla="*/ 1086 w 1137"/>
                  <a:gd name="T17" fmla="*/ 1685 h 1894"/>
                  <a:gd name="T18" fmla="*/ 912 w 1137"/>
                  <a:gd name="T19" fmla="*/ 1823 h 1894"/>
                  <a:gd name="T20" fmla="*/ 891 w 1137"/>
                  <a:gd name="T21" fmla="*/ 1873 h 1894"/>
                  <a:gd name="T22" fmla="*/ 841 w 1137"/>
                  <a:gd name="T23" fmla="*/ 1893 h 1894"/>
                  <a:gd name="T24" fmla="*/ 793 w 1137"/>
                  <a:gd name="T25" fmla="*/ 1873 h 1894"/>
                  <a:gd name="T26" fmla="*/ 771 w 1137"/>
                  <a:gd name="T27" fmla="*/ 1823 h 1894"/>
                  <a:gd name="T28" fmla="*/ 747 w 1137"/>
                  <a:gd name="T29" fmla="*/ 1652 h 1894"/>
                  <a:gd name="T30" fmla="*/ 740 w 1137"/>
                  <a:gd name="T31" fmla="*/ 1598 h 1894"/>
                  <a:gd name="T32" fmla="*/ 772 w 1137"/>
                  <a:gd name="T33" fmla="*/ 1556 h 1894"/>
                  <a:gd name="T34" fmla="*/ 996 w 1137"/>
                  <a:gd name="T35" fmla="*/ 1546 h 1894"/>
                  <a:gd name="T36" fmla="*/ 988 w 1137"/>
                  <a:gd name="T37" fmla="*/ 1436 h 1894"/>
                  <a:gd name="T38" fmla="*/ 854 w 1137"/>
                  <a:gd name="T39" fmla="*/ 1216 h 1894"/>
                  <a:gd name="T40" fmla="*/ 833 w 1137"/>
                  <a:gd name="T41" fmla="*/ 1116 h 1894"/>
                  <a:gd name="T42" fmla="*/ 824 w 1137"/>
                  <a:gd name="T43" fmla="*/ 497 h 1894"/>
                  <a:gd name="T44" fmla="*/ 781 w 1137"/>
                  <a:gd name="T45" fmla="*/ 416 h 1894"/>
                  <a:gd name="T46" fmla="*/ 352 w 1137"/>
                  <a:gd name="T47" fmla="*/ 442 h 1894"/>
                  <a:gd name="T48" fmla="*/ 321 w 1137"/>
                  <a:gd name="T49" fmla="*/ 526 h 1894"/>
                  <a:gd name="T50" fmla="*/ 316 w 1137"/>
                  <a:gd name="T51" fmla="*/ 1149 h 1894"/>
                  <a:gd name="T52" fmla="*/ 276 w 1137"/>
                  <a:gd name="T53" fmla="*/ 1252 h 1894"/>
                  <a:gd name="T54" fmla="*/ 143 w 1137"/>
                  <a:gd name="T55" fmla="*/ 1459 h 1894"/>
                  <a:gd name="T56" fmla="*/ 338 w 1137"/>
                  <a:gd name="T57" fmla="*/ 1547 h 1894"/>
                  <a:gd name="T58" fmla="*/ 388 w 1137"/>
                  <a:gd name="T59" fmla="*/ 1567 h 1894"/>
                  <a:gd name="T60" fmla="*/ 409 w 1137"/>
                  <a:gd name="T61" fmla="*/ 1617 h 1894"/>
                  <a:gd name="T62" fmla="*/ 388 w 1137"/>
                  <a:gd name="T63" fmla="*/ 1667 h 1894"/>
                  <a:gd name="T64" fmla="*/ 338 w 1137"/>
                  <a:gd name="T65" fmla="*/ 1688 h 1894"/>
                  <a:gd name="T66" fmla="*/ 335 w 1137"/>
                  <a:gd name="T67" fmla="*/ 1842 h 1894"/>
                  <a:gd name="T68" fmla="*/ 303 w 1137"/>
                  <a:gd name="T69" fmla="*/ 1885 h 1894"/>
                  <a:gd name="T70" fmla="*/ 250 w 1137"/>
                  <a:gd name="T71" fmla="*/ 1891 h 1894"/>
                  <a:gd name="T72" fmla="*/ 207 w 1137"/>
                  <a:gd name="T73" fmla="*/ 1859 h 1894"/>
                  <a:gd name="T74" fmla="*/ 198 w 1137"/>
                  <a:gd name="T75" fmla="*/ 1688 h 1894"/>
                  <a:gd name="T76" fmla="*/ 35 w 1137"/>
                  <a:gd name="T77" fmla="*/ 1678 h 1894"/>
                  <a:gd name="T78" fmla="*/ 2 w 1137"/>
                  <a:gd name="T79" fmla="*/ 1636 h 1894"/>
                  <a:gd name="T80" fmla="*/ 3 w 1137"/>
                  <a:gd name="T81" fmla="*/ 1443 h 1894"/>
                  <a:gd name="T82" fmla="*/ 45 w 1137"/>
                  <a:gd name="T83" fmla="*/ 1338 h 1894"/>
                  <a:gd name="T84" fmla="*/ 178 w 1137"/>
                  <a:gd name="T85" fmla="*/ 1134 h 1894"/>
                  <a:gd name="T86" fmla="*/ 182 w 1137"/>
                  <a:gd name="T87" fmla="*/ 515 h 1894"/>
                  <a:gd name="T88" fmla="*/ 218 w 1137"/>
                  <a:gd name="T89" fmla="*/ 395 h 1894"/>
                  <a:gd name="T90" fmla="*/ 522 w 1137"/>
                  <a:gd name="T91" fmla="*/ 25 h 1894"/>
                  <a:gd name="T92" fmla="*/ 574 w 1137"/>
                  <a:gd name="T93" fmla="*/ 0 h 18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137" h="1894">
                    <a:moveTo>
                      <a:pt x="574" y="0"/>
                    </a:moveTo>
                    <a:lnTo>
                      <a:pt x="589" y="3"/>
                    </a:lnTo>
                    <a:lnTo>
                      <a:pt x="603" y="7"/>
                    </a:lnTo>
                    <a:lnTo>
                      <a:pt x="617" y="14"/>
                    </a:lnTo>
                    <a:lnTo>
                      <a:pt x="627" y="25"/>
                    </a:lnTo>
                    <a:lnTo>
                      <a:pt x="887" y="325"/>
                    </a:lnTo>
                    <a:lnTo>
                      <a:pt x="913" y="359"/>
                    </a:lnTo>
                    <a:lnTo>
                      <a:pt x="934" y="395"/>
                    </a:lnTo>
                    <a:lnTo>
                      <a:pt x="951" y="433"/>
                    </a:lnTo>
                    <a:lnTo>
                      <a:pt x="964" y="473"/>
                    </a:lnTo>
                    <a:lnTo>
                      <a:pt x="971" y="515"/>
                    </a:lnTo>
                    <a:lnTo>
                      <a:pt x="974" y="557"/>
                    </a:lnTo>
                    <a:lnTo>
                      <a:pt x="974" y="1118"/>
                    </a:lnTo>
                    <a:lnTo>
                      <a:pt x="976" y="1137"/>
                    </a:lnTo>
                    <a:lnTo>
                      <a:pt x="980" y="1155"/>
                    </a:lnTo>
                    <a:lnTo>
                      <a:pt x="989" y="1173"/>
                    </a:lnTo>
                    <a:lnTo>
                      <a:pt x="1097" y="1343"/>
                    </a:lnTo>
                    <a:lnTo>
                      <a:pt x="1114" y="1375"/>
                    </a:lnTo>
                    <a:lnTo>
                      <a:pt x="1127" y="1407"/>
                    </a:lnTo>
                    <a:lnTo>
                      <a:pt x="1134" y="1442"/>
                    </a:lnTo>
                    <a:lnTo>
                      <a:pt x="1137" y="1477"/>
                    </a:lnTo>
                    <a:lnTo>
                      <a:pt x="1137" y="1617"/>
                    </a:lnTo>
                    <a:lnTo>
                      <a:pt x="1134" y="1636"/>
                    </a:lnTo>
                    <a:lnTo>
                      <a:pt x="1127" y="1653"/>
                    </a:lnTo>
                    <a:lnTo>
                      <a:pt x="1116" y="1667"/>
                    </a:lnTo>
                    <a:lnTo>
                      <a:pt x="1102" y="1678"/>
                    </a:lnTo>
                    <a:lnTo>
                      <a:pt x="1086" y="1685"/>
                    </a:lnTo>
                    <a:lnTo>
                      <a:pt x="1067" y="1688"/>
                    </a:lnTo>
                    <a:lnTo>
                      <a:pt x="912" y="1688"/>
                    </a:lnTo>
                    <a:lnTo>
                      <a:pt x="912" y="1823"/>
                    </a:lnTo>
                    <a:lnTo>
                      <a:pt x="909" y="1841"/>
                    </a:lnTo>
                    <a:lnTo>
                      <a:pt x="903" y="1858"/>
                    </a:lnTo>
                    <a:lnTo>
                      <a:pt x="891" y="1873"/>
                    </a:lnTo>
                    <a:lnTo>
                      <a:pt x="877" y="1883"/>
                    </a:lnTo>
                    <a:lnTo>
                      <a:pt x="860" y="1891"/>
                    </a:lnTo>
                    <a:lnTo>
                      <a:pt x="841" y="1893"/>
                    </a:lnTo>
                    <a:lnTo>
                      <a:pt x="823" y="1891"/>
                    </a:lnTo>
                    <a:lnTo>
                      <a:pt x="806" y="1883"/>
                    </a:lnTo>
                    <a:lnTo>
                      <a:pt x="793" y="1873"/>
                    </a:lnTo>
                    <a:lnTo>
                      <a:pt x="781" y="1858"/>
                    </a:lnTo>
                    <a:lnTo>
                      <a:pt x="773" y="1841"/>
                    </a:lnTo>
                    <a:lnTo>
                      <a:pt x="771" y="1823"/>
                    </a:lnTo>
                    <a:lnTo>
                      <a:pt x="771" y="1676"/>
                    </a:lnTo>
                    <a:lnTo>
                      <a:pt x="758" y="1666"/>
                    </a:lnTo>
                    <a:lnTo>
                      <a:pt x="747" y="1652"/>
                    </a:lnTo>
                    <a:lnTo>
                      <a:pt x="740" y="1635"/>
                    </a:lnTo>
                    <a:lnTo>
                      <a:pt x="737" y="1617"/>
                    </a:lnTo>
                    <a:lnTo>
                      <a:pt x="740" y="1598"/>
                    </a:lnTo>
                    <a:lnTo>
                      <a:pt x="747" y="1581"/>
                    </a:lnTo>
                    <a:lnTo>
                      <a:pt x="758" y="1567"/>
                    </a:lnTo>
                    <a:lnTo>
                      <a:pt x="772" y="1556"/>
                    </a:lnTo>
                    <a:lnTo>
                      <a:pt x="789" y="1549"/>
                    </a:lnTo>
                    <a:lnTo>
                      <a:pt x="807" y="1546"/>
                    </a:lnTo>
                    <a:lnTo>
                      <a:pt x="996" y="1546"/>
                    </a:lnTo>
                    <a:lnTo>
                      <a:pt x="996" y="1477"/>
                    </a:lnTo>
                    <a:lnTo>
                      <a:pt x="995" y="1456"/>
                    </a:lnTo>
                    <a:lnTo>
                      <a:pt x="988" y="1436"/>
                    </a:lnTo>
                    <a:lnTo>
                      <a:pt x="979" y="1417"/>
                    </a:lnTo>
                    <a:lnTo>
                      <a:pt x="871" y="1247"/>
                    </a:lnTo>
                    <a:lnTo>
                      <a:pt x="854" y="1216"/>
                    </a:lnTo>
                    <a:lnTo>
                      <a:pt x="842" y="1184"/>
                    </a:lnTo>
                    <a:lnTo>
                      <a:pt x="836" y="1151"/>
                    </a:lnTo>
                    <a:lnTo>
                      <a:pt x="833" y="1116"/>
                    </a:lnTo>
                    <a:lnTo>
                      <a:pt x="833" y="556"/>
                    </a:lnTo>
                    <a:lnTo>
                      <a:pt x="831" y="526"/>
                    </a:lnTo>
                    <a:lnTo>
                      <a:pt x="824" y="497"/>
                    </a:lnTo>
                    <a:lnTo>
                      <a:pt x="814" y="468"/>
                    </a:lnTo>
                    <a:lnTo>
                      <a:pt x="800" y="442"/>
                    </a:lnTo>
                    <a:lnTo>
                      <a:pt x="781" y="416"/>
                    </a:lnTo>
                    <a:lnTo>
                      <a:pt x="576" y="178"/>
                    </a:lnTo>
                    <a:lnTo>
                      <a:pt x="370" y="417"/>
                    </a:lnTo>
                    <a:lnTo>
                      <a:pt x="352" y="442"/>
                    </a:lnTo>
                    <a:lnTo>
                      <a:pt x="338" y="468"/>
                    </a:lnTo>
                    <a:lnTo>
                      <a:pt x="328" y="497"/>
                    </a:lnTo>
                    <a:lnTo>
                      <a:pt x="321" y="526"/>
                    </a:lnTo>
                    <a:lnTo>
                      <a:pt x="319" y="556"/>
                    </a:lnTo>
                    <a:lnTo>
                      <a:pt x="319" y="1112"/>
                    </a:lnTo>
                    <a:lnTo>
                      <a:pt x="316" y="1149"/>
                    </a:lnTo>
                    <a:lnTo>
                      <a:pt x="308" y="1185"/>
                    </a:lnTo>
                    <a:lnTo>
                      <a:pt x="294" y="1219"/>
                    </a:lnTo>
                    <a:lnTo>
                      <a:pt x="276" y="1252"/>
                    </a:lnTo>
                    <a:lnTo>
                      <a:pt x="160" y="1418"/>
                    </a:lnTo>
                    <a:lnTo>
                      <a:pt x="149" y="1438"/>
                    </a:lnTo>
                    <a:lnTo>
                      <a:pt x="143" y="1459"/>
                    </a:lnTo>
                    <a:lnTo>
                      <a:pt x="140" y="1481"/>
                    </a:lnTo>
                    <a:lnTo>
                      <a:pt x="140" y="1547"/>
                    </a:lnTo>
                    <a:lnTo>
                      <a:pt x="338" y="1547"/>
                    </a:lnTo>
                    <a:lnTo>
                      <a:pt x="357" y="1549"/>
                    </a:lnTo>
                    <a:lnTo>
                      <a:pt x="374" y="1557"/>
                    </a:lnTo>
                    <a:lnTo>
                      <a:pt x="388" y="1567"/>
                    </a:lnTo>
                    <a:lnTo>
                      <a:pt x="400" y="1582"/>
                    </a:lnTo>
                    <a:lnTo>
                      <a:pt x="406" y="1599"/>
                    </a:lnTo>
                    <a:lnTo>
                      <a:pt x="409" y="1617"/>
                    </a:lnTo>
                    <a:lnTo>
                      <a:pt x="406" y="1636"/>
                    </a:lnTo>
                    <a:lnTo>
                      <a:pt x="400" y="1653"/>
                    </a:lnTo>
                    <a:lnTo>
                      <a:pt x="388" y="1667"/>
                    </a:lnTo>
                    <a:lnTo>
                      <a:pt x="374" y="1678"/>
                    </a:lnTo>
                    <a:lnTo>
                      <a:pt x="357" y="1685"/>
                    </a:lnTo>
                    <a:lnTo>
                      <a:pt x="338" y="1688"/>
                    </a:lnTo>
                    <a:lnTo>
                      <a:pt x="338" y="1688"/>
                    </a:lnTo>
                    <a:lnTo>
                      <a:pt x="338" y="1823"/>
                    </a:lnTo>
                    <a:lnTo>
                      <a:pt x="335" y="1842"/>
                    </a:lnTo>
                    <a:lnTo>
                      <a:pt x="329" y="1859"/>
                    </a:lnTo>
                    <a:lnTo>
                      <a:pt x="317" y="1873"/>
                    </a:lnTo>
                    <a:lnTo>
                      <a:pt x="303" y="1885"/>
                    </a:lnTo>
                    <a:lnTo>
                      <a:pt x="287" y="1891"/>
                    </a:lnTo>
                    <a:lnTo>
                      <a:pt x="268" y="1894"/>
                    </a:lnTo>
                    <a:lnTo>
                      <a:pt x="250" y="1891"/>
                    </a:lnTo>
                    <a:lnTo>
                      <a:pt x="233" y="1885"/>
                    </a:lnTo>
                    <a:lnTo>
                      <a:pt x="218" y="1873"/>
                    </a:lnTo>
                    <a:lnTo>
                      <a:pt x="207" y="1859"/>
                    </a:lnTo>
                    <a:lnTo>
                      <a:pt x="200" y="1842"/>
                    </a:lnTo>
                    <a:lnTo>
                      <a:pt x="198" y="1823"/>
                    </a:lnTo>
                    <a:lnTo>
                      <a:pt x="198" y="1688"/>
                    </a:lnTo>
                    <a:lnTo>
                      <a:pt x="70" y="1688"/>
                    </a:lnTo>
                    <a:lnTo>
                      <a:pt x="52" y="1685"/>
                    </a:lnTo>
                    <a:lnTo>
                      <a:pt x="35" y="1678"/>
                    </a:lnTo>
                    <a:lnTo>
                      <a:pt x="20" y="1667"/>
                    </a:lnTo>
                    <a:lnTo>
                      <a:pt x="9" y="1653"/>
                    </a:lnTo>
                    <a:lnTo>
                      <a:pt x="2" y="1636"/>
                    </a:lnTo>
                    <a:lnTo>
                      <a:pt x="0" y="1617"/>
                    </a:lnTo>
                    <a:lnTo>
                      <a:pt x="0" y="1481"/>
                    </a:lnTo>
                    <a:lnTo>
                      <a:pt x="3" y="1443"/>
                    </a:lnTo>
                    <a:lnTo>
                      <a:pt x="11" y="1406"/>
                    </a:lnTo>
                    <a:lnTo>
                      <a:pt x="25" y="1371"/>
                    </a:lnTo>
                    <a:lnTo>
                      <a:pt x="45" y="1338"/>
                    </a:lnTo>
                    <a:lnTo>
                      <a:pt x="161" y="1171"/>
                    </a:lnTo>
                    <a:lnTo>
                      <a:pt x="171" y="1154"/>
                    </a:lnTo>
                    <a:lnTo>
                      <a:pt x="178" y="1134"/>
                    </a:lnTo>
                    <a:lnTo>
                      <a:pt x="180" y="1113"/>
                    </a:lnTo>
                    <a:lnTo>
                      <a:pt x="180" y="556"/>
                    </a:lnTo>
                    <a:lnTo>
                      <a:pt x="182" y="515"/>
                    </a:lnTo>
                    <a:lnTo>
                      <a:pt x="189" y="473"/>
                    </a:lnTo>
                    <a:lnTo>
                      <a:pt x="201" y="433"/>
                    </a:lnTo>
                    <a:lnTo>
                      <a:pt x="218" y="395"/>
                    </a:lnTo>
                    <a:lnTo>
                      <a:pt x="239" y="359"/>
                    </a:lnTo>
                    <a:lnTo>
                      <a:pt x="264" y="326"/>
                    </a:lnTo>
                    <a:lnTo>
                      <a:pt x="522" y="25"/>
                    </a:lnTo>
                    <a:lnTo>
                      <a:pt x="536" y="12"/>
                    </a:lnTo>
                    <a:lnTo>
                      <a:pt x="554" y="4"/>
                    </a:lnTo>
                    <a:lnTo>
                      <a:pt x="57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94" name="Freeform 111">
                <a:extLst>
                  <a:ext uri="{FF2B5EF4-FFF2-40B4-BE49-F238E27FC236}">
                    <a16:creationId xmlns:a16="http://schemas.microsoft.com/office/drawing/2014/main" id="{38F41F55-E06B-498D-8317-E7C49654813D}"/>
                  </a:ext>
                </a:extLst>
              </p:cNvPr>
              <p:cNvSpPr>
                <a:spLocks/>
              </p:cNvSpPr>
              <p:nvPr/>
            </p:nvSpPr>
            <p:spPr bwMode="auto">
              <a:xfrm>
                <a:off x="10217151" y="2943225"/>
                <a:ext cx="22225" cy="71438"/>
              </a:xfrm>
              <a:custGeom>
                <a:avLst/>
                <a:gdLst>
                  <a:gd name="T0" fmla="*/ 70 w 140"/>
                  <a:gd name="T1" fmla="*/ 0 h 445"/>
                  <a:gd name="T2" fmla="*/ 89 w 140"/>
                  <a:gd name="T3" fmla="*/ 2 h 445"/>
                  <a:gd name="T4" fmla="*/ 106 w 140"/>
                  <a:gd name="T5" fmla="*/ 9 h 445"/>
                  <a:gd name="T6" fmla="*/ 120 w 140"/>
                  <a:gd name="T7" fmla="*/ 20 h 445"/>
                  <a:gd name="T8" fmla="*/ 130 w 140"/>
                  <a:gd name="T9" fmla="*/ 35 h 445"/>
                  <a:gd name="T10" fmla="*/ 138 w 140"/>
                  <a:gd name="T11" fmla="*/ 52 h 445"/>
                  <a:gd name="T12" fmla="*/ 140 w 140"/>
                  <a:gd name="T13" fmla="*/ 70 h 445"/>
                  <a:gd name="T14" fmla="*/ 140 w 140"/>
                  <a:gd name="T15" fmla="*/ 375 h 445"/>
                  <a:gd name="T16" fmla="*/ 138 w 140"/>
                  <a:gd name="T17" fmla="*/ 394 h 445"/>
                  <a:gd name="T18" fmla="*/ 130 w 140"/>
                  <a:gd name="T19" fmla="*/ 412 h 445"/>
                  <a:gd name="T20" fmla="*/ 119 w 140"/>
                  <a:gd name="T21" fmla="*/ 426 h 445"/>
                  <a:gd name="T22" fmla="*/ 103 w 140"/>
                  <a:gd name="T23" fmla="*/ 438 h 445"/>
                  <a:gd name="T24" fmla="*/ 86 w 140"/>
                  <a:gd name="T25" fmla="*/ 444 h 445"/>
                  <a:gd name="T26" fmla="*/ 66 w 140"/>
                  <a:gd name="T27" fmla="*/ 445 h 445"/>
                  <a:gd name="T28" fmla="*/ 48 w 140"/>
                  <a:gd name="T29" fmla="*/ 442 h 445"/>
                  <a:gd name="T30" fmla="*/ 32 w 140"/>
                  <a:gd name="T31" fmla="*/ 435 h 445"/>
                  <a:gd name="T32" fmla="*/ 19 w 140"/>
                  <a:gd name="T33" fmla="*/ 422 h 445"/>
                  <a:gd name="T34" fmla="*/ 9 w 140"/>
                  <a:gd name="T35" fmla="*/ 408 h 445"/>
                  <a:gd name="T36" fmla="*/ 2 w 140"/>
                  <a:gd name="T37" fmla="*/ 391 h 445"/>
                  <a:gd name="T38" fmla="*/ 0 w 140"/>
                  <a:gd name="T39" fmla="*/ 372 h 445"/>
                  <a:gd name="T40" fmla="*/ 0 w 140"/>
                  <a:gd name="T41" fmla="*/ 70 h 445"/>
                  <a:gd name="T42" fmla="*/ 2 w 140"/>
                  <a:gd name="T43" fmla="*/ 52 h 445"/>
                  <a:gd name="T44" fmla="*/ 10 w 140"/>
                  <a:gd name="T45" fmla="*/ 35 h 445"/>
                  <a:gd name="T46" fmla="*/ 20 w 140"/>
                  <a:gd name="T47" fmla="*/ 20 h 445"/>
                  <a:gd name="T48" fmla="*/ 35 w 140"/>
                  <a:gd name="T49" fmla="*/ 9 h 445"/>
                  <a:gd name="T50" fmla="*/ 51 w 140"/>
                  <a:gd name="T51" fmla="*/ 2 h 445"/>
                  <a:gd name="T52" fmla="*/ 70 w 140"/>
                  <a:gd name="T53" fmla="*/ 0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40" h="445">
                    <a:moveTo>
                      <a:pt x="70" y="0"/>
                    </a:moveTo>
                    <a:lnTo>
                      <a:pt x="89" y="2"/>
                    </a:lnTo>
                    <a:lnTo>
                      <a:pt x="106" y="9"/>
                    </a:lnTo>
                    <a:lnTo>
                      <a:pt x="120" y="20"/>
                    </a:lnTo>
                    <a:lnTo>
                      <a:pt x="130" y="35"/>
                    </a:lnTo>
                    <a:lnTo>
                      <a:pt x="138" y="52"/>
                    </a:lnTo>
                    <a:lnTo>
                      <a:pt x="140" y="70"/>
                    </a:lnTo>
                    <a:lnTo>
                      <a:pt x="140" y="375"/>
                    </a:lnTo>
                    <a:lnTo>
                      <a:pt x="138" y="394"/>
                    </a:lnTo>
                    <a:lnTo>
                      <a:pt x="130" y="412"/>
                    </a:lnTo>
                    <a:lnTo>
                      <a:pt x="119" y="426"/>
                    </a:lnTo>
                    <a:lnTo>
                      <a:pt x="103" y="438"/>
                    </a:lnTo>
                    <a:lnTo>
                      <a:pt x="86" y="444"/>
                    </a:lnTo>
                    <a:lnTo>
                      <a:pt x="66" y="445"/>
                    </a:lnTo>
                    <a:lnTo>
                      <a:pt x="48" y="442"/>
                    </a:lnTo>
                    <a:lnTo>
                      <a:pt x="32" y="435"/>
                    </a:lnTo>
                    <a:lnTo>
                      <a:pt x="19" y="422"/>
                    </a:lnTo>
                    <a:lnTo>
                      <a:pt x="9" y="408"/>
                    </a:lnTo>
                    <a:lnTo>
                      <a:pt x="2" y="391"/>
                    </a:lnTo>
                    <a:lnTo>
                      <a:pt x="0" y="372"/>
                    </a:lnTo>
                    <a:lnTo>
                      <a:pt x="0" y="70"/>
                    </a:lnTo>
                    <a:lnTo>
                      <a:pt x="2" y="52"/>
                    </a:lnTo>
                    <a:lnTo>
                      <a:pt x="10" y="35"/>
                    </a:lnTo>
                    <a:lnTo>
                      <a:pt x="20" y="20"/>
                    </a:lnTo>
                    <a:lnTo>
                      <a:pt x="35" y="9"/>
                    </a:lnTo>
                    <a:lnTo>
                      <a:pt x="51" y="2"/>
                    </a:lnTo>
                    <a:lnTo>
                      <a:pt x="7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grpSp>
      <p:grpSp>
        <p:nvGrpSpPr>
          <p:cNvPr id="209" name="Group 208">
            <a:extLst>
              <a:ext uri="{FF2B5EF4-FFF2-40B4-BE49-F238E27FC236}">
                <a16:creationId xmlns:a16="http://schemas.microsoft.com/office/drawing/2014/main" id="{F573A145-DB20-408A-B162-3AB2F73B1F3B}"/>
              </a:ext>
            </a:extLst>
          </p:cNvPr>
          <p:cNvGrpSpPr/>
          <p:nvPr/>
        </p:nvGrpSpPr>
        <p:grpSpPr>
          <a:xfrm>
            <a:off x="2670619" y="895350"/>
            <a:ext cx="1556082" cy="3596365"/>
            <a:chOff x="4954131" y="590550"/>
            <a:chExt cx="1556082" cy="3596365"/>
          </a:xfrm>
        </p:grpSpPr>
        <p:sp>
          <p:nvSpPr>
            <p:cNvPr id="156" name="Freeform 19">
              <a:extLst>
                <a:ext uri="{FF2B5EF4-FFF2-40B4-BE49-F238E27FC236}">
                  <a16:creationId xmlns:a16="http://schemas.microsoft.com/office/drawing/2014/main" id="{08613E66-0C80-4AF2-92E4-B73EC447B2BA}"/>
                </a:ext>
              </a:extLst>
            </p:cNvPr>
            <p:cNvSpPr>
              <a:spLocks/>
            </p:cNvSpPr>
            <p:nvPr/>
          </p:nvSpPr>
          <p:spPr bwMode="auto">
            <a:xfrm>
              <a:off x="4954131" y="1187992"/>
              <a:ext cx="1556082" cy="774308"/>
            </a:xfrm>
            <a:custGeom>
              <a:avLst/>
              <a:gdLst>
                <a:gd name="T0" fmla="*/ 864 w 970"/>
                <a:gd name="T1" fmla="*/ 0 h 482"/>
                <a:gd name="T2" fmla="*/ 485 w 970"/>
                <a:gd name="T3" fmla="*/ 376 h 482"/>
                <a:gd name="T4" fmla="*/ 106 w 970"/>
                <a:gd name="T5" fmla="*/ 0 h 482"/>
                <a:gd name="T6" fmla="*/ 0 w 970"/>
                <a:gd name="T7" fmla="*/ 0 h 482"/>
                <a:gd name="T8" fmla="*/ 485 w 970"/>
                <a:gd name="T9" fmla="*/ 482 h 482"/>
                <a:gd name="T10" fmla="*/ 970 w 970"/>
                <a:gd name="T11" fmla="*/ 0 h 482"/>
                <a:gd name="T12" fmla="*/ 864 w 970"/>
                <a:gd name="T13" fmla="*/ 0 h 482"/>
              </a:gdLst>
              <a:ahLst/>
              <a:cxnLst>
                <a:cxn ang="0">
                  <a:pos x="T0" y="T1"/>
                </a:cxn>
                <a:cxn ang="0">
                  <a:pos x="T2" y="T3"/>
                </a:cxn>
                <a:cxn ang="0">
                  <a:pos x="T4" y="T5"/>
                </a:cxn>
                <a:cxn ang="0">
                  <a:pos x="T6" y="T7"/>
                </a:cxn>
                <a:cxn ang="0">
                  <a:pos x="T8" y="T9"/>
                </a:cxn>
                <a:cxn ang="0">
                  <a:pos x="T10" y="T11"/>
                </a:cxn>
                <a:cxn ang="0">
                  <a:pos x="T12" y="T13"/>
                </a:cxn>
              </a:cxnLst>
              <a:rect l="0" t="0" r="r" b="b"/>
              <a:pathLst>
                <a:path w="970" h="482">
                  <a:moveTo>
                    <a:pt x="864" y="0"/>
                  </a:moveTo>
                  <a:cubicBezTo>
                    <a:pt x="862" y="208"/>
                    <a:pt x="693" y="376"/>
                    <a:pt x="485" y="376"/>
                  </a:cubicBezTo>
                  <a:cubicBezTo>
                    <a:pt x="277" y="376"/>
                    <a:pt x="108" y="208"/>
                    <a:pt x="106" y="0"/>
                  </a:cubicBezTo>
                  <a:cubicBezTo>
                    <a:pt x="0" y="0"/>
                    <a:pt x="0" y="0"/>
                    <a:pt x="0" y="0"/>
                  </a:cubicBezTo>
                  <a:cubicBezTo>
                    <a:pt x="2" y="266"/>
                    <a:pt x="218" y="482"/>
                    <a:pt x="485" y="482"/>
                  </a:cubicBezTo>
                  <a:cubicBezTo>
                    <a:pt x="752" y="482"/>
                    <a:pt x="968" y="266"/>
                    <a:pt x="970" y="0"/>
                  </a:cubicBezTo>
                  <a:lnTo>
                    <a:pt x="864" y="0"/>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grpSp>
          <p:nvGrpSpPr>
            <p:cNvPr id="157" name="Group 156">
              <a:extLst>
                <a:ext uri="{FF2B5EF4-FFF2-40B4-BE49-F238E27FC236}">
                  <a16:creationId xmlns:a16="http://schemas.microsoft.com/office/drawing/2014/main" id="{0ECDF012-2292-4AD5-A797-7380712A3627}"/>
                </a:ext>
              </a:extLst>
            </p:cNvPr>
            <p:cNvGrpSpPr/>
            <p:nvPr/>
          </p:nvGrpSpPr>
          <p:grpSpPr>
            <a:xfrm>
              <a:off x="5576427" y="1813182"/>
              <a:ext cx="311488" cy="787204"/>
              <a:chOff x="4617502" y="4243568"/>
              <a:chExt cx="491776" cy="1242832"/>
            </a:xfrm>
          </p:grpSpPr>
          <p:grpSp>
            <p:nvGrpSpPr>
              <p:cNvPr id="158" name="Group 157">
                <a:extLst>
                  <a:ext uri="{FF2B5EF4-FFF2-40B4-BE49-F238E27FC236}">
                    <a16:creationId xmlns:a16="http://schemas.microsoft.com/office/drawing/2014/main" id="{9B357F86-3533-42CE-AFC1-243B2AC49A4A}"/>
                  </a:ext>
                </a:extLst>
              </p:cNvPr>
              <p:cNvGrpSpPr/>
              <p:nvPr/>
            </p:nvGrpSpPr>
            <p:grpSpPr>
              <a:xfrm>
                <a:off x="4617502" y="4996767"/>
                <a:ext cx="491776" cy="489633"/>
                <a:chOff x="3937572" y="4971009"/>
                <a:chExt cx="491776" cy="489633"/>
              </a:xfrm>
            </p:grpSpPr>
            <p:sp>
              <p:nvSpPr>
                <p:cNvPr id="160" name="Freeform 20">
                  <a:extLst>
                    <a:ext uri="{FF2B5EF4-FFF2-40B4-BE49-F238E27FC236}">
                      <a16:creationId xmlns:a16="http://schemas.microsoft.com/office/drawing/2014/main" id="{6E5A1BEC-69F8-43C3-85F5-B6E7B4D1E11A}"/>
                    </a:ext>
                  </a:extLst>
                </p:cNvPr>
                <p:cNvSpPr>
                  <a:spLocks noEditPoints="1"/>
                </p:cNvSpPr>
                <p:nvPr/>
              </p:nvSpPr>
              <p:spPr bwMode="auto">
                <a:xfrm>
                  <a:off x="3937572" y="4971009"/>
                  <a:ext cx="491776" cy="489633"/>
                </a:xfrm>
                <a:custGeom>
                  <a:avLst/>
                  <a:gdLst>
                    <a:gd name="T0" fmla="*/ 97 w 194"/>
                    <a:gd name="T1" fmla="*/ 161 h 193"/>
                    <a:gd name="T2" fmla="*/ 32 w 194"/>
                    <a:gd name="T3" fmla="*/ 97 h 193"/>
                    <a:gd name="T4" fmla="*/ 97 w 194"/>
                    <a:gd name="T5" fmla="*/ 32 h 193"/>
                    <a:gd name="T6" fmla="*/ 162 w 194"/>
                    <a:gd name="T7" fmla="*/ 97 h 193"/>
                    <a:gd name="T8" fmla="*/ 97 w 194"/>
                    <a:gd name="T9" fmla="*/ 161 h 193"/>
                    <a:gd name="T10" fmla="*/ 97 w 194"/>
                    <a:gd name="T11" fmla="*/ 0 h 193"/>
                    <a:gd name="T12" fmla="*/ 0 w 194"/>
                    <a:gd name="T13" fmla="*/ 97 h 193"/>
                    <a:gd name="T14" fmla="*/ 97 w 194"/>
                    <a:gd name="T15" fmla="*/ 193 h 193"/>
                    <a:gd name="T16" fmla="*/ 194 w 194"/>
                    <a:gd name="T17" fmla="*/ 97 h 193"/>
                    <a:gd name="T18" fmla="*/ 97 w 194"/>
                    <a:gd name="T19" fmla="*/ 0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4" h="193">
                      <a:moveTo>
                        <a:pt x="97" y="161"/>
                      </a:moveTo>
                      <a:cubicBezTo>
                        <a:pt x="61" y="161"/>
                        <a:pt x="32" y="132"/>
                        <a:pt x="32" y="97"/>
                      </a:cubicBezTo>
                      <a:cubicBezTo>
                        <a:pt x="32" y="61"/>
                        <a:pt x="61" y="32"/>
                        <a:pt x="97" y="32"/>
                      </a:cubicBezTo>
                      <a:cubicBezTo>
                        <a:pt x="133" y="32"/>
                        <a:pt x="162" y="61"/>
                        <a:pt x="162" y="97"/>
                      </a:cubicBezTo>
                      <a:cubicBezTo>
                        <a:pt x="162" y="132"/>
                        <a:pt x="133" y="161"/>
                        <a:pt x="97" y="161"/>
                      </a:cubicBezTo>
                      <a:moveTo>
                        <a:pt x="97" y="0"/>
                      </a:moveTo>
                      <a:cubicBezTo>
                        <a:pt x="43" y="0"/>
                        <a:pt x="0" y="43"/>
                        <a:pt x="0" y="97"/>
                      </a:cubicBezTo>
                      <a:cubicBezTo>
                        <a:pt x="0" y="150"/>
                        <a:pt x="43" y="193"/>
                        <a:pt x="97" y="193"/>
                      </a:cubicBezTo>
                      <a:cubicBezTo>
                        <a:pt x="151" y="193"/>
                        <a:pt x="194" y="150"/>
                        <a:pt x="194" y="97"/>
                      </a:cubicBezTo>
                      <a:cubicBezTo>
                        <a:pt x="194" y="43"/>
                        <a:pt x="151" y="0"/>
                        <a:pt x="97" y="0"/>
                      </a:cubicBezTo>
                    </a:path>
                  </a:pathLst>
                </a:custGeom>
                <a:solidFill>
                  <a:srgbClr val="F1F1F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1" name="Oval 21">
                  <a:extLst>
                    <a:ext uri="{FF2B5EF4-FFF2-40B4-BE49-F238E27FC236}">
                      <a16:creationId xmlns:a16="http://schemas.microsoft.com/office/drawing/2014/main" id="{9C11EE1D-5C84-49D4-A6C9-583DA70F4FAE}"/>
                    </a:ext>
                  </a:extLst>
                </p:cNvPr>
                <p:cNvSpPr>
                  <a:spLocks noChangeArrowheads="1"/>
                </p:cNvSpPr>
                <p:nvPr/>
              </p:nvSpPr>
              <p:spPr bwMode="auto">
                <a:xfrm>
                  <a:off x="4018999" y="5052436"/>
                  <a:ext cx="328922" cy="327850"/>
                </a:xfrm>
                <a:prstGeom prst="ellipse">
                  <a:avLst/>
                </a:pr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62" name="Oval 25">
                  <a:extLst>
                    <a:ext uri="{FF2B5EF4-FFF2-40B4-BE49-F238E27FC236}">
                      <a16:creationId xmlns:a16="http://schemas.microsoft.com/office/drawing/2014/main" id="{857D0855-E5F5-439A-BD96-DEF31ADFA534}"/>
                    </a:ext>
                  </a:extLst>
                </p:cNvPr>
                <p:cNvSpPr>
                  <a:spLocks noChangeArrowheads="1"/>
                </p:cNvSpPr>
                <p:nvPr/>
              </p:nvSpPr>
              <p:spPr bwMode="auto">
                <a:xfrm>
                  <a:off x="4089712" y="5123149"/>
                  <a:ext cx="187496" cy="185354"/>
                </a:xfrm>
                <a:prstGeom prst="ellipse">
                  <a:avLst/>
                </a:prstGeom>
                <a:solidFill>
                  <a:schemeClr val="accent2">
                    <a:lumMod val="20000"/>
                    <a:lumOff val="80000"/>
                  </a:schemeClr>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159" name="Rectangle 22">
                <a:extLst>
                  <a:ext uri="{FF2B5EF4-FFF2-40B4-BE49-F238E27FC236}">
                    <a16:creationId xmlns:a16="http://schemas.microsoft.com/office/drawing/2014/main" id="{EE657E55-1F8F-4480-BD4C-86F536359C2B}"/>
                  </a:ext>
                </a:extLst>
              </p:cNvPr>
              <p:cNvSpPr>
                <a:spLocks noChangeArrowheads="1"/>
              </p:cNvSpPr>
              <p:nvPr/>
            </p:nvSpPr>
            <p:spPr bwMode="auto">
              <a:xfrm>
                <a:off x="4815712" y="4243568"/>
                <a:ext cx="96427" cy="845340"/>
              </a:xfrm>
              <a:prstGeom prst="rect">
                <a:avLst/>
              </a:pr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grpSp>
        <p:grpSp>
          <p:nvGrpSpPr>
            <p:cNvPr id="163" name="Group 162">
              <a:extLst>
                <a:ext uri="{FF2B5EF4-FFF2-40B4-BE49-F238E27FC236}">
                  <a16:creationId xmlns:a16="http://schemas.microsoft.com/office/drawing/2014/main" id="{F783434A-B92B-4E4D-929A-5D952E389F12}"/>
                </a:ext>
              </a:extLst>
            </p:cNvPr>
            <p:cNvGrpSpPr/>
            <p:nvPr/>
          </p:nvGrpSpPr>
          <p:grpSpPr>
            <a:xfrm>
              <a:off x="5121446" y="590550"/>
              <a:ext cx="1216092" cy="1218128"/>
              <a:chOff x="3900731" y="2685743"/>
              <a:chExt cx="1919960" cy="1923175"/>
            </a:xfrm>
          </p:grpSpPr>
          <p:sp>
            <p:nvSpPr>
              <p:cNvPr id="164" name="Oval 23">
                <a:extLst>
                  <a:ext uri="{FF2B5EF4-FFF2-40B4-BE49-F238E27FC236}">
                    <a16:creationId xmlns:a16="http://schemas.microsoft.com/office/drawing/2014/main" id="{FF544DBA-D2F5-4CE1-BB73-A16348358F11}"/>
                  </a:ext>
                </a:extLst>
              </p:cNvPr>
              <p:cNvSpPr>
                <a:spLocks noChangeArrowheads="1"/>
              </p:cNvSpPr>
              <p:nvPr/>
            </p:nvSpPr>
            <p:spPr bwMode="auto">
              <a:xfrm>
                <a:off x="3900731" y="2685743"/>
                <a:ext cx="1919960" cy="1923175"/>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5" name="Oval 24">
                <a:extLst>
                  <a:ext uri="{FF2B5EF4-FFF2-40B4-BE49-F238E27FC236}">
                    <a16:creationId xmlns:a16="http://schemas.microsoft.com/office/drawing/2014/main" id="{B03EC273-7E02-4C14-AB2D-6F4D416FA008}"/>
                  </a:ext>
                </a:extLst>
              </p:cNvPr>
              <p:cNvSpPr>
                <a:spLocks noChangeArrowheads="1"/>
              </p:cNvSpPr>
              <p:nvPr/>
            </p:nvSpPr>
            <p:spPr bwMode="auto">
              <a:xfrm>
                <a:off x="3954302" y="2739313"/>
                <a:ext cx="1813891" cy="1816034"/>
              </a:xfrm>
              <a:prstGeom prst="ellipse">
                <a:avLst/>
              </a:prstGeom>
              <a:solidFill>
                <a:schemeClr val="bg1">
                  <a:lumMod val="95000"/>
                </a:schemeClr>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177" name="Inhaltsplatzhalter 4">
              <a:extLst>
                <a:ext uri="{FF2B5EF4-FFF2-40B4-BE49-F238E27FC236}">
                  <a16:creationId xmlns:a16="http://schemas.microsoft.com/office/drawing/2014/main" id="{53BF38CF-4796-41FC-ACA1-6F24ACEBAC51}"/>
                </a:ext>
              </a:extLst>
            </p:cNvPr>
            <p:cNvSpPr txBox="1">
              <a:spLocks/>
            </p:cNvSpPr>
            <p:nvPr/>
          </p:nvSpPr>
          <p:spPr>
            <a:xfrm>
              <a:off x="4969082" y="2709587"/>
              <a:ext cx="1471272" cy="1477328"/>
            </a:xfrm>
            <a:prstGeom prst="rect">
              <a:avLst/>
            </a:prstGeom>
          </p:spPr>
          <p:txBody>
            <a:bodyPr wrap="square" lIns="0" tIns="0" rIns="0" bIns="0" anchor="t">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00000"/>
                </a:lnSpc>
                <a:spcAft>
                  <a:spcPts val="1200"/>
                </a:spcAft>
                <a:buNone/>
              </a:pPr>
              <a:r>
                <a:rPr lang="en-US" sz="1600" b="1" dirty="0">
                  <a:solidFill>
                    <a:schemeClr val="accent2"/>
                  </a:solidFill>
                  <a:latin typeface="+mj-lt"/>
                </a:rPr>
                <a:t>OPERATIONS</a:t>
              </a:r>
              <a:br>
                <a:rPr lang="en-US" sz="1600" b="1" dirty="0">
                  <a:solidFill>
                    <a:schemeClr val="accent1"/>
                  </a:solidFill>
                  <a:latin typeface="+mj-lt"/>
                </a:rPr>
              </a:br>
              <a:br>
                <a:rPr lang="en-US" sz="1400" b="1" dirty="0">
                  <a:solidFill>
                    <a:schemeClr val="bg1">
                      <a:lumMod val="50000"/>
                    </a:schemeClr>
                  </a:solidFill>
                  <a:latin typeface="+mj-lt"/>
                </a:rPr>
              </a:br>
              <a:r>
                <a:rPr lang="en-US" sz="1100" dirty="0">
                  <a:solidFill>
                    <a:schemeClr val="accent2"/>
                  </a:solidFill>
                  <a:latin typeface="+mn-lt"/>
                </a:rPr>
                <a:t>Operational excellence </a:t>
              </a:r>
              <a:r>
                <a:rPr lang="en-US" sz="1100" dirty="0">
                  <a:solidFill>
                    <a:schemeClr val="bg1">
                      <a:lumMod val="50000"/>
                    </a:schemeClr>
                  </a:solidFill>
                  <a:latin typeface="+mn-lt"/>
                </a:rPr>
                <a:t>and </a:t>
              </a:r>
              <a:r>
                <a:rPr lang="en-US" sz="1100" dirty="0">
                  <a:solidFill>
                    <a:schemeClr val="accent2"/>
                  </a:solidFill>
                  <a:latin typeface="+mn-lt"/>
                </a:rPr>
                <a:t>perpetual process innovation </a:t>
              </a:r>
              <a:r>
                <a:rPr lang="en-US" sz="1100" dirty="0">
                  <a:solidFill>
                    <a:schemeClr val="bg1">
                      <a:lumMod val="50000"/>
                    </a:schemeClr>
                  </a:solidFill>
                  <a:latin typeface="+mn-lt"/>
                </a:rPr>
                <a:t>are cornerstones for delivering value to our stakeholders</a:t>
              </a:r>
            </a:p>
          </p:txBody>
        </p:sp>
        <p:grpSp>
          <p:nvGrpSpPr>
            <p:cNvPr id="195" name="Group 194">
              <a:extLst>
                <a:ext uri="{FF2B5EF4-FFF2-40B4-BE49-F238E27FC236}">
                  <a16:creationId xmlns:a16="http://schemas.microsoft.com/office/drawing/2014/main" id="{C8951682-4426-4FE1-BE17-8E088B73A2C2}"/>
                </a:ext>
              </a:extLst>
            </p:cNvPr>
            <p:cNvGrpSpPr/>
            <p:nvPr/>
          </p:nvGrpSpPr>
          <p:grpSpPr>
            <a:xfrm>
              <a:off x="5424493" y="898121"/>
              <a:ext cx="609998" cy="602986"/>
              <a:chOff x="4356100" y="3465513"/>
              <a:chExt cx="552450" cy="546100"/>
            </a:xfrm>
            <a:solidFill>
              <a:schemeClr val="tx1">
                <a:lumMod val="75000"/>
                <a:lumOff val="25000"/>
              </a:schemeClr>
            </a:solidFill>
          </p:grpSpPr>
          <p:sp>
            <p:nvSpPr>
              <p:cNvPr id="196" name="Freeform 242">
                <a:extLst>
                  <a:ext uri="{FF2B5EF4-FFF2-40B4-BE49-F238E27FC236}">
                    <a16:creationId xmlns:a16="http://schemas.microsoft.com/office/drawing/2014/main" id="{0AACB388-F55A-4951-BCAB-D95498BBE1B8}"/>
                  </a:ext>
                </a:extLst>
              </p:cNvPr>
              <p:cNvSpPr>
                <a:spLocks/>
              </p:cNvSpPr>
              <p:nvPr/>
            </p:nvSpPr>
            <p:spPr bwMode="auto">
              <a:xfrm>
                <a:off x="4486275" y="3465513"/>
                <a:ext cx="422275" cy="422275"/>
              </a:xfrm>
              <a:custGeom>
                <a:avLst/>
                <a:gdLst>
                  <a:gd name="T0" fmla="*/ 2000 w 2664"/>
                  <a:gd name="T1" fmla="*/ 115 h 2664"/>
                  <a:gd name="T2" fmla="*/ 2063 w 2664"/>
                  <a:gd name="T3" fmla="*/ 268 h 2664"/>
                  <a:gd name="T4" fmla="*/ 2150 w 2664"/>
                  <a:gd name="T5" fmla="*/ 560 h 2664"/>
                  <a:gd name="T6" fmla="*/ 2425 w 2664"/>
                  <a:gd name="T7" fmla="*/ 602 h 2664"/>
                  <a:gd name="T8" fmla="*/ 2566 w 2664"/>
                  <a:gd name="T9" fmla="*/ 688 h 2664"/>
                  <a:gd name="T10" fmla="*/ 2660 w 2664"/>
                  <a:gd name="T11" fmla="*/ 999 h 2664"/>
                  <a:gd name="T12" fmla="*/ 2552 w 2664"/>
                  <a:gd name="T13" fmla="*/ 1126 h 2664"/>
                  <a:gd name="T14" fmla="*/ 2552 w 2664"/>
                  <a:gd name="T15" fmla="*/ 1538 h 2664"/>
                  <a:gd name="T16" fmla="*/ 2660 w 2664"/>
                  <a:gd name="T17" fmla="*/ 1662 h 2664"/>
                  <a:gd name="T18" fmla="*/ 2565 w 2664"/>
                  <a:gd name="T19" fmla="*/ 1976 h 2664"/>
                  <a:gd name="T20" fmla="*/ 2426 w 2664"/>
                  <a:gd name="T21" fmla="*/ 2062 h 2664"/>
                  <a:gd name="T22" fmla="*/ 2149 w 2664"/>
                  <a:gd name="T23" fmla="*/ 2103 h 2664"/>
                  <a:gd name="T24" fmla="*/ 2062 w 2664"/>
                  <a:gd name="T25" fmla="*/ 2395 h 2664"/>
                  <a:gd name="T26" fmla="*/ 1999 w 2664"/>
                  <a:gd name="T27" fmla="*/ 2548 h 2664"/>
                  <a:gd name="T28" fmla="*/ 1706 w 2664"/>
                  <a:gd name="T29" fmla="*/ 2664 h 2664"/>
                  <a:gd name="T30" fmla="*/ 1551 w 2664"/>
                  <a:gd name="T31" fmla="*/ 2576 h 2664"/>
                  <a:gd name="T32" fmla="*/ 1481 w 2664"/>
                  <a:gd name="T33" fmla="*/ 2322 h 2664"/>
                  <a:gd name="T34" fmla="*/ 1579 w 2664"/>
                  <a:gd name="T35" fmla="*/ 2308 h 2664"/>
                  <a:gd name="T36" fmla="*/ 1691 w 2664"/>
                  <a:gd name="T37" fmla="*/ 2520 h 2664"/>
                  <a:gd name="T38" fmla="*/ 1914 w 2664"/>
                  <a:gd name="T39" fmla="*/ 2435 h 2664"/>
                  <a:gd name="T40" fmla="*/ 1849 w 2664"/>
                  <a:gd name="T41" fmla="*/ 2216 h 2664"/>
                  <a:gd name="T42" fmla="*/ 1982 w 2664"/>
                  <a:gd name="T43" fmla="*/ 2071 h 2664"/>
                  <a:gd name="T44" fmla="*/ 2179 w 2664"/>
                  <a:gd name="T45" fmla="*/ 1854 h 2664"/>
                  <a:gd name="T46" fmla="*/ 2421 w 2664"/>
                  <a:gd name="T47" fmla="*/ 1921 h 2664"/>
                  <a:gd name="T48" fmla="*/ 2524 w 2664"/>
                  <a:gd name="T49" fmla="*/ 1696 h 2664"/>
                  <a:gd name="T50" fmla="*/ 2310 w 2664"/>
                  <a:gd name="T51" fmla="*/ 1578 h 2664"/>
                  <a:gd name="T52" fmla="*/ 2316 w 2664"/>
                  <a:gd name="T53" fmla="*/ 1293 h 2664"/>
                  <a:gd name="T54" fmla="*/ 2322 w 2664"/>
                  <a:gd name="T55" fmla="*/ 1072 h 2664"/>
                  <a:gd name="T56" fmla="*/ 2525 w 2664"/>
                  <a:gd name="T57" fmla="*/ 962 h 2664"/>
                  <a:gd name="T58" fmla="*/ 2428 w 2664"/>
                  <a:gd name="T59" fmla="*/ 745 h 2664"/>
                  <a:gd name="T60" fmla="*/ 2180 w 2664"/>
                  <a:gd name="T61" fmla="*/ 810 h 2664"/>
                  <a:gd name="T62" fmla="*/ 1983 w 2664"/>
                  <a:gd name="T63" fmla="*/ 593 h 2664"/>
                  <a:gd name="T64" fmla="*/ 1850 w 2664"/>
                  <a:gd name="T65" fmla="*/ 448 h 2664"/>
                  <a:gd name="T66" fmla="*/ 1915 w 2664"/>
                  <a:gd name="T67" fmla="*/ 228 h 2664"/>
                  <a:gd name="T68" fmla="*/ 1686 w 2664"/>
                  <a:gd name="T69" fmla="*/ 146 h 2664"/>
                  <a:gd name="T70" fmla="*/ 1563 w 2664"/>
                  <a:gd name="T71" fmla="*/ 364 h 2664"/>
                  <a:gd name="T72" fmla="*/ 1218 w 2664"/>
                  <a:gd name="T73" fmla="*/ 354 h 2664"/>
                  <a:gd name="T74" fmla="*/ 1063 w 2664"/>
                  <a:gd name="T75" fmla="*/ 325 h 2664"/>
                  <a:gd name="T76" fmla="*/ 953 w 2664"/>
                  <a:gd name="T77" fmla="*/ 139 h 2664"/>
                  <a:gd name="T78" fmla="*/ 743 w 2664"/>
                  <a:gd name="T79" fmla="*/ 255 h 2664"/>
                  <a:gd name="T80" fmla="*/ 801 w 2664"/>
                  <a:gd name="T81" fmla="*/ 501 h 2664"/>
                  <a:gd name="T82" fmla="*/ 553 w 2664"/>
                  <a:gd name="T83" fmla="*/ 732 h 2664"/>
                  <a:gd name="T84" fmla="*/ 430 w 2664"/>
                  <a:gd name="T85" fmla="*/ 810 h 2664"/>
                  <a:gd name="T86" fmla="*/ 221 w 2664"/>
                  <a:gd name="T87" fmla="*/ 757 h 2664"/>
                  <a:gd name="T88" fmla="*/ 154 w 2664"/>
                  <a:gd name="T89" fmla="*/ 988 h 2664"/>
                  <a:gd name="T90" fmla="*/ 368 w 2664"/>
                  <a:gd name="T91" fmla="*/ 1116 h 2664"/>
                  <a:gd name="T92" fmla="*/ 309 w 2664"/>
                  <a:gd name="T93" fmla="*/ 1195 h 2664"/>
                  <a:gd name="T94" fmla="*/ 43 w 2664"/>
                  <a:gd name="T95" fmla="*/ 1074 h 2664"/>
                  <a:gd name="T96" fmla="*/ 4 w 2664"/>
                  <a:gd name="T97" fmla="*/ 915 h 2664"/>
                  <a:gd name="T98" fmla="*/ 159 w 2664"/>
                  <a:gd name="T99" fmla="*/ 627 h 2664"/>
                  <a:gd name="T100" fmla="*/ 324 w 2664"/>
                  <a:gd name="T101" fmla="*/ 615 h 2664"/>
                  <a:gd name="T102" fmla="*/ 660 w 2664"/>
                  <a:gd name="T103" fmla="*/ 430 h 2664"/>
                  <a:gd name="T104" fmla="*/ 616 w 2664"/>
                  <a:gd name="T105" fmla="*/ 184 h 2664"/>
                  <a:gd name="T106" fmla="*/ 889 w 2664"/>
                  <a:gd name="T107" fmla="*/ 13 h 2664"/>
                  <a:gd name="T108" fmla="*/ 1054 w 2664"/>
                  <a:gd name="T109" fmla="*/ 27 h 2664"/>
                  <a:gd name="T110" fmla="*/ 1252 w 2664"/>
                  <a:gd name="T111" fmla="*/ 211 h 2664"/>
                  <a:gd name="T112" fmla="*/ 1570 w 2664"/>
                  <a:gd name="T113" fmla="*/ 62 h 2664"/>
                  <a:gd name="T114" fmla="*/ 1720 w 2664"/>
                  <a:gd name="T115" fmla="*/ 0 h 26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664" h="2664">
                    <a:moveTo>
                      <a:pt x="1720" y="0"/>
                    </a:moveTo>
                    <a:lnTo>
                      <a:pt x="1749" y="4"/>
                    </a:lnTo>
                    <a:lnTo>
                      <a:pt x="1777" y="13"/>
                    </a:lnTo>
                    <a:lnTo>
                      <a:pt x="1951" y="86"/>
                    </a:lnTo>
                    <a:lnTo>
                      <a:pt x="1977" y="98"/>
                    </a:lnTo>
                    <a:lnTo>
                      <a:pt x="2000" y="115"/>
                    </a:lnTo>
                    <a:lnTo>
                      <a:pt x="2020" y="135"/>
                    </a:lnTo>
                    <a:lnTo>
                      <a:pt x="2036" y="158"/>
                    </a:lnTo>
                    <a:lnTo>
                      <a:pt x="2050" y="185"/>
                    </a:lnTo>
                    <a:lnTo>
                      <a:pt x="2059" y="212"/>
                    </a:lnTo>
                    <a:lnTo>
                      <a:pt x="2063" y="240"/>
                    </a:lnTo>
                    <a:lnTo>
                      <a:pt x="2063" y="268"/>
                    </a:lnTo>
                    <a:lnTo>
                      <a:pt x="2059" y="296"/>
                    </a:lnTo>
                    <a:lnTo>
                      <a:pt x="2050" y="324"/>
                    </a:lnTo>
                    <a:lnTo>
                      <a:pt x="2005" y="431"/>
                    </a:lnTo>
                    <a:lnTo>
                      <a:pt x="2055" y="471"/>
                    </a:lnTo>
                    <a:lnTo>
                      <a:pt x="2104" y="515"/>
                    </a:lnTo>
                    <a:lnTo>
                      <a:pt x="2150" y="560"/>
                    </a:lnTo>
                    <a:lnTo>
                      <a:pt x="2193" y="608"/>
                    </a:lnTo>
                    <a:lnTo>
                      <a:pt x="2234" y="660"/>
                    </a:lnTo>
                    <a:lnTo>
                      <a:pt x="2341" y="615"/>
                    </a:lnTo>
                    <a:lnTo>
                      <a:pt x="2369" y="606"/>
                    </a:lnTo>
                    <a:lnTo>
                      <a:pt x="2396" y="602"/>
                    </a:lnTo>
                    <a:lnTo>
                      <a:pt x="2425" y="602"/>
                    </a:lnTo>
                    <a:lnTo>
                      <a:pt x="2453" y="606"/>
                    </a:lnTo>
                    <a:lnTo>
                      <a:pt x="2480" y="615"/>
                    </a:lnTo>
                    <a:lnTo>
                      <a:pt x="2506" y="628"/>
                    </a:lnTo>
                    <a:lnTo>
                      <a:pt x="2529" y="645"/>
                    </a:lnTo>
                    <a:lnTo>
                      <a:pt x="2549" y="665"/>
                    </a:lnTo>
                    <a:lnTo>
                      <a:pt x="2566" y="688"/>
                    </a:lnTo>
                    <a:lnTo>
                      <a:pt x="2580" y="714"/>
                    </a:lnTo>
                    <a:lnTo>
                      <a:pt x="2651" y="888"/>
                    </a:lnTo>
                    <a:lnTo>
                      <a:pt x="2660" y="915"/>
                    </a:lnTo>
                    <a:lnTo>
                      <a:pt x="2664" y="944"/>
                    </a:lnTo>
                    <a:lnTo>
                      <a:pt x="2664" y="971"/>
                    </a:lnTo>
                    <a:lnTo>
                      <a:pt x="2660" y="999"/>
                    </a:lnTo>
                    <a:lnTo>
                      <a:pt x="2651" y="1027"/>
                    </a:lnTo>
                    <a:lnTo>
                      <a:pt x="2638" y="1052"/>
                    </a:lnTo>
                    <a:lnTo>
                      <a:pt x="2621" y="1075"/>
                    </a:lnTo>
                    <a:lnTo>
                      <a:pt x="2601" y="1095"/>
                    </a:lnTo>
                    <a:lnTo>
                      <a:pt x="2577" y="1112"/>
                    </a:lnTo>
                    <a:lnTo>
                      <a:pt x="2552" y="1126"/>
                    </a:lnTo>
                    <a:lnTo>
                      <a:pt x="2445" y="1170"/>
                    </a:lnTo>
                    <a:lnTo>
                      <a:pt x="2453" y="1251"/>
                    </a:lnTo>
                    <a:lnTo>
                      <a:pt x="2456" y="1331"/>
                    </a:lnTo>
                    <a:lnTo>
                      <a:pt x="2453" y="1413"/>
                    </a:lnTo>
                    <a:lnTo>
                      <a:pt x="2445" y="1493"/>
                    </a:lnTo>
                    <a:lnTo>
                      <a:pt x="2552" y="1538"/>
                    </a:lnTo>
                    <a:lnTo>
                      <a:pt x="2579" y="1552"/>
                    </a:lnTo>
                    <a:lnTo>
                      <a:pt x="2602" y="1568"/>
                    </a:lnTo>
                    <a:lnTo>
                      <a:pt x="2622" y="1589"/>
                    </a:lnTo>
                    <a:lnTo>
                      <a:pt x="2638" y="1612"/>
                    </a:lnTo>
                    <a:lnTo>
                      <a:pt x="2650" y="1636"/>
                    </a:lnTo>
                    <a:lnTo>
                      <a:pt x="2660" y="1662"/>
                    </a:lnTo>
                    <a:lnTo>
                      <a:pt x="2664" y="1691"/>
                    </a:lnTo>
                    <a:lnTo>
                      <a:pt x="2664" y="1719"/>
                    </a:lnTo>
                    <a:lnTo>
                      <a:pt x="2660" y="1748"/>
                    </a:lnTo>
                    <a:lnTo>
                      <a:pt x="2651" y="1775"/>
                    </a:lnTo>
                    <a:lnTo>
                      <a:pt x="2579" y="1949"/>
                    </a:lnTo>
                    <a:lnTo>
                      <a:pt x="2565" y="1976"/>
                    </a:lnTo>
                    <a:lnTo>
                      <a:pt x="2548" y="2000"/>
                    </a:lnTo>
                    <a:lnTo>
                      <a:pt x="2528" y="2019"/>
                    </a:lnTo>
                    <a:lnTo>
                      <a:pt x="2505" y="2035"/>
                    </a:lnTo>
                    <a:lnTo>
                      <a:pt x="2479" y="2048"/>
                    </a:lnTo>
                    <a:lnTo>
                      <a:pt x="2453" y="2056"/>
                    </a:lnTo>
                    <a:lnTo>
                      <a:pt x="2426" y="2062"/>
                    </a:lnTo>
                    <a:lnTo>
                      <a:pt x="2397" y="2062"/>
                    </a:lnTo>
                    <a:lnTo>
                      <a:pt x="2369" y="2058"/>
                    </a:lnTo>
                    <a:lnTo>
                      <a:pt x="2340" y="2048"/>
                    </a:lnTo>
                    <a:lnTo>
                      <a:pt x="2233" y="2004"/>
                    </a:lnTo>
                    <a:lnTo>
                      <a:pt x="2192" y="2054"/>
                    </a:lnTo>
                    <a:lnTo>
                      <a:pt x="2149" y="2103"/>
                    </a:lnTo>
                    <a:lnTo>
                      <a:pt x="2103" y="2149"/>
                    </a:lnTo>
                    <a:lnTo>
                      <a:pt x="2054" y="2191"/>
                    </a:lnTo>
                    <a:lnTo>
                      <a:pt x="2004" y="2232"/>
                    </a:lnTo>
                    <a:lnTo>
                      <a:pt x="2048" y="2340"/>
                    </a:lnTo>
                    <a:lnTo>
                      <a:pt x="2058" y="2367"/>
                    </a:lnTo>
                    <a:lnTo>
                      <a:pt x="2062" y="2395"/>
                    </a:lnTo>
                    <a:lnTo>
                      <a:pt x="2062" y="2423"/>
                    </a:lnTo>
                    <a:lnTo>
                      <a:pt x="2058" y="2452"/>
                    </a:lnTo>
                    <a:lnTo>
                      <a:pt x="2048" y="2479"/>
                    </a:lnTo>
                    <a:lnTo>
                      <a:pt x="2035" y="2504"/>
                    </a:lnTo>
                    <a:lnTo>
                      <a:pt x="2019" y="2528"/>
                    </a:lnTo>
                    <a:lnTo>
                      <a:pt x="1999" y="2548"/>
                    </a:lnTo>
                    <a:lnTo>
                      <a:pt x="1975" y="2564"/>
                    </a:lnTo>
                    <a:lnTo>
                      <a:pt x="1950" y="2578"/>
                    </a:lnTo>
                    <a:lnTo>
                      <a:pt x="1776" y="2650"/>
                    </a:lnTo>
                    <a:lnTo>
                      <a:pt x="1753" y="2657"/>
                    </a:lnTo>
                    <a:lnTo>
                      <a:pt x="1730" y="2661"/>
                    </a:lnTo>
                    <a:lnTo>
                      <a:pt x="1706" y="2664"/>
                    </a:lnTo>
                    <a:lnTo>
                      <a:pt x="1672" y="2660"/>
                    </a:lnTo>
                    <a:lnTo>
                      <a:pt x="1637" y="2650"/>
                    </a:lnTo>
                    <a:lnTo>
                      <a:pt x="1610" y="2636"/>
                    </a:lnTo>
                    <a:lnTo>
                      <a:pt x="1588" y="2619"/>
                    </a:lnTo>
                    <a:lnTo>
                      <a:pt x="1568" y="2599"/>
                    </a:lnTo>
                    <a:lnTo>
                      <a:pt x="1551" y="2576"/>
                    </a:lnTo>
                    <a:lnTo>
                      <a:pt x="1538" y="2551"/>
                    </a:lnTo>
                    <a:lnTo>
                      <a:pt x="1472" y="2391"/>
                    </a:lnTo>
                    <a:lnTo>
                      <a:pt x="1467" y="2373"/>
                    </a:lnTo>
                    <a:lnTo>
                      <a:pt x="1467" y="2355"/>
                    </a:lnTo>
                    <a:lnTo>
                      <a:pt x="1472" y="2338"/>
                    </a:lnTo>
                    <a:lnTo>
                      <a:pt x="1481" y="2322"/>
                    </a:lnTo>
                    <a:lnTo>
                      <a:pt x="1493" y="2309"/>
                    </a:lnTo>
                    <a:lnTo>
                      <a:pt x="1510" y="2299"/>
                    </a:lnTo>
                    <a:lnTo>
                      <a:pt x="1528" y="2295"/>
                    </a:lnTo>
                    <a:lnTo>
                      <a:pt x="1546" y="2295"/>
                    </a:lnTo>
                    <a:lnTo>
                      <a:pt x="1564" y="2300"/>
                    </a:lnTo>
                    <a:lnTo>
                      <a:pt x="1579" y="2308"/>
                    </a:lnTo>
                    <a:lnTo>
                      <a:pt x="1593" y="2321"/>
                    </a:lnTo>
                    <a:lnTo>
                      <a:pt x="1602" y="2338"/>
                    </a:lnTo>
                    <a:lnTo>
                      <a:pt x="1667" y="2497"/>
                    </a:lnTo>
                    <a:lnTo>
                      <a:pt x="1674" y="2508"/>
                    </a:lnTo>
                    <a:lnTo>
                      <a:pt x="1681" y="2515"/>
                    </a:lnTo>
                    <a:lnTo>
                      <a:pt x="1691" y="2520"/>
                    </a:lnTo>
                    <a:lnTo>
                      <a:pt x="1701" y="2523"/>
                    </a:lnTo>
                    <a:lnTo>
                      <a:pt x="1713" y="2523"/>
                    </a:lnTo>
                    <a:lnTo>
                      <a:pt x="1722" y="2520"/>
                    </a:lnTo>
                    <a:lnTo>
                      <a:pt x="1896" y="2449"/>
                    </a:lnTo>
                    <a:lnTo>
                      <a:pt x="1906" y="2443"/>
                    </a:lnTo>
                    <a:lnTo>
                      <a:pt x="1914" y="2435"/>
                    </a:lnTo>
                    <a:lnTo>
                      <a:pt x="1919" y="2425"/>
                    </a:lnTo>
                    <a:lnTo>
                      <a:pt x="1923" y="2415"/>
                    </a:lnTo>
                    <a:lnTo>
                      <a:pt x="1923" y="2404"/>
                    </a:lnTo>
                    <a:lnTo>
                      <a:pt x="1919" y="2394"/>
                    </a:lnTo>
                    <a:lnTo>
                      <a:pt x="1853" y="2235"/>
                    </a:lnTo>
                    <a:lnTo>
                      <a:pt x="1849" y="2216"/>
                    </a:lnTo>
                    <a:lnTo>
                      <a:pt x="1849" y="2197"/>
                    </a:lnTo>
                    <a:lnTo>
                      <a:pt x="1855" y="2178"/>
                    </a:lnTo>
                    <a:lnTo>
                      <a:pt x="1865" y="2162"/>
                    </a:lnTo>
                    <a:lnTo>
                      <a:pt x="1879" y="2149"/>
                    </a:lnTo>
                    <a:lnTo>
                      <a:pt x="1932" y="2111"/>
                    </a:lnTo>
                    <a:lnTo>
                      <a:pt x="1982" y="2071"/>
                    </a:lnTo>
                    <a:lnTo>
                      <a:pt x="2028" y="2027"/>
                    </a:lnTo>
                    <a:lnTo>
                      <a:pt x="2072" y="1981"/>
                    </a:lnTo>
                    <a:lnTo>
                      <a:pt x="2112" y="1931"/>
                    </a:lnTo>
                    <a:lnTo>
                      <a:pt x="2150" y="1878"/>
                    </a:lnTo>
                    <a:lnTo>
                      <a:pt x="2163" y="1864"/>
                    </a:lnTo>
                    <a:lnTo>
                      <a:pt x="2179" y="1854"/>
                    </a:lnTo>
                    <a:lnTo>
                      <a:pt x="2197" y="1849"/>
                    </a:lnTo>
                    <a:lnTo>
                      <a:pt x="2216" y="1848"/>
                    </a:lnTo>
                    <a:lnTo>
                      <a:pt x="2236" y="1853"/>
                    </a:lnTo>
                    <a:lnTo>
                      <a:pt x="2395" y="1919"/>
                    </a:lnTo>
                    <a:lnTo>
                      <a:pt x="2408" y="1922"/>
                    </a:lnTo>
                    <a:lnTo>
                      <a:pt x="2421" y="1921"/>
                    </a:lnTo>
                    <a:lnTo>
                      <a:pt x="2433" y="1916"/>
                    </a:lnTo>
                    <a:lnTo>
                      <a:pt x="2442" y="1908"/>
                    </a:lnTo>
                    <a:lnTo>
                      <a:pt x="2450" y="1896"/>
                    </a:lnTo>
                    <a:lnTo>
                      <a:pt x="2523" y="1722"/>
                    </a:lnTo>
                    <a:lnTo>
                      <a:pt x="2525" y="1710"/>
                    </a:lnTo>
                    <a:lnTo>
                      <a:pt x="2524" y="1696"/>
                    </a:lnTo>
                    <a:lnTo>
                      <a:pt x="2519" y="1684"/>
                    </a:lnTo>
                    <a:lnTo>
                      <a:pt x="2511" y="1675"/>
                    </a:lnTo>
                    <a:lnTo>
                      <a:pt x="2499" y="1668"/>
                    </a:lnTo>
                    <a:lnTo>
                      <a:pt x="2340" y="1602"/>
                    </a:lnTo>
                    <a:lnTo>
                      <a:pt x="2323" y="1592"/>
                    </a:lnTo>
                    <a:lnTo>
                      <a:pt x="2310" y="1578"/>
                    </a:lnTo>
                    <a:lnTo>
                      <a:pt x="2301" y="1561"/>
                    </a:lnTo>
                    <a:lnTo>
                      <a:pt x="2297" y="1542"/>
                    </a:lnTo>
                    <a:lnTo>
                      <a:pt x="2298" y="1523"/>
                    </a:lnTo>
                    <a:lnTo>
                      <a:pt x="2310" y="1447"/>
                    </a:lnTo>
                    <a:lnTo>
                      <a:pt x="2316" y="1370"/>
                    </a:lnTo>
                    <a:lnTo>
                      <a:pt x="2316" y="1293"/>
                    </a:lnTo>
                    <a:lnTo>
                      <a:pt x="2310" y="1218"/>
                    </a:lnTo>
                    <a:lnTo>
                      <a:pt x="2298" y="1141"/>
                    </a:lnTo>
                    <a:lnTo>
                      <a:pt x="2297" y="1122"/>
                    </a:lnTo>
                    <a:lnTo>
                      <a:pt x="2301" y="1103"/>
                    </a:lnTo>
                    <a:lnTo>
                      <a:pt x="2310" y="1086"/>
                    </a:lnTo>
                    <a:lnTo>
                      <a:pt x="2322" y="1072"/>
                    </a:lnTo>
                    <a:lnTo>
                      <a:pt x="2340" y="1063"/>
                    </a:lnTo>
                    <a:lnTo>
                      <a:pt x="2499" y="996"/>
                    </a:lnTo>
                    <a:lnTo>
                      <a:pt x="2509" y="991"/>
                    </a:lnTo>
                    <a:lnTo>
                      <a:pt x="2517" y="983"/>
                    </a:lnTo>
                    <a:lnTo>
                      <a:pt x="2523" y="973"/>
                    </a:lnTo>
                    <a:lnTo>
                      <a:pt x="2525" y="962"/>
                    </a:lnTo>
                    <a:lnTo>
                      <a:pt x="2525" y="952"/>
                    </a:lnTo>
                    <a:lnTo>
                      <a:pt x="2523" y="941"/>
                    </a:lnTo>
                    <a:lnTo>
                      <a:pt x="2451" y="768"/>
                    </a:lnTo>
                    <a:lnTo>
                      <a:pt x="2445" y="758"/>
                    </a:lnTo>
                    <a:lnTo>
                      <a:pt x="2437" y="751"/>
                    </a:lnTo>
                    <a:lnTo>
                      <a:pt x="2428" y="745"/>
                    </a:lnTo>
                    <a:lnTo>
                      <a:pt x="2412" y="742"/>
                    </a:lnTo>
                    <a:lnTo>
                      <a:pt x="2396" y="745"/>
                    </a:lnTo>
                    <a:lnTo>
                      <a:pt x="2236" y="811"/>
                    </a:lnTo>
                    <a:lnTo>
                      <a:pt x="2217" y="816"/>
                    </a:lnTo>
                    <a:lnTo>
                      <a:pt x="2198" y="815"/>
                    </a:lnTo>
                    <a:lnTo>
                      <a:pt x="2180" y="810"/>
                    </a:lnTo>
                    <a:lnTo>
                      <a:pt x="2164" y="799"/>
                    </a:lnTo>
                    <a:lnTo>
                      <a:pt x="2150" y="784"/>
                    </a:lnTo>
                    <a:lnTo>
                      <a:pt x="2113" y="732"/>
                    </a:lnTo>
                    <a:lnTo>
                      <a:pt x="2072" y="682"/>
                    </a:lnTo>
                    <a:lnTo>
                      <a:pt x="2029" y="636"/>
                    </a:lnTo>
                    <a:lnTo>
                      <a:pt x="1983" y="593"/>
                    </a:lnTo>
                    <a:lnTo>
                      <a:pt x="1933" y="551"/>
                    </a:lnTo>
                    <a:lnTo>
                      <a:pt x="1880" y="515"/>
                    </a:lnTo>
                    <a:lnTo>
                      <a:pt x="1866" y="501"/>
                    </a:lnTo>
                    <a:lnTo>
                      <a:pt x="1855" y="485"/>
                    </a:lnTo>
                    <a:lnTo>
                      <a:pt x="1850" y="467"/>
                    </a:lnTo>
                    <a:lnTo>
                      <a:pt x="1850" y="448"/>
                    </a:lnTo>
                    <a:lnTo>
                      <a:pt x="1855" y="429"/>
                    </a:lnTo>
                    <a:lnTo>
                      <a:pt x="1920" y="269"/>
                    </a:lnTo>
                    <a:lnTo>
                      <a:pt x="1924" y="258"/>
                    </a:lnTo>
                    <a:lnTo>
                      <a:pt x="1924" y="248"/>
                    </a:lnTo>
                    <a:lnTo>
                      <a:pt x="1920" y="237"/>
                    </a:lnTo>
                    <a:lnTo>
                      <a:pt x="1915" y="228"/>
                    </a:lnTo>
                    <a:lnTo>
                      <a:pt x="1908" y="221"/>
                    </a:lnTo>
                    <a:lnTo>
                      <a:pt x="1898" y="215"/>
                    </a:lnTo>
                    <a:lnTo>
                      <a:pt x="1724" y="143"/>
                    </a:lnTo>
                    <a:lnTo>
                      <a:pt x="1711" y="139"/>
                    </a:lnTo>
                    <a:lnTo>
                      <a:pt x="1698" y="140"/>
                    </a:lnTo>
                    <a:lnTo>
                      <a:pt x="1686" y="146"/>
                    </a:lnTo>
                    <a:lnTo>
                      <a:pt x="1676" y="154"/>
                    </a:lnTo>
                    <a:lnTo>
                      <a:pt x="1670" y="165"/>
                    </a:lnTo>
                    <a:lnTo>
                      <a:pt x="1603" y="325"/>
                    </a:lnTo>
                    <a:lnTo>
                      <a:pt x="1594" y="342"/>
                    </a:lnTo>
                    <a:lnTo>
                      <a:pt x="1580" y="354"/>
                    </a:lnTo>
                    <a:lnTo>
                      <a:pt x="1563" y="364"/>
                    </a:lnTo>
                    <a:lnTo>
                      <a:pt x="1544" y="368"/>
                    </a:lnTo>
                    <a:lnTo>
                      <a:pt x="1524" y="367"/>
                    </a:lnTo>
                    <a:lnTo>
                      <a:pt x="1448" y="354"/>
                    </a:lnTo>
                    <a:lnTo>
                      <a:pt x="1372" y="348"/>
                    </a:lnTo>
                    <a:lnTo>
                      <a:pt x="1295" y="348"/>
                    </a:lnTo>
                    <a:lnTo>
                      <a:pt x="1218" y="354"/>
                    </a:lnTo>
                    <a:lnTo>
                      <a:pt x="1142" y="367"/>
                    </a:lnTo>
                    <a:lnTo>
                      <a:pt x="1122" y="368"/>
                    </a:lnTo>
                    <a:lnTo>
                      <a:pt x="1104" y="364"/>
                    </a:lnTo>
                    <a:lnTo>
                      <a:pt x="1087" y="355"/>
                    </a:lnTo>
                    <a:lnTo>
                      <a:pt x="1074" y="342"/>
                    </a:lnTo>
                    <a:lnTo>
                      <a:pt x="1063" y="325"/>
                    </a:lnTo>
                    <a:lnTo>
                      <a:pt x="998" y="165"/>
                    </a:lnTo>
                    <a:lnTo>
                      <a:pt x="991" y="155"/>
                    </a:lnTo>
                    <a:lnTo>
                      <a:pt x="984" y="148"/>
                    </a:lnTo>
                    <a:lnTo>
                      <a:pt x="975" y="143"/>
                    </a:lnTo>
                    <a:lnTo>
                      <a:pt x="964" y="139"/>
                    </a:lnTo>
                    <a:lnTo>
                      <a:pt x="953" y="139"/>
                    </a:lnTo>
                    <a:lnTo>
                      <a:pt x="943" y="143"/>
                    </a:lnTo>
                    <a:lnTo>
                      <a:pt x="769" y="214"/>
                    </a:lnTo>
                    <a:lnTo>
                      <a:pt x="757" y="222"/>
                    </a:lnTo>
                    <a:lnTo>
                      <a:pt x="749" y="231"/>
                    </a:lnTo>
                    <a:lnTo>
                      <a:pt x="745" y="243"/>
                    </a:lnTo>
                    <a:lnTo>
                      <a:pt x="743" y="255"/>
                    </a:lnTo>
                    <a:lnTo>
                      <a:pt x="746" y="269"/>
                    </a:lnTo>
                    <a:lnTo>
                      <a:pt x="812" y="428"/>
                    </a:lnTo>
                    <a:lnTo>
                      <a:pt x="817" y="447"/>
                    </a:lnTo>
                    <a:lnTo>
                      <a:pt x="816" y="466"/>
                    </a:lnTo>
                    <a:lnTo>
                      <a:pt x="811" y="484"/>
                    </a:lnTo>
                    <a:lnTo>
                      <a:pt x="801" y="501"/>
                    </a:lnTo>
                    <a:lnTo>
                      <a:pt x="786" y="514"/>
                    </a:lnTo>
                    <a:lnTo>
                      <a:pt x="733" y="551"/>
                    </a:lnTo>
                    <a:lnTo>
                      <a:pt x="684" y="592"/>
                    </a:lnTo>
                    <a:lnTo>
                      <a:pt x="637" y="635"/>
                    </a:lnTo>
                    <a:lnTo>
                      <a:pt x="593" y="682"/>
                    </a:lnTo>
                    <a:lnTo>
                      <a:pt x="553" y="732"/>
                    </a:lnTo>
                    <a:lnTo>
                      <a:pt x="515" y="784"/>
                    </a:lnTo>
                    <a:lnTo>
                      <a:pt x="502" y="798"/>
                    </a:lnTo>
                    <a:lnTo>
                      <a:pt x="486" y="809"/>
                    </a:lnTo>
                    <a:lnTo>
                      <a:pt x="468" y="814"/>
                    </a:lnTo>
                    <a:lnTo>
                      <a:pt x="449" y="815"/>
                    </a:lnTo>
                    <a:lnTo>
                      <a:pt x="430" y="810"/>
                    </a:lnTo>
                    <a:lnTo>
                      <a:pt x="270" y="743"/>
                    </a:lnTo>
                    <a:lnTo>
                      <a:pt x="260" y="741"/>
                    </a:lnTo>
                    <a:lnTo>
                      <a:pt x="249" y="741"/>
                    </a:lnTo>
                    <a:lnTo>
                      <a:pt x="238" y="743"/>
                    </a:lnTo>
                    <a:lnTo>
                      <a:pt x="229" y="750"/>
                    </a:lnTo>
                    <a:lnTo>
                      <a:pt x="221" y="757"/>
                    </a:lnTo>
                    <a:lnTo>
                      <a:pt x="215" y="766"/>
                    </a:lnTo>
                    <a:lnTo>
                      <a:pt x="144" y="940"/>
                    </a:lnTo>
                    <a:lnTo>
                      <a:pt x="140" y="953"/>
                    </a:lnTo>
                    <a:lnTo>
                      <a:pt x="141" y="966"/>
                    </a:lnTo>
                    <a:lnTo>
                      <a:pt x="146" y="978"/>
                    </a:lnTo>
                    <a:lnTo>
                      <a:pt x="154" y="988"/>
                    </a:lnTo>
                    <a:lnTo>
                      <a:pt x="166" y="995"/>
                    </a:lnTo>
                    <a:lnTo>
                      <a:pt x="326" y="1061"/>
                    </a:lnTo>
                    <a:lnTo>
                      <a:pt x="342" y="1070"/>
                    </a:lnTo>
                    <a:lnTo>
                      <a:pt x="354" y="1083"/>
                    </a:lnTo>
                    <a:lnTo>
                      <a:pt x="364" y="1098"/>
                    </a:lnTo>
                    <a:lnTo>
                      <a:pt x="368" y="1116"/>
                    </a:lnTo>
                    <a:lnTo>
                      <a:pt x="369" y="1134"/>
                    </a:lnTo>
                    <a:lnTo>
                      <a:pt x="364" y="1152"/>
                    </a:lnTo>
                    <a:lnTo>
                      <a:pt x="354" y="1169"/>
                    </a:lnTo>
                    <a:lnTo>
                      <a:pt x="342" y="1182"/>
                    </a:lnTo>
                    <a:lnTo>
                      <a:pt x="326" y="1191"/>
                    </a:lnTo>
                    <a:lnTo>
                      <a:pt x="309" y="1195"/>
                    </a:lnTo>
                    <a:lnTo>
                      <a:pt x="290" y="1195"/>
                    </a:lnTo>
                    <a:lnTo>
                      <a:pt x="272" y="1191"/>
                    </a:lnTo>
                    <a:lnTo>
                      <a:pt x="113" y="1125"/>
                    </a:lnTo>
                    <a:lnTo>
                      <a:pt x="87" y="1111"/>
                    </a:lnTo>
                    <a:lnTo>
                      <a:pt x="62" y="1094"/>
                    </a:lnTo>
                    <a:lnTo>
                      <a:pt x="43" y="1074"/>
                    </a:lnTo>
                    <a:lnTo>
                      <a:pt x="27" y="1051"/>
                    </a:lnTo>
                    <a:lnTo>
                      <a:pt x="14" y="1027"/>
                    </a:lnTo>
                    <a:lnTo>
                      <a:pt x="5" y="999"/>
                    </a:lnTo>
                    <a:lnTo>
                      <a:pt x="0" y="972"/>
                    </a:lnTo>
                    <a:lnTo>
                      <a:pt x="0" y="944"/>
                    </a:lnTo>
                    <a:lnTo>
                      <a:pt x="4" y="915"/>
                    </a:lnTo>
                    <a:lnTo>
                      <a:pt x="14" y="887"/>
                    </a:lnTo>
                    <a:lnTo>
                      <a:pt x="87" y="713"/>
                    </a:lnTo>
                    <a:lnTo>
                      <a:pt x="99" y="687"/>
                    </a:lnTo>
                    <a:lnTo>
                      <a:pt x="116" y="664"/>
                    </a:lnTo>
                    <a:lnTo>
                      <a:pt x="136" y="644"/>
                    </a:lnTo>
                    <a:lnTo>
                      <a:pt x="159" y="627"/>
                    </a:lnTo>
                    <a:lnTo>
                      <a:pt x="185" y="615"/>
                    </a:lnTo>
                    <a:lnTo>
                      <a:pt x="212" y="605"/>
                    </a:lnTo>
                    <a:lnTo>
                      <a:pt x="241" y="601"/>
                    </a:lnTo>
                    <a:lnTo>
                      <a:pt x="269" y="601"/>
                    </a:lnTo>
                    <a:lnTo>
                      <a:pt x="296" y="605"/>
                    </a:lnTo>
                    <a:lnTo>
                      <a:pt x="324" y="615"/>
                    </a:lnTo>
                    <a:lnTo>
                      <a:pt x="433" y="659"/>
                    </a:lnTo>
                    <a:lnTo>
                      <a:pt x="473" y="608"/>
                    </a:lnTo>
                    <a:lnTo>
                      <a:pt x="516" y="560"/>
                    </a:lnTo>
                    <a:lnTo>
                      <a:pt x="561" y="514"/>
                    </a:lnTo>
                    <a:lnTo>
                      <a:pt x="610" y="470"/>
                    </a:lnTo>
                    <a:lnTo>
                      <a:pt x="660" y="430"/>
                    </a:lnTo>
                    <a:lnTo>
                      <a:pt x="616" y="323"/>
                    </a:lnTo>
                    <a:lnTo>
                      <a:pt x="607" y="294"/>
                    </a:lnTo>
                    <a:lnTo>
                      <a:pt x="602" y="266"/>
                    </a:lnTo>
                    <a:lnTo>
                      <a:pt x="603" y="237"/>
                    </a:lnTo>
                    <a:lnTo>
                      <a:pt x="608" y="210"/>
                    </a:lnTo>
                    <a:lnTo>
                      <a:pt x="616" y="184"/>
                    </a:lnTo>
                    <a:lnTo>
                      <a:pt x="629" y="158"/>
                    </a:lnTo>
                    <a:lnTo>
                      <a:pt x="646" y="136"/>
                    </a:lnTo>
                    <a:lnTo>
                      <a:pt x="666" y="115"/>
                    </a:lnTo>
                    <a:lnTo>
                      <a:pt x="689" y="98"/>
                    </a:lnTo>
                    <a:lnTo>
                      <a:pt x="715" y="85"/>
                    </a:lnTo>
                    <a:lnTo>
                      <a:pt x="889" y="13"/>
                    </a:lnTo>
                    <a:lnTo>
                      <a:pt x="917" y="4"/>
                    </a:lnTo>
                    <a:lnTo>
                      <a:pt x="944" y="0"/>
                    </a:lnTo>
                    <a:lnTo>
                      <a:pt x="972" y="0"/>
                    </a:lnTo>
                    <a:lnTo>
                      <a:pt x="1001" y="4"/>
                    </a:lnTo>
                    <a:lnTo>
                      <a:pt x="1028" y="13"/>
                    </a:lnTo>
                    <a:lnTo>
                      <a:pt x="1054" y="27"/>
                    </a:lnTo>
                    <a:lnTo>
                      <a:pt x="1077" y="43"/>
                    </a:lnTo>
                    <a:lnTo>
                      <a:pt x="1097" y="64"/>
                    </a:lnTo>
                    <a:lnTo>
                      <a:pt x="1114" y="87"/>
                    </a:lnTo>
                    <a:lnTo>
                      <a:pt x="1126" y="112"/>
                    </a:lnTo>
                    <a:lnTo>
                      <a:pt x="1172" y="219"/>
                    </a:lnTo>
                    <a:lnTo>
                      <a:pt x="1252" y="211"/>
                    </a:lnTo>
                    <a:lnTo>
                      <a:pt x="1333" y="208"/>
                    </a:lnTo>
                    <a:lnTo>
                      <a:pt x="1414" y="211"/>
                    </a:lnTo>
                    <a:lnTo>
                      <a:pt x="1494" y="219"/>
                    </a:lnTo>
                    <a:lnTo>
                      <a:pt x="1540" y="112"/>
                    </a:lnTo>
                    <a:lnTo>
                      <a:pt x="1552" y="86"/>
                    </a:lnTo>
                    <a:lnTo>
                      <a:pt x="1570" y="62"/>
                    </a:lnTo>
                    <a:lnTo>
                      <a:pt x="1590" y="42"/>
                    </a:lnTo>
                    <a:lnTo>
                      <a:pt x="1613" y="26"/>
                    </a:lnTo>
                    <a:lnTo>
                      <a:pt x="1638" y="13"/>
                    </a:lnTo>
                    <a:lnTo>
                      <a:pt x="1664" y="4"/>
                    </a:lnTo>
                    <a:lnTo>
                      <a:pt x="1692" y="0"/>
                    </a:lnTo>
                    <a:lnTo>
                      <a:pt x="172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97" name="Freeform 243">
                <a:extLst>
                  <a:ext uri="{FF2B5EF4-FFF2-40B4-BE49-F238E27FC236}">
                    <a16:creationId xmlns:a16="http://schemas.microsoft.com/office/drawing/2014/main" id="{9AB1D61C-39FF-40A6-8DFF-0F695ABF87FD}"/>
                  </a:ext>
                </a:extLst>
              </p:cNvPr>
              <p:cNvSpPr>
                <a:spLocks/>
              </p:cNvSpPr>
              <p:nvPr/>
            </p:nvSpPr>
            <p:spPr bwMode="auto">
              <a:xfrm>
                <a:off x="4606925" y="3586163"/>
                <a:ext cx="180975" cy="180975"/>
              </a:xfrm>
              <a:custGeom>
                <a:avLst/>
                <a:gdLst>
                  <a:gd name="T0" fmla="*/ 573 w 1145"/>
                  <a:gd name="T1" fmla="*/ 0 h 1143"/>
                  <a:gd name="T2" fmla="*/ 694 w 1145"/>
                  <a:gd name="T3" fmla="*/ 13 h 1143"/>
                  <a:gd name="T4" fmla="*/ 807 w 1145"/>
                  <a:gd name="T5" fmla="*/ 51 h 1143"/>
                  <a:gd name="T6" fmla="*/ 908 w 1145"/>
                  <a:gd name="T7" fmla="*/ 109 h 1143"/>
                  <a:gd name="T8" fmla="*/ 995 w 1145"/>
                  <a:gd name="T9" fmla="*/ 187 h 1143"/>
                  <a:gd name="T10" fmla="*/ 1065 w 1145"/>
                  <a:gd name="T11" fmla="*/ 280 h 1143"/>
                  <a:gd name="T12" fmla="*/ 1114 w 1145"/>
                  <a:gd name="T13" fmla="*/ 388 h 1143"/>
                  <a:gd name="T14" fmla="*/ 1140 w 1145"/>
                  <a:gd name="T15" fmla="*/ 505 h 1143"/>
                  <a:gd name="T16" fmla="*/ 1142 w 1145"/>
                  <a:gd name="T17" fmla="*/ 625 h 1143"/>
                  <a:gd name="T18" fmla="*/ 1119 w 1145"/>
                  <a:gd name="T19" fmla="*/ 737 h 1143"/>
                  <a:gd name="T20" fmla="*/ 1077 w 1145"/>
                  <a:gd name="T21" fmla="*/ 840 h 1143"/>
                  <a:gd name="T22" fmla="*/ 1016 w 1145"/>
                  <a:gd name="T23" fmla="*/ 932 h 1143"/>
                  <a:gd name="T24" fmla="*/ 939 w 1145"/>
                  <a:gd name="T25" fmla="*/ 1010 h 1143"/>
                  <a:gd name="T26" fmla="*/ 848 w 1145"/>
                  <a:gd name="T27" fmla="*/ 1072 h 1143"/>
                  <a:gd name="T28" fmla="*/ 746 w 1145"/>
                  <a:gd name="T29" fmla="*/ 1116 h 1143"/>
                  <a:gd name="T30" fmla="*/ 634 w 1145"/>
                  <a:gd name="T31" fmla="*/ 1139 h 1143"/>
                  <a:gd name="T32" fmla="*/ 575 w 1145"/>
                  <a:gd name="T33" fmla="*/ 1143 h 1143"/>
                  <a:gd name="T34" fmla="*/ 540 w 1145"/>
                  <a:gd name="T35" fmla="*/ 1133 h 1143"/>
                  <a:gd name="T36" fmla="*/ 515 w 1145"/>
                  <a:gd name="T37" fmla="*/ 1108 h 1143"/>
                  <a:gd name="T38" fmla="*/ 506 w 1145"/>
                  <a:gd name="T39" fmla="*/ 1073 h 1143"/>
                  <a:gd name="T40" fmla="*/ 514 w 1145"/>
                  <a:gd name="T41" fmla="*/ 1037 h 1143"/>
                  <a:gd name="T42" fmla="*/ 539 w 1145"/>
                  <a:gd name="T43" fmla="*/ 1012 h 1143"/>
                  <a:gd name="T44" fmla="*/ 575 w 1145"/>
                  <a:gd name="T45" fmla="*/ 1002 h 1143"/>
                  <a:gd name="T46" fmla="*/ 673 w 1145"/>
                  <a:gd name="T47" fmla="*/ 990 h 1143"/>
                  <a:gd name="T48" fmla="*/ 764 w 1145"/>
                  <a:gd name="T49" fmla="*/ 957 h 1143"/>
                  <a:gd name="T50" fmla="*/ 844 w 1145"/>
                  <a:gd name="T51" fmla="*/ 905 h 1143"/>
                  <a:gd name="T52" fmla="*/ 910 w 1145"/>
                  <a:gd name="T53" fmla="*/ 838 h 1143"/>
                  <a:gd name="T54" fmla="*/ 960 w 1145"/>
                  <a:gd name="T55" fmla="*/ 758 h 1143"/>
                  <a:gd name="T56" fmla="*/ 992 w 1145"/>
                  <a:gd name="T57" fmla="*/ 666 h 1143"/>
                  <a:gd name="T58" fmla="*/ 1003 w 1145"/>
                  <a:gd name="T59" fmla="*/ 568 h 1143"/>
                  <a:gd name="T60" fmla="*/ 990 w 1145"/>
                  <a:gd name="T61" fmla="*/ 463 h 1143"/>
                  <a:gd name="T62" fmla="*/ 952 w 1145"/>
                  <a:gd name="T63" fmla="*/ 367 h 1143"/>
                  <a:gd name="T64" fmla="*/ 893 w 1145"/>
                  <a:gd name="T65" fmla="*/ 284 h 1143"/>
                  <a:gd name="T66" fmla="*/ 817 w 1145"/>
                  <a:gd name="T67" fmla="*/ 216 h 1143"/>
                  <a:gd name="T68" fmla="*/ 727 w 1145"/>
                  <a:gd name="T69" fmla="*/ 169 h 1143"/>
                  <a:gd name="T70" fmla="*/ 626 w 1145"/>
                  <a:gd name="T71" fmla="*/ 143 h 1143"/>
                  <a:gd name="T72" fmla="*/ 569 w 1145"/>
                  <a:gd name="T73" fmla="*/ 139 h 1143"/>
                  <a:gd name="T74" fmla="*/ 473 w 1145"/>
                  <a:gd name="T75" fmla="*/ 151 h 1143"/>
                  <a:gd name="T76" fmla="*/ 382 w 1145"/>
                  <a:gd name="T77" fmla="*/ 184 h 1143"/>
                  <a:gd name="T78" fmla="*/ 301 w 1145"/>
                  <a:gd name="T79" fmla="*/ 235 h 1143"/>
                  <a:gd name="T80" fmla="*/ 232 w 1145"/>
                  <a:gd name="T81" fmla="*/ 305 h 1143"/>
                  <a:gd name="T82" fmla="*/ 182 w 1145"/>
                  <a:gd name="T83" fmla="*/ 387 h 1143"/>
                  <a:gd name="T84" fmla="*/ 151 w 1145"/>
                  <a:gd name="T85" fmla="*/ 478 h 1143"/>
                  <a:gd name="T86" fmla="*/ 141 w 1145"/>
                  <a:gd name="T87" fmla="*/ 575 h 1143"/>
                  <a:gd name="T88" fmla="*/ 132 w 1145"/>
                  <a:gd name="T89" fmla="*/ 610 h 1143"/>
                  <a:gd name="T90" fmla="*/ 107 w 1145"/>
                  <a:gd name="T91" fmla="*/ 636 h 1143"/>
                  <a:gd name="T92" fmla="*/ 71 w 1145"/>
                  <a:gd name="T93" fmla="*/ 645 h 1143"/>
                  <a:gd name="T94" fmla="*/ 52 w 1145"/>
                  <a:gd name="T95" fmla="*/ 643 h 1143"/>
                  <a:gd name="T96" fmla="*/ 21 w 1145"/>
                  <a:gd name="T97" fmla="*/ 625 h 1143"/>
                  <a:gd name="T98" fmla="*/ 3 w 1145"/>
                  <a:gd name="T99" fmla="*/ 593 h 1143"/>
                  <a:gd name="T100" fmla="*/ 3 w 1145"/>
                  <a:gd name="T101" fmla="*/ 519 h 1143"/>
                  <a:gd name="T102" fmla="*/ 24 w 1145"/>
                  <a:gd name="T103" fmla="*/ 409 h 1143"/>
                  <a:gd name="T104" fmla="*/ 66 w 1145"/>
                  <a:gd name="T105" fmla="*/ 306 h 1143"/>
                  <a:gd name="T106" fmla="*/ 127 w 1145"/>
                  <a:gd name="T107" fmla="*/ 213 h 1143"/>
                  <a:gd name="T108" fmla="*/ 207 w 1145"/>
                  <a:gd name="T109" fmla="*/ 132 h 1143"/>
                  <a:gd name="T110" fmla="*/ 300 w 1145"/>
                  <a:gd name="T111" fmla="*/ 69 h 1143"/>
                  <a:gd name="T112" fmla="*/ 402 w 1145"/>
                  <a:gd name="T113" fmla="*/ 25 h 1143"/>
                  <a:gd name="T114" fmla="*/ 512 w 1145"/>
                  <a:gd name="T115" fmla="*/ 3 h 1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145" h="1143">
                    <a:moveTo>
                      <a:pt x="569" y="0"/>
                    </a:moveTo>
                    <a:lnTo>
                      <a:pt x="573" y="0"/>
                    </a:lnTo>
                    <a:lnTo>
                      <a:pt x="634" y="3"/>
                    </a:lnTo>
                    <a:lnTo>
                      <a:pt x="694" y="13"/>
                    </a:lnTo>
                    <a:lnTo>
                      <a:pt x="752" y="29"/>
                    </a:lnTo>
                    <a:lnTo>
                      <a:pt x="807" y="51"/>
                    </a:lnTo>
                    <a:lnTo>
                      <a:pt x="860" y="77"/>
                    </a:lnTo>
                    <a:lnTo>
                      <a:pt x="908" y="109"/>
                    </a:lnTo>
                    <a:lnTo>
                      <a:pt x="954" y="146"/>
                    </a:lnTo>
                    <a:lnTo>
                      <a:pt x="995" y="187"/>
                    </a:lnTo>
                    <a:lnTo>
                      <a:pt x="1033" y="232"/>
                    </a:lnTo>
                    <a:lnTo>
                      <a:pt x="1065" y="280"/>
                    </a:lnTo>
                    <a:lnTo>
                      <a:pt x="1092" y="332"/>
                    </a:lnTo>
                    <a:lnTo>
                      <a:pt x="1114" y="388"/>
                    </a:lnTo>
                    <a:lnTo>
                      <a:pt x="1130" y="445"/>
                    </a:lnTo>
                    <a:lnTo>
                      <a:pt x="1140" y="505"/>
                    </a:lnTo>
                    <a:lnTo>
                      <a:pt x="1145" y="567"/>
                    </a:lnTo>
                    <a:lnTo>
                      <a:pt x="1142" y="625"/>
                    </a:lnTo>
                    <a:lnTo>
                      <a:pt x="1133" y="682"/>
                    </a:lnTo>
                    <a:lnTo>
                      <a:pt x="1119" y="737"/>
                    </a:lnTo>
                    <a:lnTo>
                      <a:pt x="1101" y="790"/>
                    </a:lnTo>
                    <a:lnTo>
                      <a:pt x="1077" y="840"/>
                    </a:lnTo>
                    <a:lnTo>
                      <a:pt x="1049" y="888"/>
                    </a:lnTo>
                    <a:lnTo>
                      <a:pt x="1016" y="932"/>
                    </a:lnTo>
                    <a:lnTo>
                      <a:pt x="979" y="972"/>
                    </a:lnTo>
                    <a:lnTo>
                      <a:pt x="939" y="1010"/>
                    </a:lnTo>
                    <a:lnTo>
                      <a:pt x="896" y="1042"/>
                    </a:lnTo>
                    <a:lnTo>
                      <a:pt x="848" y="1072"/>
                    </a:lnTo>
                    <a:lnTo>
                      <a:pt x="799" y="1096"/>
                    </a:lnTo>
                    <a:lnTo>
                      <a:pt x="746" y="1116"/>
                    </a:lnTo>
                    <a:lnTo>
                      <a:pt x="691" y="1130"/>
                    </a:lnTo>
                    <a:lnTo>
                      <a:pt x="634" y="1139"/>
                    </a:lnTo>
                    <a:lnTo>
                      <a:pt x="576" y="1143"/>
                    </a:lnTo>
                    <a:lnTo>
                      <a:pt x="575" y="1143"/>
                    </a:lnTo>
                    <a:lnTo>
                      <a:pt x="557" y="1140"/>
                    </a:lnTo>
                    <a:lnTo>
                      <a:pt x="540" y="1133"/>
                    </a:lnTo>
                    <a:lnTo>
                      <a:pt x="526" y="1123"/>
                    </a:lnTo>
                    <a:lnTo>
                      <a:pt x="515" y="1108"/>
                    </a:lnTo>
                    <a:lnTo>
                      <a:pt x="508" y="1092"/>
                    </a:lnTo>
                    <a:lnTo>
                      <a:pt x="506" y="1073"/>
                    </a:lnTo>
                    <a:lnTo>
                      <a:pt x="508" y="1054"/>
                    </a:lnTo>
                    <a:lnTo>
                      <a:pt x="514" y="1037"/>
                    </a:lnTo>
                    <a:lnTo>
                      <a:pt x="525" y="1022"/>
                    </a:lnTo>
                    <a:lnTo>
                      <a:pt x="539" y="1012"/>
                    </a:lnTo>
                    <a:lnTo>
                      <a:pt x="556" y="1005"/>
                    </a:lnTo>
                    <a:lnTo>
                      <a:pt x="575" y="1002"/>
                    </a:lnTo>
                    <a:lnTo>
                      <a:pt x="625" y="999"/>
                    </a:lnTo>
                    <a:lnTo>
                      <a:pt x="673" y="990"/>
                    </a:lnTo>
                    <a:lnTo>
                      <a:pt x="720" y="976"/>
                    </a:lnTo>
                    <a:lnTo>
                      <a:pt x="764" y="957"/>
                    </a:lnTo>
                    <a:lnTo>
                      <a:pt x="805" y="933"/>
                    </a:lnTo>
                    <a:lnTo>
                      <a:pt x="844" y="905"/>
                    </a:lnTo>
                    <a:lnTo>
                      <a:pt x="879" y="873"/>
                    </a:lnTo>
                    <a:lnTo>
                      <a:pt x="910" y="838"/>
                    </a:lnTo>
                    <a:lnTo>
                      <a:pt x="937" y="799"/>
                    </a:lnTo>
                    <a:lnTo>
                      <a:pt x="960" y="758"/>
                    </a:lnTo>
                    <a:lnTo>
                      <a:pt x="979" y="714"/>
                    </a:lnTo>
                    <a:lnTo>
                      <a:pt x="992" y="666"/>
                    </a:lnTo>
                    <a:lnTo>
                      <a:pt x="1000" y="618"/>
                    </a:lnTo>
                    <a:lnTo>
                      <a:pt x="1003" y="568"/>
                    </a:lnTo>
                    <a:lnTo>
                      <a:pt x="999" y="514"/>
                    </a:lnTo>
                    <a:lnTo>
                      <a:pt x="990" y="463"/>
                    </a:lnTo>
                    <a:lnTo>
                      <a:pt x="973" y="413"/>
                    </a:lnTo>
                    <a:lnTo>
                      <a:pt x="952" y="367"/>
                    </a:lnTo>
                    <a:lnTo>
                      <a:pt x="924" y="324"/>
                    </a:lnTo>
                    <a:lnTo>
                      <a:pt x="893" y="284"/>
                    </a:lnTo>
                    <a:lnTo>
                      <a:pt x="857" y="248"/>
                    </a:lnTo>
                    <a:lnTo>
                      <a:pt x="817" y="216"/>
                    </a:lnTo>
                    <a:lnTo>
                      <a:pt x="773" y="190"/>
                    </a:lnTo>
                    <a:lnTo>
                      <a:pt x="727" y="169"/>
                    </a:lnTo>
                    <a:lnTo>
                      <a:pt x="678" y="153"/>
                    </a:lnTo>
                    <a:lnTo>
                      <a:pt x="626" y="143"/>
                    </a:lnTo>
                    <a:lnTo>
                      <a:pt x="572" y="139"/>
                    </a:lnTo>
                    <a:lnTo>
                      <a:pt x="569" y="139"/>
                    </a:lnTo>
                    <a:lnTo>
                      <a:pt x="520" y="142"/>
                    </a:lnTo>
                    <a:lnTo>
                      <a:pt x="473" y="151"/>
                    </a:lnTo>
                    <a:lnTo>
                      <a:pt x="427" y="165"/>
                    </a:lnTo>
                    <a:lnTo>
                      <a:pt x="382" y="184"/>
                    </a:lnTo>
                    <a:lnTo>
                      <a:pt x="341" y="207"/>
                    </a:lnTo>
                    <a:lnTo>
                      <a:pt x="301" y="235"/>
                    </a:lnTo>
                    <a:lnTo>
                      <a:pt x="265" y="268"/>
                    </a:lnTo>
                    <a:lnTo>
                      <a:pt x="232" y="305"/>
                    </a:lnTo>
                    <a:lnTo>
                      <a:pt x="205" y="345"/>
                    </a:lnTo>
                    <a:lnTo>
                      <a:pt x="182" y="387"/>
                    </a:lnTo>
                    <a:lnTo>
                      <a:pt x="164" y="431"/>
                    </a:lnTo>
                    <a:lnTo>
                      <a:pt x="151" y="478"/>
                    </a:lnTo>
                    <a:lnTo>
                      <a:pt x="143" y="525"/>
                    </a:lnTo>
                    <a:lnTo>
                      <a:pt x="141" y="575"/>
                    </a:lnTo>
                    <a:lnTo>
                      <a:pt x="139" y="592"/>
                    </a:lnTo>
                    <a:lnTo>
                      <a:pt x="132" y="610"/>
                    </a:lnTo>
                    <a:lnTo>
                      <a:pt x="121" y="624"/>
                    </a:lnTo>
                    <a:lnTo>
                      <a:pt x="107" y="636"/>
                    </a:lnTo>
                    <a:lnTo>
                      <a:pt x="90" y="643"/>
                    </a:lnTo>
                    <a:lnTo>
                      <a:pt x="71" y="645"/>
                    </a:lnTo>
                    <a:lnTo>
                      <a:pt x="70" y="645"/>
                    </a:lnTo>
                    <a:lnTo>
                      <a:pt x="52" y="643"/>
                    </a:lnTo>
                    <a:lnTo>
                      <a:pt x="35" y="636"/>
                    </a:lnTo>
                    <a:lnTo>
                      <a:pt x="21" y="625"/>
                    </a:lnTo>
                    <a:lnTo>
                      <a:pt x="10" y="610"/>
                    </a:lnTo>
                    <a:lnTo>
                      <a:pt x="3" y="593"/>
                    </a:lnTo>
                    <a:lnTo>
                      <a:pt x="0" y="576"/>
                    </a:lnTo>
                    <a:lnTo>
                      <a:pt x="3" y="519"/>
                    </a:lnTo>
                    <a:lnTo>
                      <a:pt x="11" y="463"/>
                    </a:lnTo>
                    <a:lnTo>
                      <a:pt x="24" y="409"/>
                    </a:lnTo>
                    <a:lnTo>
                      <a:pt x="42" y="356"/>
                    </a:lnTo>
                    <a:lnTo>
                      <a:pt x="66" y="306"/>
                    </a:lnTo>
                    <a:lnTo>
                      <a:pt x="94" y="258"/>
                    </a:lnTo>
                    <a:lnTo>
                      <a:pt x="127" y="213"/>
                    </a:lnTo>
                    <a:lnTo>
                      <a:pt x="165" y="170"/>
                    </a:lnTo>
                    <a:lnTo>
                      <a:pt x="207" y="132"/>
                    </a:lnTo>
                    <a:lnTo>
                      <a:pt x="251" y="98"/>
                    </a:lnTo>
                    <a:lnTo>
                      <a:pt x="300" y="69"/>
                    </a:lnTo>
                    <a:lnTo>
                      <a:pt x="350" y="44"/>
                    </a:lnTo>
                    <a:lnTo>
                      <a:pt x="402" y="25"/>
                    </a:lnTo>
                    <a:lnTo>
                      <a:pt x="456" y="12"/>
                    </a:lnTo>
                    <a:lnTo>
                      <a:pt x="512" y="3"/>
                    </a:lnTo>
                    <a:lnTo>
                      <a:pt x="569"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98" name="Freeform 244">
                <a:extLst>
                  <a:ext uri="{FF2B5EF4-FFF2-40B4-BE49-F238E27FC236}">
                    <a16:creationId xmlns:a16="http://schemas.microsoft.com/office/drawing/2014/main" id="{011B9C96-41D4-4D05-8B19-6CD6D7DD65B7}"/>
                  </a:ext>
                </a:extLst>
              </p:cNvPr>
              <p:cNvSpPr>
                <a:spLocks noEditPoints="1"/>
              </p:cNvSpPr>
              <p:nvPr/>
            </p:nvSpPr>
            <p:spPr bwMode="auto">
              <a:xfrm>
                <a:off x="4356100" y="3684588"/>
                <a:ext cx="327025" cy="327025"/>
              </a:xfrm>
              <a:custGeom>
                <a:avLst/>
                <a:gdLst>
                  <a:gd name="T0" fmla="*/ 950 w 2058"/>
                  <a:gd name="T1" fmla="*/ 279 h 2058"/>
                  <a:gd name="T2" fmla="*/ 789 w 2058"/>
                  <a:gd name="T3" fmla="*/ 378 h 2058"/>
                  <a:gd name="T4" fmla="*/ 571 w 2058"/>
                  <a:gd name="T5" fmla="*/ 455 h 2058"/>
                  <a:gd name="T6" fmla="*/ 453 w 2058"/>
                  <a:gd name="T7" fmla="*/ 350 h 2058"/>
                  <a:gd name="T8" fmla="*/ 353 w 2058"/>
                  <a:gd name="T9" fmla="*/ 465 h 2058"/>
                  <a:gd name="T10" fmla="*/ 422 w 2058"/>
                  <a:gd name="T11" fmla="*/ 688 h 2058"/>
                  <a:gd name="T12" fmla="*/ 315 w 2058"/>
                  <a:gd name="T13" fmla="*/ 938 h 2058"/>
                  <a:gd name="T14" fmla="*/ 142 w 2058"/>
                  <a:gd name="T15" fmla="*/ 957 h 2058"/>
                  <a:gd name="T16" fmla="*/ 153 w 2058"/>
                  <a:gd name="T17" fmla="*/ 1109 h 2058"/>
                  <a:gd name="T18" fmla="*/ 360 w 2058"/>
                  <a:gd name="T19" fmla="*/ 1219 h 2058"/>
                  <a:gd name="T20" fmla="*/ 461 w 2058"/>
                  <a:gd name="T21" fmla="*/ 1470 h 2058"/>
                  <a:gd name="T22" fmla="*/ 351 w 2058"/>
                  <a:gd name="T23" fmla="*/ 1605 h 2058"/>
                  <a:gd name="T24" fmla="*/ 463 w 2058"/>
                  <a:gd name="T25" fmla="*/ 1708 h 2058"/>
                  <a:gd name="T26" fmla="*/ 643 w 2058"/>
                  <a:gd name="T27" fmla="*/ 1607 h 2058"/>
                  <a:gd name="T28" fmla="*/ 928 w 2058"/>
                  <a:gd name="T29" fmla="*/ 1730 h 2058"/>
                  <a:gd name="T30" fmla="*/ 954 w 2058"/>
                  <a:gd name="T31" fmla="*/ 1916 h 2058"/>
                  <a:gd name="T32" fmla="*/ 1109 w 2058"/>
                  <a:gd name="T33" fmla="*/ 1911 h 2058"/>
                  <a:gd name="T34" fmla="*/ 1167 w 2058"/>
                  <a:gd name="T35" fmla="*/ 1713 h 2058"/>
                  <a:gd name="T36" fmla="*/ 1453 w 2058"/>
                  <a:gd name="T37" fmla="*/ 1597 h 2058"/>
                  <a:gd name="T38" fmla="*/ 1602 w 2058"/>
                  <a:gd name="T39" fmla="*/ 1710 h 2058"/>
                  <a:gd name="T40" fmla="*/ 1710 w 2058"/>
                  <a:gd name="T41" fmla="*/ 1602 h 2058"/>
                  <a:gd name="T42" fmla="*/ 1598 w 2058"/>
                  <a:gd name="T43" fmla="*/ 1454 h 2058"/>
                  <a:gd name="T44" fmla="*/ 1713 w 2058"/>
                  <a:gd name="T45" fmla="*/ 1167 h 2058"/>
                  <a:gd name="T46" fmla="*/ 1911 w 2058"/>
                  <a:gd name="T47" fmla="*/ 1110 h 2058"/>
                  <a:gd name="T48" fmla="*/ 1917 w 2058"/>
                  <a:gd name="T49" fmla="*/ 955 h 2058"/>
                  <a:gd name="T50" fmla="*/ 1731 w 2058"/>
                  <a:gd name="T51" fmla="*/ 928 h 2058"/>
                  <a:gd name="T52" fmla="*/ 1609 w 2058"/>
                  <a:gd name="T53" fmla="*/ 644 h 2058"/>
                  <a:gd name="T54" fmla="*/ 1708 w 2058"/>
                  <a:gd name="T55" fmla="*/ 464 h 2058"/>
                  <a:gd name="T56" fmla="*/ 1607 w 2058"/>
                  <a:gd name="T57" fmla="*/ 352 h 2058"/>
                  <a:gd name="T58" fmla="*/ 1490 w 2058"/>
                  <a:gd name="T59" fmla="*/ 455 h 2058"/>
                  <a:gd name="T60" fmla="*/ 1272 w 2058"/>
                  <a:gd name="T61" fmla="*/ 378 h 2058"/>
                  <a:gd name="T62" fmla="*/ 1110 w 2058"/>
                  <a:gd name="T63" fmla="*/ 279 h 2058"/>
                  <a:gd name="T64" fmla="*/ 962 w 2058"/>
                  <a:gd name="T65" fmla="*/ 141 h 2058"/>
                  <a:gd name="T66" fmla="*/ 1224 w 2058"/>
                  <a:gd name="T67" fmla="*/ 67 h 2058"/>
                  <a:gd name="T68" fmla="*/ 1398 w 2058"/>
                  <a:gd name="T69" fmla="*/ 279 h 2058"/>
                  <a:gd name="T70" fmla="*/ 1602 w 2058"/>
                  <a:gd name="T71" fmla="*/ 209 h 2058"/>
                  <a:gd name="T72" fmla="*/ 1834 w 2058"/>
                  <a:gd name="T73" fmla="*/ 388 h 2058"/>
                  <a:gd name="T74" fmla="*/ 1805 w 2058"/>
                  <a:gd name="T75" fmla="*/ 564 h 2058"/>
                  <a:gd name="T76" fmla="*/ 1937 w 2058"/>
                  <a:gd name="T77" fmla="*/ 812 h 2058"/>
                  <a:gd name="T78" fmla="*/ 2058 w 2058"/>
                  <a:gd name="T79" fmla="*/ 960 h 2058"/>
                  <a:gd name="T80" fmla="*/ 1966 w 2058"/>
                  <a:gd name="T81" fmla="*/ 1238 h 2058"/>
                  <a:gd name="T82" fmla="*/ 1756 w 2058"/>
                  <a:gd name="T83" fmla="*/ 1444 h 2058"/>
                  <a:gd name="T84" fmla="*/ 1848 w 2058"/>
                  <a:gd name="T85" fmla="*/ 1631 h 2058"/>
                  <a:gd name="T86" fmla="*/ 1648 w 2058"/>
                  <a:gd name="T87" fmla="*/ 1841 h 2058"/>
                  <a:gd name="T88" fmla="*/ 1445 w 2058"/>
                  <a:gd name="T89" fmla="*/ 1755 h 2058"/>
                  <a:gd name="T90" fmla="*/ 1238 w 2058"/>
                  <a:gd name="T91" fmla="*/ 1965 h 2058"/>
                  <a:gd name="T92" fmla="*/ 961 w 2058"/>
                  <a:gd name="T93" fmla="*/ 2058 h 2058"/>
                  <a:gd name="T94" fmla="*/ 812 w 2058"/>
                  <a:gd name="T95" fmla="*/ 1936 h 2058"/>
                  <a:gd name="T96" fmla="*/ 564 w 2058"/>
                  <a:gd name="T97" fmla="*/ 1805 h 2058"/>
                  <a:gd name="T98" fmla="*/ 400 w 2058"/>
                  <a:gd name="T99" fmla="*/ 1837 h 2058"/>
                  <a:gd name="T100" fmla="*/ 210 w 2058"/>
                  <a:gd name="T101" fmla="*/ 1614 h 2058"/>
                  <a:gd name="T102" fmla="*/ 278 w 2058"/>
                  <a:gd name="T103" fmla="*/ 1397 h 2058"/>
                  <a:gd name="T104" fmla="*/ 67 w 2058"/>
                  <a:gd name="T105" fmla="*/ 1223 h 2058"/>
                  <a:gd name="T106" fmla="*/ 3 w 2058"/>
                  <a:gd name="T107" fmla="*/ 930 h 2058"/>
                  <a:gd name="T108" fmla="*/ 152 w 2058"/>
                  <a:gd name="T109" fmla="*/ 809 h 2058"/>
                  <a:gd name="T110" fmla="*/ 236 w 2058"/>
                  <a:gd name="T111" fmla="*/ 543 h 2058"/>
                  <a:gd name="T112" fmla="*/ 236 w 2058"/>
                  <a:gd name="T113" fmla="*/ 371 h 2058"/>
                  <a:gd name="T114" fmla="*/ 458 w 2058"/>
                  <a:gd name="T115" fmla="*/ 209 h 2058"/>
                  <a:gd name="T116" fmla="*/ 709 w 2058"/>
                  <a:gd name="T117" fmla="*/ 256 h 2058"/>
                  <a:gd name="T118" fmla="*/ 853 w 2058"/>
                  <a:gd name="T119" fmla="*/ 45 h 20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058" h="2058">
                    <a:moveTo>
                      <a:pt x="962" y="141"/>
                    </a:moveTo>
                    <a:lnTo>
                      <a:pt x="958" y="143"/>
                    </a:lnTo>
                    <a:lnTo>
                      <a:pt x="954" y="145"/>
                    </a:lnTo>
                    <a:lnTo>
                      <a:pt x="952" y="147"/>
                    </a:lnTo>
                    <a:lnTo>
                      <a:pt x="951" y="150"/>
                    </a:lnTo>
                    <a:lnTo>
                      <a:pt x="950" y="153"/>
                    </a:lnTo>
                    <a:lnTo>
                      <a:pt x="950" y="279"/>
                    </a:lnTo>
                    <a:lnTo>
                      <a:pt x="947" y="299"/>
                    </a:lnTo>
                    <a:lnTo>
                      <a:pt x="940" y="315"/>
                    </a:lnTo>
                    <a:lnTo>
                      <a:pt x="928" y="330"/>
                    </a:lnTo>
                    <a:lnTo>
                      <a:pt x="912" y="342"/>
                    </a:lnTo>
                    <a:lnTo>
                      <a:pt x="893" y="348"/>
                    </a:lnTo>
                    <a:lnTo>
                      <a:pt x="840" y="361"/>
                    </a:lnTo>
                    <a:lnTo>
                      <a:pt x="789" y="378"/>
                    </a:lnTo>
                    <a:lnTo>
                      <a:pt x="738" y="398"/>
                    </a:lnTo>
                    <a:lnTo>
                      <a:pt x="690" y="423"/>
                    </a:lnTo>
                    <a:lnTo>
                      <a:pt x="643" y="451"/>
                    </a:lnTo>
                    <a:lnTo>
                      <a:pt x="625" y="460"/>
                    </a:lnTo>
                    <a:lnTo>
                      <a:pt x="607" y="464"/>
                    </a:lnTo>
                    <a:lnTo>
                      <a:pt x="588" y="462"/>
                    </a:lnTo>
                    <a:lnTo>
                      <a:pt x="571" y="455"/>
                    </a:lnTo>
                    <a:lnTo>
                      <a:pt x="555" y="443"/>
                    </a:lnTo>
                    <a:lnTo>
                      <a:pt x="466" y="352"/>
                    </a:lnTo>
                    <a:lnTo>
                      <a:pt x="463" y="350"/>
                    </a:lnTo>
                    <a:lnTo>
                      <a:pt x="461" y="349"/>
                    </a:lnTo>
                    <a:lnTo>
                      <a:pt x="458" y="349"/>
                    </a:lnTo>
                    <a:lnTo>
                      <a:pt x="456" y="349"/>
                    </a:lnTo>
                    <a:lnTo>
                      <a:pt x="453" y="350"/>
                    </a:lnTo>
                    <a:lnTo>
                      <a:pt x="450" y="352"/>
                    </a:lnTo>
                    <a:lnTo>
                      <a:pt x="353" y="449"/>
                    </a:lnTo>
                    <a:lnTo>
                      <a:pt x="351" y="452"/>
                    </a:lnTo>
                    <a:lnTo>
                      <a:pt x="350" y="456"/>
                    </a:lnTo>
                    <a:lnTo>
                      <a:pt x="350" y="459"/>
                    </a:lnTo>
                    <a:lnTo>
                      <a:pt x="351" y="462"/>
                    </a:lnTo>
                    <a:lnTo>
                      <a:pt x="353" y="465"/>
                    </a:lnTo>
                    <a:lnTo>
                      <a:pt x="443" y="554"/>
                    </a:lnTo>
                    <a:lnTo>
                      <a:pt x="455" y="569"/>
                    </a:lnTo>
                    <a:lnTo>
                      <a:pt x="461" y="587"/>
                    </a:lnTo>
                    <a:lnTo>
                      <a:pt x="463" y="606"/>
                    </a:lnTo>
                    <a:lnTo>
                      <a:pt x="460" y="625"/>
                    </a:lnTo>
                    <a:lnTo>
                      <a:pt x="451" y="642"/>
                    </a:lnTo>
                    <a:lnTo>
                      <a:pt x="422" y="688"/>
                    </a:lnTo>
                    <a:lnTo>
                      <a:pt x="398" y="737"/>
                    </a:lnTo>
                    <a:lnTo>
                      <a:pt x="376" y="788"/>
                    </a:lnTo>
                    <a:lnTo>
                      <a:pt x="360" y="839"/>
                    </a:lnTo>
                    <a:lnTo>
                      <a:pt x="347" y="892"/>
                    </a:lnTo>
                    <a:lnTo>
                      <a:pt x="341" y="911"/>
                    </a:lnTo>
                    <a:lnTo>
                      <a:pt x="330" y="927"/>
                    </a:lnTo>
                    <a:lnTo>
                      <a:pt x="315" y="938"/>
                    </a:lnTo>
                    <a:lnTo>
                      <a:pt x="297" y="947"/>
                    </a:lnTo>
                    <a:lnTo>
                      <a:pt x="278" y="949"/>
                    </a:lnTo>
                    <a:lnTo>
                      <a:pt x="153" y="949"/>
                    </a:lnTo>
                    <a:lnTo>
                      <a:pt x="149" y="950"/>
                    </a:lnTo>
                    <a:lnTo>
                      <a:pt x="146" y="951"/>
                    </a:lnTo>
                    <a:lnTo>
                      <a:pt x="143" y="954"/>
                    </a:lnTo>
                    <a:lnTo>
                      <a:pt x="142" y="957"/>
                    </a:lnTo>
                    <a:lnTo>
                      <a:pt x="141" y="960"/>
                    </a:lnTo>
                    <a:lnTo>
                      <a:pt x="141" y="1097"/>
                    </a:lnTo>
                    <a:lnTo>
                      <a:pt x="142" y="1101"/>
                    </a:lnTo>
                    <a:lnTo>
                      <a:pt x="143" y="1104"/>
                    </a:lnTo>
                    <a:lnTo>
                      <a:pt x="146" y="1107"/>
                    </a:lnTo>
                    <a:lnTo>
                      <a:pt x="149" y="1108"/>
                    </a:lnTo>
                    <a:lnTo>
                      <a:pt x="153" y="1109"/>
                    </a:lnTo>
                    <a:lnTo>
                      <a:pt x="278" y="1109"/>
                    </a:lnTo>
                    <a:lnTo>
                      <a:pt x="297" y="1111"/>
                    </a:lnTo>
                    <a:lnTo>
                      <a:pt x="315" y="1120"/>
                    </a:lnTo>
                    <a:lnTo>
                      <a:pt x="330" y="1131"/>
                    </a:lnTo>
                    <a:lnTo>
                      <a:pt x="341" y="1147"/>
                    </a:lnTo>
                    <a:lnTo>
                      <a:pt x="347" y="1166"/>
                    </a:lnTo>
                    <a:lnTo>
                      <a:pt x="360" y="1219"/>
                    </a:lnTo>
                    <a:lnTo>
                      <a:pt x="376" y="1270"/>
                    </a:lnTo>
                    <a:lnTo>
                      <a:pt x="398" y="1321"/>
                    </a:lnTo>
                    <a:lnTo>
                      <a:pt x="422" y="1368"/>
                    </a:lnTo>
                    <a:lnTo>
                      <a:pt x="451" y="1416"/>
                    </a:lnTo>
                    <a:lnTo>
                      <a:pt x="460" y="1433"/>
                    </a:lnTo>
                    <a:lnTo>
                      <a:pt x="463" y="1452"/>
                    </a:lnTo>
                    <a:lnTo>
                      <a:pt x="461" y="1470"/>
                    </a:lnTo>
                    <a:lnTo>
                      <a:pt x="455" y="1488"/>
                    </a:lnTo>
                    <a:lnTo>
                      <a:pt x="443" y="1504"/>
                    </a:lnTo>
                    <a:lnTo>
                      <a:pt x="353" y="1593"/>
                    </a:lnTo>
                    <a:lnTo>
                      <a:pt x="351" y="1596"/>
                    </a:lnTo>
                    <a:lnTo>
                      <a:pt x="350" y="1599"/>
                    </a:lnTo>
                    <a:lnTo>
                      <a:pt x="350" y="1602"/>
                    </a:lnTo>
                    <a:lnTo>
                      <a:pt x="351" y="1605"/>
                    </a:lnTo>
                    <a:lnTo>
                      <a:pt x="353" y="1609"/>
                    </a:lnTo>
                    <a:lnTo>
                      <a:pt x="450" y="1704"/>
                    </a:lnTo>
                    <a:lnTo>
                      <a:pt x="453" y="1708"/>
                    </a:lnTo>
                    <a:lnTo>
                      <a:pt x="456" y="1709"/>
                    </a:lnTo>
                    <a:lnTo>
                      <a:pt x="458" y="1709"/>
                    </a:lnTo>
                    <a:lnTo>
                      <a:pt x="461" y="1709"/>
                    </a:lnTo>
                    <a:lnTo>
                      <a:pt x="463" y="1708"/>
                    </a:lnTo>
                    <a:lnTo>
                      <a:pt x="466" y="1704"/>
                    </a:lnTo>
                    <a:lnTo>
                      <a:pt x="555" y="1616"/>
                    </a:lnTo>
                    <a:lnTo>
                      <a:pt x="569" y="1605"/>
                    </a:lnTo>
                    <a:lnTo>
                      <a:pt x="586" y="1598"/>
                    </a:lnTo>
                    <a:lnTo>
                      <a:pt x="604" y="1596"/>
                    </a:lnTo>
                    <a:lnTo>
                      <a:pt x="624" y="1599"/>
                    </a:lnTo>
                    <a:lnTo>
                      <a:pt x="643" y="1607"/>
                    </a:lnTo>
                    <a:lnTo>
                      <a:pt x="690" y="1636"/>
                    </a:lnTo>
                    <a:lnTo>
                      <a:pt x="738" y="1661"/>
                    </a:lnTo>
                    <a:lnTo>
                      <a:pt x="789" y="1682"/>
                    </a:lnTo>
                    <a:lnTo>
                      <a:pt x="840" y="1699"/>
                    </a:lnTo>
                    <a:lnTo>
                      <a:pt x="893" y="1713"/>
                    </a:lnTo>
                    <a:lnTo>
                      <a:pt x="912" y="1719"/>
                    </a:lnTo>
                    <a:lnTo>
                      <a:pt x="928" y="1730"/>
                    </a:lnTo>
                    <a:lnTo>
                      <a:pt x="940" y="1745"/>
                    </a:lnTo>
                    <a:lnTo>
                      <a:pt x="948" y="1762"/>
                    </a:lnTo>
                    <a:lnTo>
                      <a:pt x="950" y="1781"/>
                    </a:lnTo>
                    <a:lnTo>
                      <a:pt x="950" y="1907"/>
                    </a:lnTo>
                    <a:lnTo>
                      <a:pt x="951" y="1911"/>
                    </a:lnTo>
                    <a:lnTo>
                      <a:pt x="952" y="1914"/>
                    </a:lnTo>
                    <a:lnTo>
                      <a:pt x="954" y="1916"/>
                    </a:lnTo>
                    <a:lnTo>
                      <a:pt x="958" y="1918"/>
                    </a:lnTo>
                    <a:lnTo>
                      <a:pt x="962" y="1918"/>
                    </a:lnTo>
                    <a:lnTo>
                      <a:pt x="1099" y="1918"/>
                    </a:lnTo>
                    <a:lnTo>
                      <a:pt x="1102" y="1918"/>
                    </a:lnTo>
                    <a:lnTo>
                      <a:pt x="1105" y="1916"/>
                    </a:lnTo>
                    <a:lnTo>
                      <a:pt x="1108" y="1914"/>
                    </a:lnTo>
                    <a:lnTo>
                      <a:pt x="1109" y="1911"/>
                    </a:lnTo>
                    <a:lnTo>
                      <a:pt x="1110" y="1907"/>
                    </a:lnTo>
                    <a:lnTo>
                      <a:pt x="1110" y="1781"/>
                    </a:lnTo>
                    <a:lnTo>
                      <a:pt x="1113" y="1762"/>
                    </a:lnTo>
                    <a:lnTo>
                      <a:pt x="1121" y="1745"/>
                    </a:lnTo>
                    <a:lnTo>
                      <a:pt x="1133" y="1730"/>
                    </a:lnTo>
                    <a:lnTo>
                      <a:pt x="1148" y="1719"/>
                    </a:lnTo>
                    <a:lnTo>
                      <a:pt x="1167" y="1713"/>
                    </a:lnTo>
                    <a:lnTo>
                      <a:pt x="1220" y="1700"/>
                    </a:lnTo>
                    <a:lnTo>
                      <a:pt x="1272" y="1683"/>
                    </a:lnTo>
                    <a:lnTo>
                      <a:pt x="1321" y="1662"/>
                    </a:lnTo>
                    <a:lnTo>
                      <a:pt x="1370" y="1638"/>
                    </a:lnTo>
                    <a:lnTo>
                      <a:pt x="1417" y="1610"/>
                    </a:lnTo>
                    <a:lnTo>
                      <a:pt x="1434" y="1600"/>
                    </a:lnTo>
                    <a:lnTo>
                      <a:pt x="1453" y="1597"/>
                    </a:lnTo>
                    <a:lnTo>
                      <a:pt x="1472" y="1599"/>
                    </a:lnTo>
                    <a:lnTo>
                      <a:pt x="1490" y="1605"/>
                    </a:lnTo>
                    <a:lnTo>
                      <a:pt x="1506" y="1618"/>
                    </a:lnTo>
                    <a:lnTo>
                      <a:pt x="1594" y="1707"/>
                    </a:lnTo>
                    <a:lnTo>
                      <a:pt x="1598" y="1709"/>
                    </a:lnTo>
                    <a:lnTo>
                      <a:pt x="1600" y="1710"/>
                    </a:lnTo>
                    <a:lnTo>
                      <a:pt x="1602" y="1710"/>
                    </a:lnTo>
                    <a:lnTo>
                      <a:pt x="1605" y="1710"/>
                    </a:lnTo>
                    <a:lnTo>
                      <a:pt x="1607" y="1709"/>
                    </a:lnTo>
                    <a:lnTo>
                      <a:pt x="1610" y="1707"/>
                    </a:lnTo>
                    <a:lnTo>
                      <a:pt x="1706" y="1610"/>
                    </a:lnTo>
                    <a:lnTo>
                      <a:pt x="1708" y="1607"/>
                    </a:lnTo>
                    <a:lnTo>
                      <a:pt x="1709" y="1604"/>
                    </a:lnTo>
                    <a:lnTo>
                      <a:pt x="1710" y="1602"/>
                    </a:lnTo>
                    <a:lnTo>
                      <a:pt x="1709" y="1600"/>
                    </a:lnTo>
                    <a:lnTo>
                      <a:pt x="1708" y="1597"/>
                    </a:lnTo>
                    <a:lnTo>
                      <a:pt x="1706" y="1594"/>
                    </a:lnTo>
                    <a:lnTo>
                      <a:pt x="1618" y="1505"/>
                    </a:lnTo>
                    <a:lnTo>
                      <a:pt x="1606" y="1489"/>
                    </a:lnTo>
                    <a:lnTo>
                      <a:pt x="1600" y="1473"/>
                    </a:lnTo>
                    <a:lnTo>
                      <a:pt x="1598" y="1454"/>
                    </a:lnTo>
                    <a:lnTo>
                      <a:pt x="1601" y="1435"/>
                    </a:lnTo>
                    <a:lnTo>
                      <a:pt x="1609" y="1417"/>
                    </a:lnTo>
                    <a:lnTo>
                      <a:pt x="1638" y="1370"/>
                    </a:lnTo>
                    <a:lnTo>
                      <a:pt x="1663" y="1322"/>
                    </a:lnTo>
                    <a:lnTo>
                      <a:pt x="1683" y="1271"/>
                    </a:lnTo>
                    <a:lnTo>
                      <a:pt x="1700" y="1220"/>
                    </a:lnTo>
                    <a:lnTo>
                      <a:pt x="1713" y="1167"/>
                    </a:lnTo>
                    <a:lnTo>
                      <a:pt x="1719" y="1148"/>
                    </a:lnTo>
                    <a:lnTo>
                      <a:pt x="1731" y="1132"/>
                    </a:lnTo>
                    <a:lnTo>
                      <a:pt x="1745" y="1121"/>
                    </a:lnTo>
                    <a:lnTo>
                      <a:pt x="1762" y="1113"/>
                    </a:lnTo>
                    <a:lnTo>
                      <a:pt x="1782" y="1110"/>
                    </a:lnTo>
                    <a:lnTo>
                      <a:pt x="1908" y="1110"/>
                    </a:lnTo>
                    <a:lnTo>
                      <a:pt x="1911" y="1110"/>
                    </a:lnTo>
                    <a:lnTo>
                      <a:pt x="1914" y="1108"/>
                    </a:lnTo>
                    <a:lnTo>
                      <a:pt x="1917" y="1106"/>
                    </a:lnTo>
                    <a:lnTo>
                      <a:pt x="1918" y="1103"/>
                    </a:lnTo>
                    <a:lnTo>
                      <a:pt x="1919" y="1098"/>
                    </a:lnTo>
                    <a:lnTo>
                      <a:pt x="1919" y="961"/>
                    </a:lnTo>
                    <a:lnTo>
                      <a:pt x="1918" y="958"/>
                    </a:lnTo>
                    <a:lnTo>
                      <a:pt x="1917" y="955"/>
                    </a:lnTo>
                    <a:lnTo>
                      <a:pt x="1914" y="953"/>
                    </a:lnTo>
                    <a:lnTo>
                      <a:pt x="1911" y="951"/>
                    </a:lnTo>
                    <a:lnTo>
                      <a:pt x="1908" y="951"/>
                    </a:lnTo>
                    <a:lnTo>
                      <a:pt x="1782" y="951"/>
                    </a:lnTo>
                    <a:lnTo>
                      <a:pt x="1762" y="948"/>
                    </a:lnTo>
                    <a:lnTo>
                      <a:pt x="1745" y="940"/>
                    </a:lnTo>
                    <a:lnTo>
                      <a:pt x="1731" y="928"/>
                    </a:lnTo>
                    <a:lnTo>
                      <a:pt x="1719" y="912"/>
                    </a:lnTo>
                    <a:lnTo>
                      <a:pt x="1713" y="894"/>
                    </a:lnTo>
                    <a:lnTo>
                      <a:pt x="1700" y="840"/>
                    </a:lnTo>
                    <a:lnTo>
                      <a:pt x="1683" y="789"/>
                    </a:lnTo>
                    <a:lnTo>
                      <a:pt x="1663" y="739"/>
                    </a:lnTo>
                    <a:lnTo>
                      <a:pt x="1638" y="691"/>
                    </a:lnTo>
                    <a:lnTo>
                      <a:pt x="1609" y="644"/>
                    </a:lnTo>
                    <a:lnTo>
                      <a:pt x="1601" y="626"/>
                    </a:lnTo>
                    <a:lnTo>
                      <a:pt x="1598" y="607"/>
                    </a:lnTo>
                    <a:lnTo>
                      <a:pt x="1599" y="588"/>
                    </a:lnTo>
                    <a:lnTo>
                      <a:pt x="1606" y="570"/>
                    </a:lnTo>
                    <a:lnTo>
                      <a:pt x="1618" y="555"/>
                    </a:lnTo>
                    <a:lnTo>
                      <a:pt x="1706" y="466"/>
                    </a:lnTo>
                    <a:lnTo>
                      <a:pt x="1708" y="464"/>
                    </a:lnTo>
                    <a:lnTo>
                      <a:pt x="1709" y="461"/>
                    </a:lnTo>
                    <a:lnTo>
                      <a:pt x="1710" y="459"/>
                    </a:lnTo>
                    <a:lnTo>
                      <a:pt x="1709" y="457"/>
                    </a:lnTo>
                    <a:lnTo>
                      <a:pt x="1708" y="453"/>
                    </a:lnTo>
                    <a:lnTo>
                      <a:pt x="1706" y="450"/>
                    </a:lnTo>
                    <a:lnTo>
                      <a:pt x="1610" y="354"/>
                    </a:lnTo>
                    <a:lnTo>
                      <a:pt x="1607" y="352"/>
                    </a:lnTo>
                    <a:lnTo>
                      <a:pt x="1605" y="351"/>
                    </a:lnTo>
                    <a:lnTo>
                      <a:pt x="1602" y="350"/>
                    </a:lnTo>
                    <a:lnTo>
                      <a:pt x="1600" y="351"/>
                    </a:lnTo>
                    <a:lnTo>
                      <a:pt x="1598" y="352"/>
                    </a:lnTo>
                    <a:lnTo>
                      <a:pt x="1594" y="354"/>
                    </a:lnTo>
                    <a:lnTo>
                      <a:pt x="1506" y="443"/>
                    </a:lnTo>
                    <a:lnTo>
                      <a:pt x="1490" y="455"/>
                    </a:lnTo>
                    <a:lnTo>
                      <a:pt x="1472" y="462"/>
                    </a:lnTo>
                    <a:lnTo>
                      <a:pt x="1453" y="463"/>
                    </a:lnTo>
                    <a:lnTo>
                      <a:pt x="1434" y="460"/>
                    </a:lnTo>
                    <a:lnTo>
                      <a:pt x="1417" y="451"/>
                    </a:lnTo>
                    <a:lnTo>
                      <a:pt x="1370" y="423"/>
                    </a:lnTo>
                    <a:lnTo>
                      <a:pt x="1321" y="398"/>
                    </a:lnTo>
                    <a:lnTo>
                      <a:pt x="1272" y="378"/>
                    </a:lnTo>
                    <a:lnTo>
                      <a:pt x="1220" y="361"/>
                    </a:lnTo>
                    <a:lnTo>
                      <a:pt x="1167" y="348"/>
                    </a:lnTo>
                    <a:lnTo>
                      <a:pt x="1148" y="342"/>
                    </a:lnTo>
                    <a:lnTo>
                      <a:pt x="1133" y="330"/>
                    </a:lnTo>
                    <a:lnTo>
                      <a:pt x="1120" y="315"/>
                    </a:lnTo>
                    <a:lnTo>
                      <a:pt x="1113" y="299"/>
                    </a:lnTo>
                    <a:lnTo>
                      <a:pt x="1110" y="279"/>
                    </a:lnTo>
                    <a:lnTo>
                      <a:pt x="1110" y="153"/>
                    </a:lnTo>
                    <a:lnTo>
                      <a:pt x="1109" y="150"/>
                    </a:lnTo>
                    <a:lnTo>
                      <a:pt x="1108" y="147"/>
                    </a:lnTo>
                    <a:lnTo>
                      <a:pt x="1105" y="145"/>
                    </a:lnTo>
                    <a:lnTo>
                      <a:pt x="1102" y="143"/>
                    </a:lnTo>
                    <a:lnTo>
                      <a:pt x="1099" y="141"/>
                    </a:lnTo>
                    <a:lnTo>
                      <a:pt x="962" y="141"/>
                    </a:lnTo>
                    <a:close/>
                    <a:moveTo>
                      <a:pt x="961" y="0"/>
                    </a:moveTo>
                    <a:lnTo>
                      <a:pt x="1098" y="0"/>
                    </a:lnTo>
                    <a:lnTo>
                      <a:pt x="1128" y="3"/>
                    </a:lnTo>
                    <a:lnTo>
                      <a:pt x="1157" y="12"/>
                    </a:lnTo>
                    <a:lnTo>
                      <a:pt x="1183" y="26"/>
                    </a:lnTo>
                    <a:lnTo>
                      <a:pt x="1205" y="45"/>
                    </a:lnTo>
                    <a:lnTo>
                      <a:pt x="1224" y="67"/>
                    </a:lnTo>
                    <a:lnTo>
                      <a:pt x="1238" y="93"/>
                    </a:lnTo>
                    <a:lnTo>
                      <a:pt x="1246" y="121"/>
                    </a:lnTo>
                    <a:lnTo>
                      <a:pt x="1250" y="152"/>
                    </a:lnTo>
                    <a:lnTo>
                      <a:pt x="1250" y="223"/>
                    </a:lnTo>
                    <a:lnTo>
                      <a:pt x="1300" y="237"/>
                    </a:lnTo>
                    <a:lnTo>
                      <a:pt x="1350" y="256"/>
                    </a:lnTo>
                    <a:lnTo>
                      <a:pt x="1398" y="279"/>
                    </a:lnTo>
                    <a:lnTo>
                      <a:pt x="1445" y="303"/>
                    </a:lnTo>
                    <a:lnTo>
                      <a:pt x="1494" y="253"/>
                    </a:lnTo>
                    <a:lnTo>
                      <a:pt x="1512" y="237"/>
                    </a:lnTo>
                    <a:lnTo>
                      <a:pt x="1532" y="225"/>
                    </a:lnTo>
                    <a:lnTo>
                      <a:pt x="1554" y="216"/>
                    </a:lnTo>
                    <a:lnTo>
                      <a:pt x="1578" y="211"/>
                    </a:lnTo>
                    <a:lnTo>
                      <a:pt x="1602" y="209"/>
                    </a:lnTo>
                    <a:lnTo>
                      <a:pt x="1631" y="212"/>
                    </a:lnTo>
                    <a:lnTo>
                      <a:pt x="1660" y="221"/>
                    </a:lnTo>
                    <a:lnTo>
                      <a:pt x="1686" y="234"/>
                    </a:lnTo>
                    <a:lnTo>
                      <a:pt x="1708" y="253"/>
                    </a:lnTo>
                    <a:lnTo>
                      <a:pt x="1805" y="350"/>
                    </a:lnTo>
                    <a:lnTo>
                      <a:pt x="1821" y="368"/>
                    </a:lnTo>
                    <a:lnTo>
                      <a:pt x="1834" y="388"/>
                    </a:lnTo>
                    <a:lnTo>
                      <a:pt x="1842" y="410"/>
                    </a:lnTo>
                    <a:lnTo>
                      <a:pt x="1849" y="433"/>
                    </a:lnTo>
                    <a:lnTo>
                      <a:pt x="1850" y="457"/>
                    </a:lnTo>
                    <a:lnTo>
                      <a:pt x="1848" y="487"/>
                    </a:lnTo>
                    <a:lnTo>
                      <a:pt x="1838" y="516"/>
                    </a:lnTo>
                    <a:lnTo>
                      <a:pt x="1824" y="541"/>
                    </a:lnTo>
                    <a:lnTo>
                      <a:pt x="1805" y="564"/>
                    </a:lnTo>
                    <a:lnTo>
                      <a:pt x="1756" y="614"/>
                    </a:lnTo>
                    <a:lnTo>
                      <a:pt x="1781" y="661"/>
                    </a:lnTo>
                    <a:lnTo>
                      <a:pt x="1802" y="709"/>
                    </a:lnTo>
                    <a:lnTo>
                      <a:pt x="1821" y="758"/>
                    </a:lnTo>
                    <a:lnTo>
                      <a:pt x="1837" y="809"/>
                    </a:lnTo>
                    <a:lnTo>
                      <a:pt x="1907" y="809"/>
                    </a:lnTo>
                    <a:lnTo>
                      <a:pt x="1937" y="812"/>
                    </a:lnTo>
                    <a:lnTo>
                      <a:pt x="1966" y="820"/>
                    </a:lnTo>
                    <a:lnTo>
                      <a:pt x="1992" y="835"/>
                    </a:lnTo>
                    <a:lnTo>
                      <a:pt x="2014" y="853"/>
                    </a:lnTo>
                    <a:lnTo>
                      <a:pt x="2033" y="875"/>
                    </a:lnTo>
                    <a:lnTo>
                      <a:pt x="2047" y="901"/>
                    </a:lnTo>
                    <a:lnTo>
                      <a:pt x="2055" y="930"/>
                    </a:lnTo>
                    <a:lnTo>
                      <a:pt x="2058" y="960"/>
                    </a:lnTo>
                    <a:lnTo>
                      <a:pt x="2058" y="1097"/>
                    </a:lnTo>
                    <a:lnTo>
                      <a:pt x="2055" y="1128"/>
                    </a:lnTo>
                    <a:lnTo>
                      <a:pt x="2047" y="1156"/>
                    </a:lnTo>
                    <a:lnTo>
                      <a:pt x="2033" y="1182"/>
                    </a:lnTo>
                    <a:lnTo>
                      <a:pt x="2014" y="1205"/>
                    </a:lnTo>
                    <a:lnTo>
                      <a:pt x="1992" y="1223"/>
                    </a:lnTo>
                    <a:lnTo>
                      <a:pt x="1966" y="1238"/>
                    </a:lnTo>
                    <a:lnTo>
                      <a:pt x="1937" y="1246"/>
                    </a:lnTo>
                    <a:lnTo>
                      <a:pt x="1907" y="1249"/>
                    </a:lnTo>
                    <a:lnTo>
                      <a:pt x="1837" y="1249"/>
                    </a:lnTo>
                    <a:lnTo>
                      <a:pt x="1821" y="1300"/>
                    </a:lnTo>
                    <a:lnTo>
                      <a:pt x="1802" y="1349"/>
                    </a:lnTo>
                    <a:lnTo>
                      <a:pt x="1781" y="1397"/>
                    </a:lnTo>
                    <a:lnTo>
                      <a:pt x="1756" y="1444"/>
                    </a:lnTo>
                    <a:lnTo>
                      <a:pt x="1805" y="1494"/>
                    </a:lnTo>
                    <a:lnTo>
                      <a:pt x="1821" y="1512"/>
                    </a:lnTo>
                    <a:lnTo>
                      <a:pt x="1834" y="1532"/>
                    </a:lnTo>
                    <a:lnTo>
                      <a:pt x="1842" y="1554"/>
                    </a:lnTo>
                    <a:lnTo>
                      <a:pt x="1849" y="1577"/>
                    </a:lnTo>
                    <a:lnTo>
                      <a:pt x="1850" y="1600"/>
                    </a:lnTo>
                    <a:lnTo>
                      <a:pt x="1848" y="1631"/>
                    </a:lnTo>
                    <a:lnTo>
                      <a:pt x="1838" y="1659"/>
                    </a:lnTo>
                    <a:lnTo>
                      <a:pt x="1824" y="1684"/>
                    </a:lnTo>
                    <a:lnTo>
                      <a:pt x="1805" y="1708"/>
                    </a:lnTo>
                    <a:lnTo>
                      <a:pt x="1708" y="1805"/>
                    </a:lnTo>
                    <a:lnTo>
                      <a:pt x="1690" y="1820"/>
                    </a:lnTo>
                    <a:lnTo>
                      <a:pt x="1670" y="1833"/>
                    </a:lnTo>
                    <a:lnTo>
                      <a:pt x="1648" y="1841"/>
                    </a:lnTo>
                    <a:lnTo>
                      <a:pt x="1625" y="1847"/>
                    </a:lnTo>
                    <a:lnTo>
                      <a:pt x="1602" y="1849"/>
                    </a:lnTo>
                    <a:lnTo>
                      <a:pt x="1571" y="1846"/>
                    </a:lnTo>
                    <a:lnTo>
                      <a:pt x="1544" y="1837"/>
                    </a:lnTo>
                    <a:lnTo>
                      <a:pt x="1517" y="1824"/>
                    </a:lnTo>
                    <a:lnTo>
                      <a:pt x="1494" y="1805"/>
                    </a:lnTo>
                    <a:lnTo>
                      <a:pt x="1445" y="1755"/>
                    </a:lnTo>
                    <a:lnTo>
                      <a:pt x="1398" y="1779"/>
                    </a:lnTo>
                    <a:lnTo>
                      <a:pt x="1350" y="1801"/>
                    </a:lnTo>
                    <a:lnTo>
                      <a:pt x="1300" y="1820"/>
                    </a:lnTo>
                    <a:lnTo>
                      <a:pt x="1250" y="1835"/>
                    </a:lnTo>
                    <a:lnTo>
                      <a:pt x="1250" y="1906"/>
                    </a:lnTo>
                    <a:lnTo>
                      <a:pt x="1246" y="1936"/>
                    </a:lnTo>
                    <a:lnTo>
                      <a:pt x="1238" y="1965"/>
                    </a:lnTo>
                    <a:lnTo>
                      <a:pt x="1224" y="1991"/>
                    </a:lnTo>
                    <a:lnTo>
                      <a:pt x="1205" y="2013"/>
                    </a:lnTo>
                    <a:lnTo>
                      <a:pt x="1183" y="2032"/>
                    </a:lnTo>
                    <a:lnTo>
                      <a:pt x="1157" y="2046"/>
                    </a:lnTo>
                    <a:lnTo>
                      <a:pt x="1128" y="2054"/>
                    </a:lnTo>
                    <a:lnTo>
                      <a:pt x="1098" y="2058"/>
                    </a:lnTo>
                    <a:lnTo>
                      <a:pt x="961" y="2058"/>
                    </a:lnTo>
                    <a:lnTo>
                      <a:pt x="930" y="2054"/>
                    </a:lnTo>
                    <a:lnTo>
                      <a:pt x="903" y="2046"/>
                    </a:lnTo>
                    <a:lnTo>
                      <a:pt x="876" y="2032"/>
                    </a:lnTo>
                    <a:lnTo>
                      <a:pt x="854" y="2013"/>
                    </a:lnTo>
                    <a:lnTo>
                      <a:pt x="835" y="1991"/>
                    </a:lnTo>
                    <a:lnTo>
                      <a:pt x="821" y="1965"/>
                    </a:lnTo>
                    <a:lnTo>
                      <a:pt x="812" y="1936"/>
                    </a:lnTo>
                    <a:lnTo>
                      <a:pt x="809" y="1906"/>
                    </a:lnTo>
                    <a:lnTo>
                      <a:pt x="809" y="1835"/>
                    </a:lnTo>
                    <a:lnTo>
                      <a:pt x="758" y="1820"/>
                    </a:lnTo>
                    <a:lnTo>
                      <a:pt x="709" y="1801"/>
                    </a:lnTo>
                    <a:lnTo>
                      <a:pt x="661" y="1779"/>
                    </a:lnTo>
                    <a:lnTo>
                      <a:pt x="615" y="1755"/>
                    </a:lnTo>
                    <a:lnTo>
                      <a:pt x="564" y="1805"/>
                    </a:lnTo>
                    <a:lnTo>
                      <a:pt x="546" y="1820"/>
                    </a:lnTo>
                    <a:lnTo>
                      <a:pt x="526" y="1833"/>
                    </a:lnTo>
                    <a:lnTo>
                      <a:pt x="504" y="1841"/>
                    </a:lnTo>
                    <a:lnTo>
                      <a:pt x="481" y="1847"/>
                    </a:lnTo>
                    <a:lnTo>
                      <a:pt x="458" y="1849"/>
                    </a:lnTo>
                    <a:lnTo>
                      <a:pt x="427" y="1846"/>
                    </a:lnTo>
                    <a:lnTo>
                      <a:pt x="400" y="1837"/>
                    </a:lnTo>
                    <a:lnTo>
                      <a:pt x="373" y="1824"/>
                    </a:lnTo>
                    <a:lnTo>
                      <a:pt x="350" y="1805"/>
                    </a:lnTo>
                    <a:lnTo>
                      <a:pt x="253" y="1708"/>
                    </a:lnTo>
                    <a:lnTo>
                      <a:pt x="236" y="1687"/>
                    </a:lnTo>
                    <a:lnTo>
                      <a:pt x="223" y="1663"/>
                    </a:lnTo>
                    <a:lnTo>
                      <a:pt x="214" y="1639"/>
                    </a:lnTo>
                    <a:lnTo>
                      <a:pt x="210" y="1614"/>
                    </a:lnTo>
                    <a:lnTo>
                      <a:pt x="210" y="1587"/>
                    </a:lnTo>
                    <a:lnTo>
                      <a:pt x="214" y="1562"/>
                    </a:lnTo>
                    <a:lnTo>
                      <a:pt x="223" y="1538"/>
                    </a:lnTo>
                    <a:lnTo>
                      <a:pt x="236" y="1515"/>
                    </a:lnTo>
                    <a:lnTo>
                      <a:pt x="253" y="1494"/>
                    </a:lnTo>
                    <a:lnTo>
                      <a:pt x="304" y="1444"/>
                    </a:lnTo>
                    <a:lnTo>
                      <a:pt x="278" y="1397"/>
                    </a:lnTo>
                    <a:lnTo>
                      <a:pt x="256" y="1349"/>
                    </a:lnTo>
                    <a:lnTo>
                      <a:pt x="237" y="1300"/>
                    </a:lnTo>
                    <a:lnTo>
                      <a:pt x="223" y="1249"/>
                    </a:lnTo>
                    <a:lnTo>
                      <a:pt x="152" y="1249"/>
                    </a:lnTo>
                    <a:lnTo>
                      <a:pt x="121" y="1246"/>
                    </a:lnTo>
                    <a:lnTo>
                      <a:pt x="93" y="1238"/>
                    </a:lnTo>
                    <a:lnTo>
                      <a:pt x="67" y="1223"/>
                    </a:lnTo>
                    <a:lnTo>
                      <a:pt x="44" y="1205"/>
                    </a:lnTo>
                    <a:lnTo>
                      <a:pt x="26" y="1182"/>
                    </a:lnTo>
                    <a:lnTo>
                      <a:pt x="12" y="1156"/>
                    </a:lnTo>
                    <a:lnTo>
                      <a:pt x="3" y="1128"/>
                    </a:lnTo>
                    <a:lnTo>
                      <a:pt x="0" y="1097"/>
                    </a:lnTo>
                    <a:lnTo>
                      <a:pt x="0" y="960"/>
                    </a:lnTo>
                    <a:lnTo>
                      <a:pt x="3" y="930"/>
                    </a:lnTo>
                    <a:lnTo>
                      <a:pt x="12" y="901"/>
                    </a:lnTo>
                    <a:lnTo>
                      <a:pt x="26" y="875"/>
                    </a:lnTo>
                    <a:lnTo>
                      <a:pt x="44" y="853"/>
                    </a:lnTo>
                    <a:lnTo>
                      <a:pt x="67" y="835"/>
                    </a:lnTo>
                    <a:lnTo>
                      <a:pt x="93" y="820"/>
                    </a:lnTo>
                    <a:lnTo>
                      <a:pt x="121" y="812"/>
                    </a:lnTo>
                    <a:lnTo>
                      <a:pt x="152" y="809"/>
                    </a:lnTo>
                    <a:lnTo>
                      <a:pt x="223" y="809"/>
                    </a:lnTo>
                    <a:lnTo>
                      <a:pt x="237" y="758"/>
                    </a:lnTo>
                    <a:lnTo>
                      <a:pt x="256" y="709"/>
                    </a:lnTo>
                    <a:lnTo>
                      <a:pt x="278" y="661"/>
                    </a:lnTo>
                    <a:lnTo>
                      <a:pt x="304" y="614"/>
                    </a:lnTo>
                    <a:lnTo>
                      <a:pt x="253" y="564"/>
                    </a:lnTo>
                    <a:lnTo>
                      <a:pt x="236" y="543"/>
                    </a:lnTo>
                    <a:lnTo>
                      <a:pt x="223" y="520"/>
                    </a:lnTo>
                    <a:lnTo>
                      <a:pt x="214" y="496"/>
                    </a:lnTo>
                    <a:lnTo>
                      <a:pt x="210" y="470"/>
                    </a:lnTo>
                    <a:lnTo>
                      <a:pt x="210" y="444"/>
                    </a:lnTo>
                    <a:lnTo>
                      <a:pt x="214" y="419"/>
                    </a:lnTo>
                    <a:lnTo>
                      <a:pt x="223" y="394"/>
                    </a:lnTo>
                    <a:lnTo>
                      <a:pt x="236" y="371"/>
                    </a:lnTo>
                    <a:lnTo>
                      <a:pt x="253" y="350"/>
                    </a:lnTo>
                    <a:lnTo>
                      <a:pt x="350" y="253"/>
                    </a:lnTo>
                    <a:lnTo>
                      <a:pt x="368" y="237"/>
                    </a:lnTo>
                    <a:lnTo>
                      <a:pt x="388" y="225"/>
                    </a:lnTo>
                    <a:lnTo>
                      <a:pt x="410" y="216"/>
                    </a:lnTo>
                    <a:lnTo>
                      <a:pt x="433" y="211"/>
                    </a:lnTo>
                    <a:lnTo>
                      <a:pt x="458" y="209"/>
                    </a:lnTo>
                    <a:lnTo>
                      <a:pt x="487" y="212"/>
                    </a:lnTo>
                    <a:lnTo>
                      <a:pt x="516" y="221"/>
                    </a:lnTo>
                    <a:lnTo>
                      <a:pt x="542" y="234"/>
                    </a:lnTo>
                    <a:lnTo>
                      <a:pt x="564" y="253"/>
                    </a:lnTo>
                    <a:lnTo>
                      <a:pt x="615" y="303"/>
                    </a:lnTo>
                    <a:lnTo>
                      <a:pt x="661" y="279"/>
                    </a:lnTo>
                    <a:lnTo>
                      <a:pt x="709" y="256"/>
                    </a:lnTo>
                    <a:lnTo>
                      <a:pt x="758" y="237"/>
                    </a:lnTo>
                    <a:lnTo>
                      <a:pt x="809" y="223"/>
                    </a:lnTo>
                    <a:lnTo>
                      <a:pt x="809" y="152"/>
                    </a:lnTo>
                    <a:lnTo>
                      <a:pt x="812" y="121"/>
                    </a:lnTo>
                    <a:lnTo>
                      <a:pt x="820" y="93"/>
                    </a:lnTo>
                    <a:lnTo>
                      <a:pt x="835" y="67"/>
                    </a:lnTo>
                    <a:lnTo>
                      <a:pt x="853" y="45"/>
                    </a:lnTo>
                    <a:lnTo>
                      <a:pt x="876" y="26"/>
                    </a:lnTo>
                    <a:lnTo>
                      <a:pt x="902" y="12"/>
                    </a:lnTo>
                    <a:lnTo>
                      <a:pt x="930" y="3"/>
                    </a:lnTo>
                    <a:lnTo>
                      <a:pt x="96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99" name="Freeform 245">
                <a:extLst>
                  <a:ext uri="{FF2B5EF4-FFF2-40B4-BE49-F238E27FC236}">
                    <a16:creationId xmlns:a16="http://schemas.microsoft.com/office/drawing/2014/main" id="{EAC52C3B-9985-4DBC-8D7E-B4832F323214}"/>
                  </a:ext>
                </a:extLst>
              </p:cNvPr>
              <p:cNvSpPr>
                <a:spLocks noEditPoints="1"/>
              </p:cNvSpPr>
              <p:nvPr/>
            </p:nvSpPr>
            <p:spPr bwMode="auto">
              <a:xfrm>
                <a:off x="4452938" y="3783013"/>
                <a:ext cx="133350" cy="131763"/>
              </a:xfrm>
              <a:custGeom>
                <a:avLst/>
                <a:gdLst>
                  <a:gd name="T0" fmla="*/ 376 w 834"/>
                  <a:gd name="T1" fmla="*/ 143 h 834"/>
                  <a:gd name="T2" fmla="*/ 300 w 834"/>
                  <a:gd name="T3" fmla="*/ 166 h 834"/>
                  <a:gd name="T4" fmla="*/ 235 w 834"/>
                  <a:gd name="T5" fmla="*/ 208 h 834"/>
                  <a:gd name="T6" fmla="*/ 184 w 834"/>
                  <a:gd name="T7" fmla="*/ 266 h 834"/>
                  <a:gd name="T8" fmla="*/ 152 w 834"/>
                  <a:gd name="T9" fmla="*/ 337 h 834"/>
                  <a:gd name="T10" fmla="*/ 140 w 834"/>
                  <a:gd name="T11" fmla="*/ 417 h 834"/>
                  <a:gd name="T12" fmla="*/ 152 w 834"/>
                  <a:gd name="T13" fmla="*/ 497 h 834"/>
                  <a:gd name="T14" fmla="*/ 184 w 834"/>
                  <a:gd name="T15" fmla="*/ 568 h 834"/>
                  <a:gd name="T16" fmla="*/ 235 w 834"/>
                  <a:gd name="T17" fmla="*/ 626 h 834"/>
                  <a:gd name="T18" fmla="*/ 300 w 834"/>
                  <a:gd name="T19" fmla="*/ 668 h 834"/>
                  <a:gd name="T20" fmla="*/ 376 w 834"/>
                  <a:gd name="T21" fmla="*/ 691 h 834"/>
                  <a:gd name="T22" fmla="*/ 457 w 834"/>
                  <a:gd name="T23" fmla="*/ 691 h 834"/>
                  <a:gd name="T24" fmla="*/ 533 w 834"/>
                  <a:gd name="T25" fmla="*/ 668 h 834"/>
                  <a:gd name="T26" fmla="*/ 599 w 834"/>
                  <a:gd name="T27" fmla="*/ 626 h 834"/>
                  <a:gd name="T28" fmla="*/ 649 w 834"/>
                  <a:gd name="T29" fmla="*/ 568 h 834"/>
                  <a:gd name="T30" fmla="*/ 682 w 834"/>
                  <a:gd name="T31" fmla="*/ 497 h 834"/>
                  <a:gd name="T32" fmla="*/ 694 w 834"/>
                  <a:gd name="T33" fmla="*/ 417 h 834"/>
                  <a:gd name="T34" fmla="*/ 682 w 834"/>
                  <a:gd name="T35" fmla="*/ 337 h 834"/>
                  <a:gd name="T36" fmla="*/ 649 w 834"/>
                  <a:gd name="T37" fmla="*/ 266 h 834"/>
                  <a:gd name="T38" fmla="*/ 599 w 834"/>
                  <a:gd name="T39" fmla="*/ 208 h 834"/>
                  <a:gd name="T40" fmla="*/ 533 w 834"/>
                  <a:gd name="T41" fmla="*/ 166 h 834"/>
                  <a:gd name="T42" fmla="*/ 457 w 834"/>
                  <a:gd name="T43" fmla="*/ 143 h 834"/>
                  <a:gd name="T44" fmla="*/ 416 w 834"/>
                  <a:gd name="T45" fmla="*/ 0 h 834"/>
                  <a:gd name="T46" fmla="*/ 519 w 834"/>
                  <a:gd name="T47" fmla="*/ 12 h 834"/>
                  <a:gd name="T48" fmla="*/ 612 w 834"/>
                  <a:gd name="T49" fmla="*/ 48 h 834"/>
                  <a:gd name="T50" fmla="*/ 694 w 834"/>
                  <a:gd name="T51" fmla="*/ 105 h 834"/>
                  <a:gd name="T52" fmla="*/ 759 w 834"/>
                  <a:gd name="T53" fmla="*/ 179 h 834"/>
                  <a:gd name="T54" fmla="*/ 805 w 834"/>
                  <a:gd name="T55" fmla="*/ 266 h 834"/>
                  <a:gd name="T56" fmla="*/ 831 w 834"/>
                  <a:gd name="T57" fmla="*/ 364 h 834"/>
                  <a:gd name="T58" fmla="*/ 831 w 834"/>
                  <a:gd name="T59" fmla="*/ 470 h 834"/>
                  <a:gd name="T60" fmla="*/ 805 w 834"/>
                  <a:gd name="T61" fmla="*/ 568 h 834"/>
                  <a:gd name="T62" fmla="*/ 759 w 834"/>
                  <a:gd name="T63" fmla="*/ 655 h 834"/>
                  <a:gd name="T64" fmla="*/ 694 w 834"/>
                  <a:gd name="T65" fmla="*/ 729 h 834"/>
                  <a:gd name="T66" fmla="*/ 612 w 834"/>
                  <a:gd name="T67" fmla="*/ 785 h 834"/>
                  <a:gd name="T68" fmla="*/ 520 w 834"/>
                  <a:gd name="T69" fmla="*/ 822 h 834"/>
                  <a:gd name="T70" fmla="*/ 417 w 834"/>
                  <a:gd name="T71" fmla="*/ 834 h 834"/>
                  <a:gd name="T72" fmla="*/ 314 w 834"/>
                  <a:gd name="T73" fmla="*/ 822 h 834"/>
                  <a:gd name="T74" fmla="*/ 221 w 834"/>
                  <a:gd name="T75" fmla="*/ 785 h 834"/>
                  <a:gd name="T76" fmla="*/ 140 w 834"/>
                  <a:gd name="T77" fmla="*/ 729 h 834"/>
                  <a:gd name="T78" fmla="*/ 75 w 834"/>
                  <a:gd name="T79" fmla="*/ 655 h 834"/>
                  <a:gd name="T80" fmla="*/ 27 w 834"/>
                  <a:gd name="T81" fmla="*/ 568 h 834"/>
                  <a:gd name="T82" fmla="*/ 3 w 834"/>
                  <a:gd name="T83" fmla="*/ 470 h 834"/>
                  <a:gd name="T84" fmla="*/ 3 w 834"/>
                  <a:gd name="T85" fmla="*/ 364 h 834"/>
                  <a:gd name="T86" fmla="*/ 27 w 834"/>
                  <a:gd name="T87" fmla="*/ 266 h 834"/>
                  <a:gd name="T88" fmla="*/ 74 w 834"/>
                  <a:gd name="T89" fmla="*/ 179 h 834"/>
                  <a:gd name="T90" fmla="*/ 139 w 834"/>
                  <a:gd name="T91" fmla="*/ 105 h 834"/>
                  <a:gd name="T92" fmla="*/ 220 w 834"/>
                  <a:gd name="T93" fmla="*/ 48 h 834"/>
                  <a:gd name="T94" fmla="*/ 314 w 834"/>
                  <a:gd name="T95" fmla="*/ 12 h 834"/>
                  <a:gd name="T96" fmla="*/ 416 w 834"/>
                  <a:gd name="T97" fmla="*/ 0 h 8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834" h="834">
                    <a:moveTo>
                      <a:pt x="417" y="140"/>
                    </a:moveTo>
                    <a:lnTo>
                      <a:pt x="376" y="143"/>
                    </a:lnTo>
                    <a:lnTo>
                      <a:pt x="337" y="151"/>
                    </a:lnTo>
                    <a:lnTo>
                      <a:pt x="300" y="166"/>
                    </a:lnTo>
                    <a:lnTo>
                      <a:pt x="266" y="185"/>
                    </a:lnTo>
                    <a:lnTo>
                      <a:pt x="235" y="208"/>
                    </a:lnTo>
                    <a:lnTo>
                      <a:pt x="207" y="236"/>
                    </a:lnTo>
                    <a:lnTo>
                      <a:pt x="184" y="266"/>
                    </a:lnTo>
                    <a:lnTo>
                      <a:pt x="165" y="300"/>
                    </a:lnTo>
                    <a:lnTo>
                      <a:pt x="152" y="337"/>
                    </a:lnTo>
                    <a:lnTo>
                      <a:pt x="143" y="376"/>
                    </a:lnTo>
                    <a:lnTo>
                      <a:pt x="140" y="417"/>
                    </a:lnTo>
                    <a:lnTo>
                      <a:pt x="143" y="458"/>
                    </a:lnTo>
                    <a:lnTo>
                      <a:pt x="152" y="497"/>
                    </a:lnTo>
                    <a:lnTo>
                      <a:pt x="165" y="533"/>
                    </a:lnTo>
                    <a:lnTo>
                      <a:pt x="184" y="568"/>
                    </a:lnTo>
                    <a:lnTo>
                      <a:pt x="207" y="598"/>
                    </a:lnTo>
                    <a:lnTo>
                      <a:pt x="235" y="626"/>
                    </a:lnTo>
                    <a:lnTo>
                      <a:pt x="266" y="649"/>
                    </a:lnTo>
                    <a:lnTo>
                      <a:pt x="300" y="668"/>
                    </a:lnTo>
                    <a:lnTo>
                      <a:pt x="337" y="681"/>
                    </a:lnTo>
                    <a:lnTo>
                      <a:pt x="376" y="691"/>
                    </a:lnTo>
                    <a:lnTo>
                      <a:pt x="417" y="694"/>
                    </a:lnTo>
                    <a:lnTo>
                      <a:pt x="457" y="691"/>
                    </a:lnTo>
                    <a:lnTo>
                      <a:pt x="496" y="681"/>
                    </a:lnTo>
                    <a:lnTo>
                      <a:pt x="533" y="668"/>
                    </a:lnTo>
                    <a:lnTo>
                      <a:pt x="567" y="649"/>
                    </a:lnTo>
                    <a:lnTo>
                      <a:pt x="599" y="626"/>
                    </a:lnTo>
                    <a:lnTo>
                      <a:pt x="626" y="598"/>
                    </a:lnTo>
                    <a:lnTo>
                      <a:pt x="649" y="568"/>
                    </a:lnTo>
                    <a:lnTo>
                      <a:pt x="668" y="534"/>
                    </a:lnTo>
                    <a:lnTo>
                      <a:pt x="682" y="497"/>
                    </a:lnTo>
                    <a:lnTo>
                      <a:pt x="690" y="458"/>
                    </a:lnTo>
                    <a:lnTo>
                      <a:pt x="694" y="417"/>
                    </a:lnTo>
                    <a:lnTo>
                      <a:pt x="690" y="376"/>
                    </a:lnTo>
                    <a:lnTo>
                      <a:pt x="682" y="337"/>
                    </a:lnTo>
                    <a:lnTo>
                      <a:pt x="668" y="300"/>
                    </a:lnTo>
                    <a:lnTo>
                      <a:pt x="649" y="266"/>
                    </a:lnTo>
                    <a:lnTo>
                      <a:pt x="626" y="236"/>
                    </a:lnTo>
                    <a:lnTo>
                      <a:pt x="599" y="208"/>
                    </a:lnTo>
                    <a:lnTo>
                      <a:pt x="567" y="185"/>
                    </a:lnTo>
                    <a:lnTo>
                      <a:pt x="533" y="166"/>
                    </a:lnTo>
                    <a:lnTo>
                      <a:pt x="496" y="151"/>
                    </a:lnTo>
                    <a:lnTo>
                      <a:pt x="457" y="143"/>
                    </a:lnTo>
                    <a:lnTo>
                      <a:pt x="417" y="140"/>
                    </a:lnTo>
                    <a:close/>
                    <a:moveTo>
                      <a:pt x="416" y="0"/>
                    </a:moveTo>
                    <a:lnTo>
                      <a:pt x="468" y="3"/>
                    </a:lnTo>
                    <a:lnTo>
                      <a:pt x="519" y="12"/>
                    </a:lnTo>
                    <a:lnTo>
                      <a:pt x="567" y="28"/>
                    </a:lnTo>
                    <a:lnTo>
                      <a:pt x="612" y="48"/>
                    </a:lnTo>
                    <a:lnTo>
                      <a:pt x="655" y="74"/>
                    </a:lnTo>
                    <a:lnTo>
                      <a:pt x="694" y="105"/>
                    </a:lnTo>
                    <a:lnTo>
                      <a:pt x="728" y="140"/>
                    </a:lnTo>
                    <a:lnTo>
                      <a:pt x="759" y="179"/>
                    </a:lnTo>
                    <a:lnTo>
                      <a:pt x="784" y="221"/>
                    </a:lnTo>
                    <a:lnTo>
                      <a:pt x="805" y="266"/>
                    </a:lnTo>
                    <a:lnTo>
                      <a:pt x="821" y="315"/>
                    </a:lnTo>
                    <a:lnTo>
                      <a:pt x="831" y="364"/>
                    </a:lnTo>
                    <a:lnTo>
                      <a:pt x="834" y="417"/>
                    </a:lnTo>
                    <a:lnTo>
                      <a:pt x="831" y="470"/>
                    </a:lnTo>
                    <a:lnTo>
                      <a:pt x="821" y="519"/>
                    </a:lnTo>
                    <a:lnTo>
                      <a:pt x="805" y="568"/>
                    </a:lnTo>
                    <a:lnTo>
                      <a:pt x="785" y="613"/>
                    </a:lnTo>
                    <a:lnTo>
                      <a:pt x="759" y="655"/>
                    </a:lnTo>
                    <a:lnTo>
                      <a:pt x="728" y="694"/>
                    </a:lnTo>
                    <a:lnTo>
                      <a:pt x="694" y="729"/>
                    </a:lnTo>
                    <a:lnTo>
                      <a:pt x="655" y="759"/>
                    </a:lnTo>
                    <a:lnTo>
                      <a:pt x="612" y="785"/>
                    </a:lnTo>
                    <a:lnTo>
                      <a:pt x="567" y="806"/>
                    </a:lnTo>
                    <a:lnTo>
                      <a:pt x="520" y="822"/>
                    </a:lnTo>
                    <a:lnTo>
                      <a:pt x="469" y="831"/>
                    </a:lnTo>
                    <a:lnTo>
                      <a:pt x="417" y="834"/>
                    </a:lnTo>
                    <a:lnTo>
                      <a:pt x="365" y="831"/>
                    </a:lnTo>
                    <a:lnTo>
                      <a:pt x="314" y="822"/>
                    </a:lnTo>
                    <a:lnTo>
                      <a:pt x="266" y="806"/>
                    </a:lnTo>
                    <a:lnTo>
                      <a:pt x="221" y="785"/>
                    </a:lnTo>
                    <a:lnTo>
                      <a:pt x="179" y="759"/>
                    </a:lnTo>
                    <a:lnTo>
                      <a:pt x="140" y="729"/>
                    </a:lnTo>
                    <a:lnTo>
                      <a:pt x="105" y="694"/>
                    </a:lnTo>
                    <a:lnTo>
                      <a:pt x="75" y="655"/>
                    </a:lnTo>
                    <a:lnTo>
                      <a:pt x="48" y="613"/>
                    </a:lnTo>
                    <a:lnTo>
                      <a:pt x="27" y="568"/>
                    </a:lnTo>
                    <a:lnTo>
                      <a:pt x="12" y="519"/>
                    </a:lnTo>
                    <a:lnTo>
                      <a:pt x="3" y="470"/>
                    </a:lnTo>
                    <a:lnTo>
                      <a:pt x="0" y="417"/>
                    </a:lnTo>
                    <a:lnTo>
                      <a:pt x="3" y="364"/>
                    </a:lnTo>
                    <a:lnTo>
                      <a:pt x="12" y="315"/>
                    </a:lnTo>
                    <a:lnTo>
                      <a:pt x="27" y="266"/>
                    </a:lnTo>
                    <a:lnTo>
                      <a:pt x="48" y="221"/>
                    </a:lnTo>
                    <a:lnTo>
                      <a:pt x="74" y="179"/>
                    </a:lnTo>
                    <a:lnTo>
                      <a:pt x="104" y="140"/>
                    </a:lnTo>
                    <a:lnTo>
                      <a:pt x="139" y="105"/>
                    </a:lnTo>
                    <a:lnTo>
                      <a:pt x="178" y="74"/>
                    </a:lnTo>
                    <a:lnTo>
                      <a:pt x="220" y="48"/>
                    </a:lnTo>
                    <a:lnTo>
                      <a:pt x="265" y="28"/>
                    </a:lnTo>
                    <a:lnTo>
                      <a:pt x="314" y="12"/>
                    </a:lnTo>
                    <a:lnTo>
                      <a:pt x="364" y="3"/>
                    </a:lnTo>
                    <a:lnTo>
                      <a:pt x="416"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grpSp>
      <p:grpSp>
        <p:nvGrpSpPr>
          <p:cNvPr id="208" name="Group 207">
            <a:extLst>
              <a:ext uri="{FF2B5EF4-FFF2-40B4-BE49-F238E27FC236}">
                <a16:creationId xmlns:a16="http://schemas.microsoft.com/office/drawing/2014/main" id="{3437D6E2-37D9-4704-AAA9-E5BB5476D042}"/>
              </a:ext>
            </a:extLst>
          </p:cNvPr>
          <p:cNvGrpSpPr/>
          <p:nvPr/>
        </p:nvGrpSpPr>
        <p:grpSpPr>
          <a:xfrm>
            <a:off x="4955489" y="895350"/>
            <a:ext cx="1554724" cy="3596365"/>
            <a:chOff x="2670619" y="590550"/>
            <a:chExt cx="1554724" cy="3596365"/>
          </a:xfrm>
        </p:grpSpPr>
        <p:sp>
          <p:nvSpPr>
            <p:cNvPr id="144" name="Oval 9">
              <a:extLst>
                <a:ext uri="{FF2B5EF4-FFF2-40B4-BE49-F238E27FC236}">
                  <a16:creationId xmlns:a16="http://schemas.microsoft.com/office/drawing/2014/main" id="{9E9247F3-08BB-4FC7-927B-74157A763635}"/>
                </a:ext>
              </a:extLst>
            </p:cNvPr>
            <p:cNvSpPr>
              <a:spLocks noChangeArrowheads="1"/>
            </p:cNvSpPr>
            <p:nvPr/>
          </p:nvSpPr>
          <p:spPr bwMode="auto">
            <a:xfrm>
              <a:off x="2836185" y="590550"/>
              <a:ext cx="1216092" cy="1218128"/>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5" name="Oval 10">
              <a:extLst>
                <a:ext uri="{FF2B5EF4-FFF2-40B4-BE49-F238E27FC236}">
                  <a16:creationId xmlns:a16="http://schemas.microsoft.com/office/drawing/2014/main" id="{4B832023-B858-4A64-98F1-D2B7FDE44BA0}"/>
                </a:ext>
              </a:extLst>
            </p:cNvPr>
            <p:cNvSpPr>
              <a:spLocks noChangeArrowheads="1"/>
            </p:cNvSpPr>
            <p:nvPr/>
          </p:nvSpPr>
          <p:spPr bwMode="auto">
            <a:xfrm>
              <a:off x="2871473" y="624481"/>
              <a:ext cx="1146872" cy="1150266"/>
            </a:xfrm>
            <a:prstGeom prst="ellipse">
              <a:avLst/>
            </a:prstGeom>
            <a:solidFill>
              <a:schemeClr val="bg1">
                <a:lumMod val="95000"/>
              </a:schemeClr>
            </a:solidFill>
            <a:ln>
              <a:noFill/>
            </a:ln>
          </p:spPr>
          <p:txBody>
            <a:bodyPr vert="horz" wrap="square" lIns="91440" tIns="45720" rIns="91440" bIns="45720" numCol="1" anchor="t" anchorCtr="0" compatLnSpc="1">
              <a:prstTxWarp prst="textNoShape">
                <a:avLst/>
              </a:prstTxWarp>
            </a:bodyPr>
            <a:lstStyle/>
            <a:p>
              <a:endParaRPr lang="en-US"/>
            </a:p>
          </p:txBody>
        </p:sp>
        <p:grpSp>
          <p:nvGrpSpPr>
            <p:cNvPr id="202" name="Group 201">
              <a:extLst>
                <a:ext uri="{FF2B5EF4-FFF2-40B4-BE49-F238E27FC236}">
                  <a16:creationId xmlns:a16="http://schemas.microsoft.com/office/drawing/2014/main" id="{0A760E5C-AFB7-405B-BD42-62B0125058ED}"/>
                </a:ext>
              </a:extLst>
            </p:cNvPr>
            <p:cNvGrpSpPr/>
            <p:nvPr/>
          </p:nvGrpSpPr>
          <p:grpSpPr>
            <a:xfrm>
              <a:off x="2670619" y="1187992"/>
              <a:ext cx="1554724" cy="2998923"/>
              <a:chOff x="2670619" y="1187992"/>
              <a:chExt cx="1554724" cy="2998923"/>
            </a:xfrm>
          </p:grpSpPr>
          <p:sp>
            <p:nvSpPr>
              <p:cNvPr id="136" name="Freeform 5">
                <a:extLst>
                  <a:ext uri="{FF2B5EF4-FFF2-40B4-BE49-F238E27FC236}">
                    <a16:creationId xmlns:a16="http://schemas.microsoft.com/office/drawing/2014/main" id="{8DCC7BE8-A47B-481E-A106-1C58C426169B}"/>
                  </a:ext>
                </a:extLst>
              </p:cNvPr>
              <p:cNvSpPr>
                <a:spLocks/>
              </p:cNvSpPr>
              <p:nvPr/>
            </p:nvSpPr>
            <p:spPr bwMode="auto">
              <a:xfrm>
                <a:off x="2670619" y="1187992"/>
                <a:ext cx="1554724" cy="774308"/>
              </a:xfrm>
              <a:custGeom>
                <a:avLst/>
                <a:gdLst>
                  <a:gd name="T0" fmla="*/ 864 w 969"/>
                  <a:gd name="T1" fmla="*/ 0 h 482"/>
                  <a:gd name="T2" fmla="*/ 485 w 969"/>
                  <a:gd name="T3" fmla="*/ 376 h 482"/>
                  <a:gd name="T4" fmla="*/ 105 w 969"/>
                  <a:gd name="T5" fmla="*/ 0 h 482"/>
                  <a:gd name="T6" fmla="*/ 0 w 969"/>
                  <a:gd name="T7" fmla="*/ 0 h 482"/>
                  <a:gd name="T8" fmla="*/ 485 w 969"/>
                  <a:gd name="T9" fmla="*/ 482 h 482"/>
                  <a:gd name="T10" fmla="*/ 969 w 969"/>
                  <a:gd name="T11" fmla="*/ 0 h 482"/>
                  <a:gd name="T12" fmla="*/ 864 w 969"/>
                  <a:gd name="T13" fmla="*/ 0 h 482"/>
                </a:gdLst>
                <a:ahLst/>
                <a:cxnLst>
                  <a:cxn ang="0">
                    <a:pos x="T0" y="T1"/>
                  </a:cxn>
                  <a:cxn ang="0">
                    <a:pos x="T2" y="T3"/>
                  </a:cxn>
                  <a:cxn ang="0">
                    <a:pos x="T4" y="T5"/>
                  </a:cxn>
                  <a:cxn ang="0">
                    <a:pos x="T6" y="T7"/>
                  </a:cxn>
                  <a:cxn ang="0">
                    <a:pos x="T8" y="T9"/>
                  </a:cxn>
                  <a:cxn ang="0">
                    <a:pos x="T10" y="T11"/>
                  </a:cxn>
                  <a:cxn ang="0">
                    <a:pos x="T12" y="T13"/>
                  </a:cxn>
                </a:cxnLst>
                <a:rect l="0" t="0" r="r" b="b"/>
                <a:pathLst>
                  <a:path w="969" h="482">
                    <a:moveTo>
                      <a:pt x="864" y="0"/>
                    </a:moveTo>
                    <a:cubicBezTo>
                      <a:pt x="862" y="208"/>
                      <a:pt x="693" y="376"/>
                      <a:pt x="485" y="376"/>
                    </a:cubicBezTo>
                    <a:cubicBezTo>
                      <a:pt x="276" y="376"/>
                      <a:pt x="107" y="208"/>
                      <a:pt x="105" y="0"/>
                    </a:cubicBezTo>
                    <a:cubicBezTo>
                      <a:pt x="0" y="0"/>
                      <a:pt x="0" y="0"/>
                      <a:pt x="0" y="0"/>
                    </a:cubicBezTo>
                    <a:cubicBezTo>
                      <a:pt x="1" y="266"/>
                      <a:pt x="218" y="482"/>
                      <a:pt x="485" y="482"/>
                    </a:cubicBezTo>
                    <a:cubicBezTo>
                      <a:pt x="751" y="482"/>
                      <a:pt x="968" y="266"/>
                      <a:pt x="969" y="0"/>
                    </a:cubicBezTo>
                    <a:lnTo>
                      <a:pt x="864" y="0"/>
                    </a:ln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p>
                <a:endParaRPr lang="en-US"/>
              </a:p>
            </p:txBody>
          </p:sp>
          <p:grpSp>
            <p:nvGrpSpPr>
              <p:cNvPr id="137" name="Group 136">
                <a:extLst>
                  <a:ext uri="{FF2B5EF4-FFF2-40B4-BE49-F238E27FC236}">
                    <a16:creationId xmlns:a16="http://schemas.microsoft.com/office/drawing/2014/main" id="{10A58F8B-510B-48C7-A7DF-1833EC03C546}"/>
                  </a:ext>
                </a:extLst>
              </p:cNvPr>
              <p:cNvGrpSpPr/>
              <p:nvPr/>
            </p:nvGrpSpPr>
            <p:grpSpPr>
              <a:xfrm>
                <a:off x="3292915" y="1813182"/>
                <a:ext cx="310132" cy="787204"/>
                <a:chOff x="7072093" y="4243568"/>
                <a:chExt cx="489633" cy="1242832"/>
              </a:xfrm>
            </p:grpSpPr>
            <p:grpSp>
              <p:nvGrpSpPr>
                <p:cNvPr id="138" name="Group 137">
                  <a:extLst>
                    <a:ext uri="{FF2B5EF4-FFF2-40B4-BE49-F238E27FC236}">
                      <a16:creationId xmlns:a16="http://schemas.microsoft.com/office/drawing/2014/main" id="{5A8E9ED4-DBD6-41E0-93D1-4759A8FBED78}"/>
                    </a:ext>
                  </a:extLst>
                </p:cNvPr>
                <p:cNvGrpSpPr/>
                <p:nvPr/>
              </p:nvGrpSpPr>
              <p:grpSpPr>
                <a:xfrm>
                  <a:off x="7072093" y="4996767"/>
                  <a:ext cx="489633" cy="489633"/>
                  <a:chOff x="6392163" y="4971009"/>
                  <a:chExt cx="489633" cy="489633"/>
                </a:xfrm>
              </p:grpSpPr>
              <p:sp>
                <p:nvSpPr>
                  <p:cNvPr id="140" name="Freeform 6">
                    <a:extLst>
                      <a:ext uri="{FF2B5EF4-FFF2-40B4-BE49-F238E27FC236}">
                        <a16:creationId xmlns:a16="http://schemas.microsoft.com/office/drawing/2014/main" id="{781D06E6-7C4D-440B-956B-F8564571C839}"/>
                      </a:ext>
                    </a:extLst>
                  </p:cNvPr>
                  <p:cNvSpPr>
                    <a:spLocks noEditPoints="1"/>
                  </p:cNvSpPr>
                  <p:nvPr/>
                </p:nvSpPr>
                <p:spPr bwMode="auto">
                  <a:xfrm>
                    <a:off x="6392163" y="4971009"/>
                    <a:ext cx="489633" cy="489633"/>
                  </a:xfrm>
                  <a:custGeom>
                    <a:avLst/>
                    <a:gdLst>
                      <a:gd name="T0" fmla="*/ 96 w 193"/>
                      <a:gd name="T1" fmla="*/ 161 h 193"/>
                      <a:gd name="T2" fmla="*/ 32 w 193"/>
                      <a:gd name="T3" fmla="*/ 97 h 193"/>
                      <a:gd name="T4" fmla="*/ 96 w 193"/>
                      <a:gd name="T5" fmla="*/ 32 h 193"/>
                      <a:gd name="T6" fmla="*/ 161 w 193"/>
                      <a:gd name="T7" fmla="*/ 97 h 193"/>
                      <a:gd name="T8" fmla="*/ 96 w 193"/>
                      <a:gd name="T9" fmla="*/ 161 h 193"/>
                      <a:gd name="T10" fmla="*/ 96 w 193"/>
                      <a:gd name="T11" fmla="*/ 0 h 193"/>
                      <a:gd name="T12" fmla="*/ 0 w 193"/>
                      <a:gd name="T13" fmla="*/ 97 h 193"/>
                      <a:gd name="T14" fmla="*/ 96 w 193"/>
                      <a:gd name="T15" fmla="*/ 193 h 193"/>
                      <a:gd name="T16" fmla="*/ 193 w 193"/>
                      <a:gd name="T17" fmla="*/ 97 h 193"/>
                      <a:gd name="T18" fmla="*/ 96 w 193"/>
                      <a:gd name="T19" fmla="*/ 0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3" h="193">
                        <a:moveTo>
                          <a:pt x="96" y="161"/>
                        </a:moveTo>
                        <a:cubicBezTo>
                          <a:pt x="61" y="161"/>
                          <a:pt x="32" y="132"/>
                          <a:pt x="32" y="97"/>
                        </a:cubicBezTo>
                        <a:cubicBezTo>
                          <a:pt x="32" y="61"/>
                          <a:pt x="61" y="32"/>
                          <a:pt x="96" y="32"/>
                        </a:cubicBezTo>
                        <a:cubicBezTo>
                          <a:pt x="132" y="32"/>
                          <a:pt x="161" y="61"/>
                          <a:pt x="161" y="97"/>
                        </a:cubicBezTo>
                        <a:cubicBezTo>
                          <a:pt x="161" y="132"/>
                          <a:pt x="132" y="161"/>
                          <a:pt x="96" y="161"/>
                        </a:cubicBezTo>
                        <a:moveTo>
                          <a:pt x="96" y="0"/>
                        </a:moveTo>
                        <a:cubicBezTo>
                          <a:pt x="43" y="0"/>
                          <a:pt x="0" y="43"/>
                          <a:pt x="0" y="97"/>
                        </a:cubicBezTo>
                        <a:cubicBezTo>
                          <a:pt x="0" y="150"/>
                          <a:pt x="43" y="193"/>
                          <a:pt x="96" y="193"/>
                        </a:cubicBezTo>
                        <a:cubicBezTo>
                          <a:pt x="150" y="193"/>
                          <a:pt x="193" y="150"/>
                          <a:pt x="193" y="97"/>
                        </a:cubicBezTo>
                        <a:cubicBezTo>
                          <a:pt x="193" y="43"/>
                          <a:pt x="150" y="0"/>
                          <a:pt x="96" y="0"/>
                        </a:cubicBezTo>
                      </a:path>
                    </a:pathLst>
                  </a:custGeom>
                  <a:solidFill>
                    <a:srgbClr val="F1F1F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1" name="Oval 7">
                    <a:extLst>
                      <a:ext uri="{FF2B5EF4-FFF2-40B4-BE49-F238E27FC236}">
                        <a16:creationId xmlns:a16="http://schemas.microsoft.com/office/drawing/2014/main" id="{561BBDCF-C250-4FC7-AE5C-16C47B25E8B9}"/>
                      </a:ext>
                    </a:extLst>
                  </p:cNvPr>
                  <p:cNvSpPr>
                    <a:spLocks noChangeArrowheads="1"/>
                  </p:cNvSpPr>
                  <p:nvPr/>
                </p:nvSpPr>
                <p:spPr bwMode="auto">
                  <a:xfrm>
                    <a:off x="6473590" y="5052436"/>
                    <a:ext cx="326779" cy="327850"/>
                  </a:xfrm>
                  <a:prstGeom prst="ellipse">
                    <a:avLst/>
                  </a:prstGeom>
                  <a:solidFill>
                    <a:schemeClr val="accent3"/>
                  </a:solidFill>
                  <a:ln>
                    <a:noFill/>
                  </a:ln>
                </p:spPr>
                <p:txBody>
                  <a:bodyPr vert="horz" wrap="square" lIns="91440" tIns="45720" rIns="91440" bIns="45720" numCol="1" anchor="t" anchorCtr="0" compatLnSpc="1">
                    <a:prstTxWarp prst="textNoShape">
                      <a:avLst/>
                    </a:prstTxWarp>
                  </a:bodyPr>
                  <a:lstStyle/>
                  <a:p>
                    <a:endParaRPr lang="en-US"/>
                  </a:p>
                </p:txBody>
              </p:sp>
              <p:sp>
                <p:nvSpPr>
                  <p:cNvPr id="142" name="Oval 11">
                    <a:extLst>
                      <a:ext uri="{FF2B5EF4-FFF2-40B4-BE49-F238E27FC236}">
                        <a16:creationId xmlns:a16="http://schemas.microsoft.com/office/drawing/2014/main" id="{E01EB6D5-1307-405B-B20A-5447D206D574}"/>
                      </a:ext>
                    </a:extLst>
                  </p:cNvPr>
                  <p:cNvSpPr>
                    <a:spLocks noChangeArrowheads="1"/>
                  </p:cNvSpPr>
                  <p:nvPr/>
                </p:nvSpPr>
                <p:spPr bwMode="auto">
                  <a:xfrm>
                    <a:off x="6544303" y="5123149"/>
                    <a:ext cx="185354" cy="185354"/>
                  </a:xfrm>
                  <a:prstGeom prst="ellipse">
                    <a:avLst/>
                  </a:prstGeom>
                  <a:solidFill>
                    <a:schemeClr val="accent3">
                      <a:lumMod val="20000"/>
                      <a:lumOff val="80000"/>
                    </a:schemeClr>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139" name="Rectangle 8">
                  <a:extLst>
                    <a:ext uri="{FF2B5EF4-FFF2-40B4-BE49-F238E27FC236}">
                      <a16:creationId xmlns:a16="http://schemas.microsoft.com/office/drawing/2014/main" id="{1DDCDC9A-0CC9-4BDB-9300-1E950264BEE8}"/>
                    </a:ext>
                  </a:extLst>
                </p:cNvPr>
                <p:cNvSpPr>
                  <a:spLocks noChangeArrowheads="1"/>
                </p:cNvSpPr>
                <p:nvPr/>
              </p:nvSpPr>
              <p:spPr bwMode="auto">
                <a:xfrm>
                  <a:off x="7270304" y="4243568"/>
                  <a:ext cx="93213" cy="845340"/>
                </a:xfrm>
                <a:prstGeom prst="rect">
                  <a:avLst/>
                </a:prstGeom>
                <a:solidFill>
                  <a:schemeClr val="accent3"/>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178" name="Inhaltsplatzhalter 4">
                <a:extLst>
                  <a:ext uri="{FF2B5EF4-FFF2-40B4-BE49-F238E27FC236}">
                    <a16:creationId xmlns:a16="http://schemas.microsoft.com/office/drawing/2014/main" id="{2A83C897-2203-493F-B6A4-DCD16E4EF1A7}"/>
                  </a:ext>
                </a:extLst>
              </p:cNvPr>
              <p:cNvSpPr txBox="1">
                <a:spLocks/>
              </p:cNvSpPr>
              <p:nvPr/>
            </p:nvSpPr>
            <p:spPr>
              <a:xfrm>
                <a:off x="2699915" y="2709587"/>
                <a:ext cx="1471272" cy="1477328"/>
              </a:xfrm>
              <a:prstGeom prst="rect">
                <a:avLst/>
              </a:prstGeom>
            </p:spPr>
            <p:txBody>
              <a:bodyPr wrap="square" lIns="0" tIns="0" rIns="0" bIns="0" anchor="t">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00000"/>
                  </a:lnSpc>
                  <a:spcAft>
                    <a:spcPts val="1200"/>
                  </a:spcAft>
                  <a:buNone/>
                </a:pPr>
                <a:r>
                  <a:rPr lang="en-US" sz="1600" b="1" dirty="0">
                    <a:solidFill>
                      <a:schemeClr val="accent3"/>
                    </a:solidFill>
                    <a:latin typeface="+mj-lt"/>
                  </a:rPr>
                  <a:t>PEOPLE</a:t>
                </a:r>
                <a:br>
                  <a:rPr lang="en-US" sz="1600" b="1" dirty="0">
                    <a:solidFill>
                      <a:schemeClr val="accent1"/>
                    </a:solidFill>
                    <a:latin typeface="+mj-lt"/>
                  </a:rPr>
                </a:br>
                <a:br>
                  <a:rPr lang="en-US" sz="1400" b="1" dirty="0">
                    <a:solidFill>
                      <a:schemeClr val="bg1">
                        <a:lumMod val="50000"/>
                      </a:schemeClr>
                    </a:solidFill>
                    <a:latin typeface="+mj-lt"/>
                  </a:rPr>
                </a:br>
                <a:r>
                  <a:rPr lang="en-US" sz="1100" dirty="0">
                    <a:solidFill>
                      <a:schemeClr val="accent3"/>
                    </a:solidFill>
                    <a:latin typeface="+mn-lt"/>
                  </a:rPr>
                  <a:t>Talented inspired effective people performing </a:t>
                </a:r>
                <a:r>
                  <a:rPr lang="en-US" sz="1100" dirty="0">
                    <a:solidFill>
                      <a:schemeClr val="bg1">
                        <a:lumMod val="50000"/>
                      </a:schemeClr>
                    </a:solidFill>
                    <a:latin typeface="+mn-lt"/>
                  </a:rPr>
                  <a:t>who are </a:t>
                </a:r>
                <a:r>
                  <a:rPr lang="en-US" sz="1100" dirty="0">
                    <a:solidFill>
                      <a:schemeClr val="accent3"/>
                    </a:solidFill>
                    <a:latin typeface="+mn-lt"/>
                  </a:rPr>
                  <a:t>living our WOW culture </a:t>
                </a:r>
                <a:r>
                  <a:rPr lang="en-US" sz="1100" dirty="0">
                    <a:solidFill>
                      <a:schemeClr val="bg1">
                        <a:lumMod val="50000"/>
                      </a:schemeClr>
                    </a:solidFill>
                    <a:latin typeface="+mn-lt"/>
                  </a:rPr>
                  <a:t>is the engine of our enterprise</a:t>
                </a:r>
              </a:p>
            </p:txBody>
          </p:sp>
        </p:grpSp>
        <p:grpSp>
          <p:nvGrpSpPr>
            <p:cNvPr id="180" name="Group 179">
              <a:extLst>
                <a:ext uri="{FF2B5EF4-FFF2-40B4-BE49-F238E27FC236}">
                  <a16:creationId xmlns:a16="http://schemas.microsoft.com/office/drawing/2014/main" id="{29FCE360-05D5-4962-B303-A5612F602474}"/>
                </a:ext>
              </a:extLst>
            </p:cNvPr>
            <p:cNvGrpSpPr/>
            <p:nvPr/>
          </p:nvGrpSpPr>
          <p:grpSpPr>
            <a:xfrm>
              <a:off x="3173214" y="895492"/>
              <a:ext cx="543390" cy="608244"/>
              <a:chOff x="3471863" y="1916113"/>
              <a:chExt cx="492125" cy="550863"/>
            </a:xfrm>
            <a:solidFill>
              <a:schemeClr val="tx1">
                <a:lumMod val="75000"/>
                <a:lumOff val="25000"/>
              </a:schemeClr>
            </a:solidFill>
          </p:grpSpPr>
          <p:sp>
            <p:nvSpPr>
              <p:cNvPr id="181" name="Freeform 70">
                <a:extLst>
                  <a:ext uri="{FF2B5EF4-FFF2-40B4-BE49-F238E27FC236}">
                    <a16:creationId xmlns:a16="http://schemas.microsoft.com/office/drawing/2014/main" id="{B296B8D4-7A16-4553-A577-3EBE76297441}"/>
                  </a:ext>
                </a:extLst>
              </p:cNvPr>
              <p:cNvSpPr>
                <a:spLocks noEditPoints="1"/>
              </p:cNvSpPr>
              <p:nvPr/>
            </p:nvSpPr>
            <p:spPr bwMode="auto">
              <a:xfrm>
                <a:off x="3633788" y="1916113"/>
                <a:ext cx="330200" cy="330200"/>
              </a:xfrm>
              <a:custGeom>
                <a:avLst/>
                <a:gdLst>
                  <a:gd name="T0" fmla="*/ 958 w 2077"/>
                  <a:gd name="T1" fmla="*/ 277 h 2076"/>
                  <a:gd name="T2" fmla="*/ 796 w 2077"/>
                  <a:gd name="T3" fmla="*/ 377 h 2076"/>
                  <a:gd name="T4" fmla="*/ 576 w 2077"/>
                  <a:gd name="T5" fmla="*/ 455 h 2076"/>
                  <a:gd name="T6" fmla="*/ 456 w 2077"/>
                  <a:gd name="T7" fmla="*/ 350 h 2076"/>
                  <a:gd name="T8" fmla="*/ 457 w 2077"/>
                  <a:gd name="T9" fmla="*/ 573 h 2076"/>
                  <a:gd name="T10" fmla="*/ 379 w 2077"/>
                  <a:gd name="T11" fmla="*/ 793 h 2076"/>
                  <a:gd name="T12" fmla="*/ 281 w 2077"/>
                  <a:gd name="T13" fmla="*/ 955 h 2076"/>
                  <a:gd name="T14" fmla="*/ 142 w 2077"/>
                  <a:gd name="T15" fmla="*/ 1105 h 2076"/>
                  <a:gd name="T16" fmla="*/ 300 w 2077"/>
                  <a:gd name="T17" fmla="*/ 1120 h 2076"/>
                  <a:gd name="T18" fmla="*/ 400 w 2077"/>
                  <a:gd name="T19" fmla="*/ 1331 h 2076"/>
                  <a:gd name="T20" fmla="*/ 446 w 2077"/>
                  <a:gd name="T21" fmla="*/ 1515 h 2076"/>
                  <a:gd name="T22" fmla="*/ 459 w 2077"/>
                  <a:gd name="T23" fmla="*/ 1723 h 2076"/>
                  <a:gd name="T24" fmla="*/ 591 w 2077"/>
                  <a:gd name="T25" fmla="*/ 1612 h 2076"/>
                  <a:gd name="T26" fmla="*/ 846 w 2077"/>
                  <a:gd name="T27" fmla="*/ 1714 h 2076"/>
                  <a:gd name="T28" fmla="*/ 957 w 2077"/>
                  <a:gd name="T29" fmla="*/ 1922 h 2076"/>
                  <a:gd name="T30" fmla="*/ 1111 w 2077"/>
                  <a:gd name="T31" fmla="*/ 1934 h 2076"/>
                  <a:gd name="T32" fmla="*/ 1130 w 2077"/>
                  <a:gd name="T33" fmla="*/ 1759 h 2076"/>
                  <a:gd name="T34" fmla="*/ 1382 w 2077"/>
                  <a:gd name="T35" fmla="*/ 1650 h 2076"/>
                  <a:gd name="T36" fmla="*/ 1608 w 2077"/>
                  <a:gd name="T37" fmla="*/ 1720 h 2076"/>
                  <a:gd name="T38" fmla="*/ 1723 w 2077"/>
                  <a:gd name="T39" fmla="*/ 1623 h 2076"/>
                  <a:gd name="T40" fmla="*/ 1613 w 2077"/>
                  <a:gd name="T41" fmla="*/ 1464 h 2076"/>
                  <a:gd name="T42" fmla="*/ 1730 w 2077"/>
                  <a:gd name="T43" fmla="*/ 1175 h 2076"/>
                  <a:gd name="T44" fmla="*/ 1929 w 2077"/>
                  <a:gd name="T45" fmla="*/ 1118 h 2076"/>
                  <a:gd name="T46" fmla="*/ 1934 w 2077"/>
                  <a:gd name="T47" fmla="*/ 962 h 2076"/>
                  <a:gd name="T48" fmla="*/ 1747 w 2077"/>
                  <a:gd name="T49" fmla="*/ 934 h 2076"/>
                  <a:gd name="T50" fmla="*/ 1624 w 2077"/>
                  <a:gd name="T51" fmla="*/ 648 h 2076"/>
                  <a:gd name="T52" fmla="*/ 1728 w 2077"/>
                  <a:gd name="T53" fmla="*/ 463 h 2076"/>
                  <a:gd name="T54" fmla="*/ 1616 w 2077"/>
                  <a:gd name="T55" fmla="*/ 350 h 2076"/>
                  <a:gd name="T56" fmla="*/ 1449 w 2077"/>
                  <a:gd name="T57" fmla="*/ 461 h 2076"/>
                  <a:gd name="T58" fmla="*/ 1159 w 2077"/>
                  <a:gd name="T59" fmla="*/ 341 h 2076"/>
                  <a:gd name="T60" fmla="*/ 1119 w 2077"/>
                  <a:gd name="T61" fmla="*/ 145 h 2076"/>
                  <a:gd name="T62" fmla="*/ 1139 w 2077"/>
                  <a:gd name="T63" fmla="*/ 3 h 2076"/>
                  <a:gd name="T64" fmla="*/ 1260 w 2077"/>
                  <a:gd name="T65" fmla="*/ 152 h 2076"/>
                  <a:gd name="T66" fmla="*/ 1547 w 2077"/>
                  <a:gd name="T67" fmla="*/ 227 h 2076"/>
                  <a:gd name="T68" fmla="*/ 1705 w 2077"/>
                  <a:gd name="T69" fmla="*/ 239 h 2076"/>
                  <a:gd name="T70" fmla="*/ 1866 w 2077"/>
                  <a:gd name="T71" fmla="*/ 474 h 2076"/>
                  <a:gd name="T72" fmla="*/ 1819 w 2077"/>
                  <a:gd name="T73" fmla="*/ 714 h 2076"/>
                  <a:gd name="T74" fmla="*/ 2032 w 2077"/>
                  <a:gd name="T75" fmla="*/ 861 h 2076"/>
                  <a:gd name="T76" fmla="*/ 2065 w 2077"/>
                  <a:gd name="T77" fmla="*/ 1165 h 2076"/>
                  <a:gd name="T78" fmla="*/ 1925 w 2077"/>
                  <a:gd name="T79" fmla="*/ 1259 h 2076"/>
                  <a:gd name="T80" fmla="*/ 1852 w 2077"/>
                  <a:gd name="T81" fmla="*/ 1551 h 2076"/>
                  <a:gd name="T82" fmla="*/ 1821 w 2077"/>
                  <a:gd name="T83" fmla="*/ 1722 h 2076"/>
                  <a:gd name="T84" fmla="*/ 1592 w 2077"/>
                  <a:gd name="T85" fmla="*/ 1863 h 2076"/>
                  <a:gd name="T86" fmla="*/ 1361 w 2077"/>
                  <a:gd name="T87" fmla="*/ 1818 h 2076"/>
                  <a:gd name="T88" fmla="*/ 1216 w 2077"/>
                  <a:gd name="T89" fmla="*/ 2031 h 2076"/>
                  <a:gd name="T90" fmla="*/ 910 w 2077"/>
                  <a:gd name="T91" fmla="*/ 2064 h 2076"/>
                  <a:gd name="T92" fmla="*/ 817 w 2077"/>
                  <a:gd name="T93" fmla="*/ 1852 h 2076"/>
                  <a:gd name="T94" fmla="*/ 508 w 2077"/>
                  <a:gd name="T95" fmla="*/ 1857 h 2076"/>
                  <a:gd name="T96" fmla="*/ 354 w 2077"/>
                  <a:gd name="T97" fmla="*/ 1820 h 2076"/>
                  <a:gd name="T98" fmla="*/ 216 w 2077"/>
                  <a:gd name="T99" fmla="*/ 1577 h 2076"/>
                  <a:gd name="T100" fmla="*/ 240 w 2077"/>
                  <a:gd name="T101" fmla="*/ 1311 h 2076"/>
                  <a:gd name="T102" fmla="*/ 26 w 2077"/>
                  <a:gd name="T103" fmla="*/ 1192 h 2076"/>
                  <a:gd name="T104" fmla="*/ 26 w 2077"/>
                  <a:gd name="T105" fmla="*/ 884 h 2076"/>
                  <a:gd name="T106" fmla="*/ 246 w 2077"/>
                  <a:gd name="T107" fmla="*/ 748 h 2076"/>
                  <a:gd name="T108" fmla="*/ 211 w 2077"/>
                  <a:gd name="T109" fmla="*/ 474 h 2076"/>
                  <a:gd name="T110" fmla="*/ 372 w 2077"/>
                  <a:gd name="T111" fmla="*/ 239 h 2076"/>
                  <a:gd name="T112" fmla="*/ 530 w 2077"/>
                  <a:gd name="T113" fmla="*/ 227 h 2076"/>
                  <a:gd name="T114" fmla="*/ 817 w 2077"/>
                  <a:gd name="T115" fmla="*/ 224 h 2076"/>
                  <a:gd name="T116" fmla="*/ 910 w 2077"/>
                  <a:gd name="T117" fmla="*/ 12 h 20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077" h="2076">
                    <a:moveTo>
                      <a:pt x="971" y="140"/>
                    </a:moveTo>
                    <a:lnTo>
                      <a:pt x="967" y="140"/>
                    </a:lnTo>
                    <a:lnTo>
                      <a:pt x="964" y="142"/>
                    </a:lnTo>
                    <a:lnTo>
                      <a:pt x="961" y="145"/>
                    </a:lnTo>
                    <a:lnTo>
                      <a:pt x="959" y="149"/>
                    </a:lnTo>
                    <a:lnTo>
                      <a:pt x="958" y="152"/>
                    </a:lnTo>
                    <a:lnTo>
                      <a:pt x="958" y="277"/>
                    </a:lnTo>
                    <a:lnTo>
                      <a:pt x="956" y="296"/>
                    </a:lnTo>
                    <a:lnTo>
                      <a:pt x="948" y="314"/>
                    </a:lnTo>
                    <a:lnTo>
                      <a:pt x="936" y="329"/>
                    </a:lnTo>
                    <a:lnTo>
                      <a:pt x="920" y="340"/>
                    </a:lnTo>
                    <a:lnTo>
                      <a:pt x="902" y="346"/>
                    </a:lnTo>
                    <a:lnTo>
                      <a:pt x="849" y="360"/>
                    </a:lnTo>
                    <a:lnTo>
                      <a:pt x="796" y="377"/>
                    </a:lnTo>
                    <a:lnTo>
                      <a:pt x="745" y="397"/>
                    </a:lnTo>
                    <a:lnTo>
                      <a:pt x="697" y="422"/>
                    </a:lnTo>
                    <a:lnTo>
                      <a:pt x="649" y="451"/>
                    </a:lnTo>
                    <a:lnTo>
                      <a:pt x="631" y="460"/>
                    </a:lnTo>
                    <a:lnTo>
                      <a:pt x="612" y="463"/>
                    </a:lnTo>
                    <a:lnTo>
                      <a:pt x="594" y="461"/>
                    </a:lnTo>
                    <a:lnTo>
                      <a:pt x="576" y="455"/>
                    </a:lnTo>
                    <a:lnTo>
                      <a:pt x="561" y="443"/>
                    </a:lnTo>
                    <a:lnTo>
                      <a:pt x="471" y="352"/>
                    </a:lnTo>
                    <a:lnTo>
                      <a:pt x="468" y="350"/>
                    </a:lnTo>
                    <a:lnTo>
                      <a:pt x="465" y="349"/>
                    </a:lnTo>
                    <a:lnTo>
                      <a:pt x="462" y="349"/>
                    </a:lnTo>
                    <a:lnTo>
                      <a:pt x="459" y="349"/>
                    </a:lnTo>
                    <a:lnTo>
                      <a:pt x="456" y="350"/>
                    </a:lnTo>
                    <a:lnTo>
                      <a:pt x="453" y="352"/>
                    </a:lnTo>
                    <a:lnTo>
                      <a:pt x="356" y="450"/>
                    </a:lnTo>
                    <a:lnTo>
                      <a:pt x="353" y="456"/>
                    </a:lnTo>
                    <a:lnTo>
                      <a:pt x="353" y="462"/>
                    </a:lnTo>
                    <a:lnTo>
                      <a:pt x="356" y="467"/>
                    </a:lnTo>
                    <a:lnTo>
                      <a:pt x="446" y="557"/>
                    </a:lnTo>
                    <a:lnTo>
                      <a:pt x="457" y="573"/>
                    </a:lnTo>
                    <a:lnTo>
                      <a:pt x="465" y="591"/>
                    </a:lnTo>
                    <a:lnTo>
                      <a:pt x="466" y="610"/>
                    </a:lnTo>
                    <a:lnTo>
                      <a:pt x="462" y="629"/>
                    </a:lnTo>
                    <a:lnTo>
                      <a:pt x="454" y="645"/>
                    </a:lnTo>
                    <a:lnTo>
                      <a:pt x="425" y="693"/>
                    </a:lnTo>
                    <a:lnTo>
                      <a:pt x="400" y="742"/>
                    </a:lnTo>
                    <a:lnTo>
                      <a:pt x="379" y="793"/>
                    </a:lnTo>
                    <a:lnTo>
                      <a:pt x="362" y="845"/>
                    </a:lnTo>
                    <a:lnTo>
                      <a:pt x="350" y="899"/>
                    </a:lnTo>
                    <a:lnTo>
                      <a:pt x="343" y="918"/>
                    </a:lnTo>
                    <a:lnTo>
                      <a:pt x="332" y="933"/>
                    </a:lnTo>
                    <a:lnTo>
                      <a:pt x="317" y="945"/>
                    </a:lnTo>
                    <a:lnTo>
                      <a:pt x="300" y="952"/>
                    </a:lnTo>
                    <a:lnTo>
                      <a:pt x="281" y="955"/>
                    </a:lnTo>
                    <a:lnTo>
                      <a:pt x="153" y="955"/>
                    </a:lnTo>
                    <a:lnTo>
                      <a:pt x="150" y="955"/>
                    </a:lnTo>
                    <a:lnTo>
                      <a:pt x="147" y="958"/>
                    </a:lnTo>
                    <a:lnTo>
                      <a:pt x="144" y="961"/>
                    </a:lnTo>
                    <a:lnTo>
                      <a:pt x="143" y="964"/>
                    </a:lnTo>
                    <a:lnTo>
                      <a:pt x="142" y="967"/>
                    </a:lnTo>
                    <a:lnTo>
                      <a:pt x="142" y="1105"/>
                    </a:lnTo>
                    <a:lnTo>
                      <a:pt x="143" y="1109"/>
                    </a:lnTo>
                    <a:lnTo>
                      <a:pt x="144" y="1113"/>
                    </a:lnTo>
                    <a:lnTo>
                      <a:pt x="147" y="1115"/>
                    </a:lnTo>
                    <a:lnTo>
                      <a:pt x="150" y="1117"/>
                    </a:lnTo>
                    <a:lnTo>
                      <a:pt x="153" y="1118"/>
                    </a:lnTo>
                    <a:lnTo>
                      <a:pt x="281" y="1118"/>
                    </a:lnTo>
                    <a:lnTo>
                      <a:pt x="300" y="1120"/>
                    </a:lnTo>
                    <a:lnTo>
                      <a:pt x="317" y="1128"/>
                    </a:lnTo>
                    <a:lnTo>
                      <a:pt x="332" y="1140"/>
                    </a:lnTo>
                    <a:lnTo>
                      <a:pt x="343" y="1156"/>
                    </a:lnTo>
                    <a:lnTo>
                      <a:pt x="350" y="1174"/>
                    </a:lnTo>
                    <a:lnTo>
                      <a:pt x="362" y="1228"/>
                    </a:lnTo>
                    <a:lnTo>
                      <a:pt x="379" y="1280"/>
                    </a:lnTo>
                    <a:lnTo>
                      <a:pt x="400" y="1331"/>
                    </a:lnTo>
                    <a:lnTo>
                      <a:pt x="425" y="1379"/>
                    </a:lnTo>
                    <a:lnTo>
                      <a:pt x="454" y="1427"/>
                    </a:lnTo>
                    <a:lnTo>
                      <a:pt x="462" y="1445"/>
                    </a:lnTo>
                    <a:lnTo>
                      <a:pt x="467" y="1464"/>
                    </a:lnTo>
                    <a:lnTo>
                      <a:pt x="465" y="1483"/>
                    </a:lnTo>
                    <a:lnTo>
                      <a:pt x="457" y="1500"/>
                    </a:lnTo>
                    <a:lnTo>
                      <a:pt x="446" y="1515"/>
                    </a:lnTo>
                    <a:lnTo>
                      <a:pt x="356" y="1606"/>
                    </a:lnTo>
                    <a:lnTo>
                      <a:pt x="353" y="1611"/>
                    </a:lnTo>
                    <a:lnTo>
                      <a:pt x="353" y="1617"/>
                    </a:lnTo>
                    <a:lnTo>
                      <a:pt x="356" y="1623"/>
                    </a:lnTo>
                    <a:lnTo>
                      <a:pt x="453" y="1720"/>
                    </a:lnTo>
                    <a:lnTo>
                      <a:pt x="456" y="1722"/>
                    </a:lnTo>
                    <a:lnTo>
                      <a:pt x="459" y="1723"/>
                    </a:lnTo>
                    <a:lnTo>
                      <a:pt x="462" y="1724"/>
                    </a:lnTo>
                    <a:lnTo>
                      <a:pt x="465" y="1723"/>
                    </a:lnTo>
                    <a:lnTo>
                      <a:pt x="468" y="1722"/>
                    </a:lnTo>
                    <a:lnTo>
                      <a:pt x="471" y="1720"/>
                    </a:lnTo>
                    <a:lnTo>
                      <a:pt x="559" y="1630"/>
                    </a:lnTo>
                    <a:lnTo>
                      <a:pt x="574" y="1619"/>
                    </a:lnTo>
                    <a:lnTo>
                      <a:pt x="591" y="1612"/>
                    </a:lnTo>
                    <a:lnTo>
                      <a:pt x="609" y="1610"/>
                    </a:lnTo>
                    <a:lnTo>
                      <a:pt x="629" y="1614"/>
                    </a:lnTo>
                    <a:lnTo>
                      <a:pt x="648" y="1622"/>
                    </a:lnTo>
                    <a:lnTo>
                      <a:pt x="695" y="1651"/>
                    </a:lnTo>
                    <a:lnTo>
                      <a:pt x="744" y="1676"/>
                    </a:lnTo>
                    <a:lnTo>
                      <a:pt x="795" y="1697"/>
                    </a:lnTo>
                    <a:lnTo>
                      <a:pt x="846" y="1714"/>
                    </a:lnTo>
                    <a:lnTo>
                      <a:pt x="900" y="1726"/>
                    </a:lnTo>
                    <a:lnTo>
                      <a:pt x="919" y="1733"/>
                    </a:lnTo>
                    <a:lnTo>
                      <a:pt x="935" y="1744"/>
                    </a:lnTo>
                    <a:lnTo>
                      <a:pt x="947" y="1759"/>
                    </a:lnTo>
                    <a:lnTo>
                      <a:pt x="955" y="1776"/>
                    </a:lnTo>
                    <a:lnTo>
                      <a:pt x="957" y="1796"/>
                    </a:lnTo>
                    <a:lnTo>
                      <a:pt x="957" y="1922"/>
                    </a:lnTo>
                    <a:lnTo>
                      <a:pt x="958" y="1926"/>
                    </a:lnTo>
                    <a:lnTo>
                      <a:pt x="959" y="1929"/>
                    </a:lnTo>
                    <a:lnTo>
                      <a:pt x="963" y="1932"/>
                    </a:lnTo>
                    <a:lnTo>
                      <a:pt x="966" y="1934"/>
                    </a:lnTo>
                    <a:lnTo>
                      <a:pt x="970" y="1934"/>
                    </a:lnTo>
                    <a:lnTo>
                      <a:pt x="1108" y="1934"/>
                    </a:lnTo>
                    <a:lnTo>
                      <a:pt x="1111" y="1934"/>
                    </a:lnTo>
                    <a:lnTo>
                      <a:pt x="1114" y="1932"/>
                    </a:lnTo>
                    <a:lnTo>
                      <a:pt x="1118" y="1929"/>
                    </a:lnTo>
                    <a:lnTo>
                      <a:pt x="1119" y="1926"/>
                    </a:lnTo>
                    <a:lnTo>
                      <a:pt x="1120" y="1922"/>
                    </a:lnTo>
                    <a:lnTo>
                      <a:pt x="1120" y="1796"/>
                    </a:lnTo>
                    <a:lnTo>
                      <a:pt x="1123" y="1776"/>
                    </a:lnTo>
                    <a:lnTo>
                      <a:pt x="1130" y="1759"/>
                    </a:lnTo>
                    <a:lnTo>
                      <a:pt x="1142" y="1744"/>
                    </a:lnTo>
                    <a:lnTo>
                      <a:pt x="1158" y="1733"/>
                    </a:lnTo>
                    <a:lnTo>
                      <a:pt x="1177" y="1726"/>
                    </a:lnTo>
                    <a:lnTo>
                      <a:pt x="1231" y="1714"/>
                    </a:lnTo>
                    <a:lnTo>
                      <a:pt x="1282" y="1697"/>
                    </a:lnTo>
                    <a:lnTo>
                      <a:pt x="1333" y="1676"/>
                    </a:lnTo>
                    <a:lnTo>
                      <a:pt x="1382" y="1650"/>
                    </a:lnTo>
                    <a:lnTo>
                      <a:pt x="1430" y="1622"/>
                    </a:lnTo>
                    <a:lnTo>
                      <a:pt x="1447" y="1614"/>
                    </a:lnTo>
                    <a:lnTo>
                      <a:pt x="1466" y="1610"/>
                    </a:lnTo>
                    <a:lnTo>
                      <a:pt x="1485" y="1611"/>
                    </a:lnTo>
                    <a:lnTo>
                      <a:pt x="1503" y="1619"/>
                    </a:lnTo>
                    <a:lnTo>
                      <a:pt x="1518" y="1630"/>
                    </a:lnTo>
                    <a:lnTo>
                      <a:pt x="1608" y="1720"/>
                    </a:lnTo>
                    <a:lnTo>
                      <a:pt x="1611" y="1722"/>
                    </a:lnTo>
                    <a:lnTo>
                      <a:pt x="1614" y="1723"/>
                    </a:lnTo>
                    <a:lnTo>
                      <a:pt x="1617" y="1724"/>
                    </a:lnTo>
                    <a:lnTo>
                      <a:pt x="1619" y="1723"/>
                    </a:lnTo>
                    <a:lnTo>
                      <a:pt x="1622" y="1722"/>
                    </a:lnTo>
                    <a:lnTo>
                      <a:pt x="1625" y="1720"/>
                    </a:lnTo>
                    <a:lnTo>
                      <a:pt x="1723" y="1623"/>
                    </a:lnTo>
                    <a:lnTo>
                      <a:pt x="1726" y="1618"/>
                    </a:lnTo>
                    <a:lnTo>
                      <a:pt x="1726" y="1611"/>
                    </a:lnTo>
                    <a:lnTo>
                      <a:pt x="1723" y="1606"/>
                    </a:lnTo>
                    <a:lnTo>
                      <a:pt x="1633" y="1516"/>
                    </a:lnTo>
                    <a:lnTo>
                      <a:pt x="1621" y="1501"/>
                    </a:lnTo>
                    <a:lnTo>
                      <a:pt x="1615" y="1483"/>
                    </a:lnTo>
                    <a:lnTo>
                      <a:pt x="1613" y="1464"/>
                    </a:lnTo>
                    <a:lnTo>
                      <a:pt x="1616" y="1446"/>
                    </a:lnTo>
                    <a:lnTo>
                      <a:pt x="1624" y="1428"/>
                    </a:lnTo>
                    <a:lnTo>
                      <a:pt x="1654" y="1380"/>
                    </a:lnTo>
                    <a:lnTo>
                      <a:pt x="1679" y="1332"/>
                    </a:lnTo>
                    <a:lnTo>
                      <a:pt x="1700" y="1281"/>
                    </a:lnTo>
                    <a:lnTo>
                      <a:pt x="1717" y="1229"/>
                    </a:lnTo>
                    <a:lnTo>
                      <a:pt x="1730" y="1175"/>
                    </a:lnTo>
                    <a:lnTo>
                      <a:pt x="1736" y="1156"/>
                    </a:lnTo>
                    <a:lnTo>
                      <a:pt x="1747" y="1141"/>
                    </a:lnTo>
                    <a:lnTo>
                      <a:pt x="1761" y="1128"/>
                    </a:lnTo>
                    <a:lnTo>
                      <a:pt x="1779" y="1121"/>
                    </a:lnTo>
                    <a:lnTo>
                      <a:pt x="1798" y="1119"/>
                    </a:lnTo>
                    <a:lnTo>
                      <a:pt x="1925" y="1119"/>
                    </a:lnTo>
                    <a:lnTo>
                      <a:pt x="1929" y="1118"/>
                    </a:lnTo>
                    <a:lnTo>
                      <a:pt x="1932" y="1117"/>
                    </a:lnTo>
                    <a:lnTo>
                      <a:pt x="1934" y="1114"/>
                    </a:lnTo>
                    <a:lnTo>
                      <a:pt x="1936" y="1110"/>
                    </a:lnTo>
                    <a:lnTo>
                      <a:pt x="1936" y="1107"/>
                    </a:lnTo>
                    <a:lnTo>
                      <a:pt x="1936" y="969"/>
                    </a:lnTo>
                    <a:lnTo>
                      <a:pt x="1936" y="965"/>
                    </a:lnTo>
                    <a:lnTo>
                      <a:pt x="1934" y="962"/>
                    </a:lnTo>
                    <a:lnTo>
                      <a:pt x="1932" y="959"/>
                    </a:lnTo>
                    <a:lnTo>
                      <a:pt x="1929" y="958"/>
                    </a:lnTo>
                    <a:lnTo>
                      <a:pt x="1925" y="957"/>
                    </a:lnTo>
                    <a:lnTo>
                      <a:pt x="1798" y="957"/>
                    </a:lnTo>
                    <a:lnTo>
                      <a:pt x="1779" y="954"/>
                    </a:lnTo>
                    <a:lnTo>
                      <a:pt x="1761" y="946"/>
                    </a:lnTo>
                    <a:lnTo>
                      <a:pt x="1747" y="934"/>
                    </a:lnTo>
                    <a:lnTo>
                      <a:pt x="1736" y="919"/>
                    </a:lnTo>
                    <a:lnTo>
                      <a:pt x="1730" y="900"/>
                    </a:lnTo>
                    <a:lnTo>
                      <a:pt x="1716" y="847"/>
                    </a:lnTo>
                    <a:lnTo>
                      <a:pt x="1699" y="794"/>
                    </a:lnTo>
                    <a:lnTo>
                      <a:pt x="1678" y="744"/>
                    </a:lnTo>
                    <a:lnTo>
                      <a:pt x="1654" y="694"/>
                    </a:lnTo>
                    <a:lnTo>
                      <a:pt x="1624" y="648"/>
                    </a:lnTo>
                    <a:lnTo>
                      <a:pt x="1616" y="630"/>
                    </a:lnTo>
                    <a:lnTo>
                      <a:pt x="1613" y="611"/>
                    </a:lnTo>
                    <a:lnTo>
                      <a:pt x="1615" y="592"/>
                    </a:lnTo>
                    <a:lnTo>
                      <a:pt x="1621" y="574"/>
                    </a:lnTo>
                    <a:lnTo>
                      <a:pt x="1633" y="559"/>
                    </a:lnTo>
                    <a:lnTo>
                      <a:pt x="1724" y="468"/>
                    </a:lnTo>
                    <a:lnTo>
                      <a:pt x="1728" y="463"/>
                    </a:lnTo>
                    <a:lnTo>
                      <a:pt x="1728" y="457"/>
                    </a:lnTo>
                    <a:lnTo>
                      <a:pt x="1724" y="451"/>
                    </a:lnTo>
                    <a:lnTo>
                      <a:pt x="1626" y="354"/>
                    </a:lnTo>
                    <a:lnTo>
                      <a:pt x="1623" y="351"/>
                    </a:lnTo>
                    <a:lnTo>
                      <a:pt x="1621" y="350"/>
                    </a:lnTo>
                    <a:lnTo>
                      <a:pt x="1618" y="350"/>
                    </a:lnTo>
                    <a:lnTo>
                      <a:pt x="1616" y="350"/>
                    </a:lnTo>
                    <a:lnTo>
                      <a:pt x="1613" y="351"/>
                    </a:lnTo>
                    <a:lnTo>
                      <a:pt x="1609" y="354"/>
                    </a:lnTo>
                    <a:lnTo>
                      <a:pt x="1520" y="444"/>
                    </a:lnTo>
                    <a:lnTo>
                      <a:pt x="1504" y="456"/>
                    </a:lnTo>
                    <a:lnTo>
                      <a:pt x="1486" y="462"/>
                    </a:lnTo>
                    <a:lnTo>
                      <a:pt x="1467" y="464"/>
                    </a:lnTo>
                    <a:lnTo>
                      <a:pt x="1449" y="461"/>
                    </a:lnTo>
                    <a:lnTo>
                      <a:pt x="1431" y="452"/>
                    </a:lnTo>
                    <a:lnTo>
                      <a:pt x="1384" y="423"/>
                    </a:lnTo>
                    <a:lnTo>
                      <a:pt x="1335" y="399"/>
                    </a:lnTo>
                    <a:lnTo>
                      <a:pt x="1284" y="378"/>
                    </a:lnTo>
                    <a:lnTo>
                      <a:pt x="1232" y="361"/>
                    </a:lnTo>
                    <a:lnTo>
                      <a:pt x="1178" y="348"/>
                    </a:lnTo>
                    <a:lnTo>
                      <a:pt x="1159" y="341"/>
                    </a:lnTo>
                    <a:lnTo>
                      <a:pt x="1143" y="330"/>
                    </a:lnTo>
                    <a:lnTo>
                      <a:pt x="1131" y="315"/>
                    </a:lnTo>
                    <a:lnTo>
                      <a:pt x="1124" y="298"/>
                    </a:lnTo>
                    <a:lnTo>
                      <a:pt x="1121" y="278"/>
                    </a:lnTo>
                    <a:lnTo>
                      <a:pt x="1121" y="152"/>
                    </a:lnTo>
                    <a:lnTo>
                      <a:pt x="1121" y="149"/>
                    </a:lnTo>
                    <a:lnTo>
                      <a:pt x="1119" y="145"/>
                    </a:lnTo>
                    <a:lnTo>
                      <a:pt x="1117" y="142"/>
                    </a:lnTo>
                    <a:lnTo>
                      <a:pt x="1112" y="140"/>
                    </a:lnTo>
                    <a:lnTo>
                      <a:pt x="1109" y="140"/>
                    </a:lnTo>
                    <a:lnTo>
                      <a:pt x="971" y="140"/>
                    </a:lnTo>
                    <a:close/>
                    <a:moveTo>
                      <a:pt x="970" y="0"/>
                    </a:moveTo>
                    <a:lnTo>
                      <a:pt x="1108" y="0"/>
                    </a:lnTo>
                    <a:lnTo>
                      <a:pt x="1139" y="3"/>
                    </a:lnTo>
                    <a:lnTo>
                      <a:pt x="1167" y="12"/>
                    </a:lnTo>
                    <a:lnTo>
                      <a:pt x="1193" y="25"/>
                    </a:lnTo>
                    <a:lnTo>
                      <a:pt x="1216" y="44"/>
                    </a:lnTo>
                    <a:lnTo>
                      <a:pt x="1234" y="66"/>
                    </a:lnTo>
                    <a:lnTo>
                      <a:pt x="1248" y="93"/>
                    </a:lnTo>
                    <a:lnTo>
                      <a:pt x="1257" y="121"/>
                    </a:lnTo>
                    <a:lnTo>
                      <a:pt x="1260" y="152"/>
                    </a:lnTo>
                    <a:lnTo>
                      <a:pt x="1260" y="223"/>
                    </a:lnTo>
                    <a:lnTo>
                      <a:pt x="1329" y="245"/>
                    </a:lnTo>
                    <a:lnTo>
                      <a:pt x="1394" y="272"/>
                    </a:lnTo>
                    <a:lnTo>
                      <a:pt x="1457" y="305"/>
                    </a:lnTo>
                    <a:lnTo>
                      <a:pt x="1508" y="255"/>
                    </a:lnTo>
                    <a:lnTo>
                      <a:pt x="1527" y="239"/>
                    </a:lnTo>
                    <a:lnTo>
                      <a:pt x="1547" y="227"/>
                    </a:lnTo>
                    <a:lnTo>
                      <a:pt x="1569" y="217"/>
                    </a:lnTo>
                    <a:lnTo>
                      <a:pt x="1592" y="212"/>
                    </a:lnTo>
                    <a:lnTo>
                      <a:pt x="1616" y="210"/>
                    </a:lnTo>
                    <a:lnTo>
                      <a:pt x="1640" y="212"/>
                    </a:lnTo>
                    <a:lnTo>
                      <a:pt x="1663" y="217"/>
                    </a:lnTo>
                    <a:lnTo>
                      <a:pt x="1684" y="227"/>
                    </a:lnTo>
                    <a:lnTo>
                      <a:pt x="1705" y="239"/>
                    </a:lnTo>
                    <a:lnTo>
                      <a:pt x="1723" y="255"/>
                    </a:lnTo>
                    <a:lnTo>
                      <a:pt x="1821" y="352"/>
                    </a:lnTo>
                    <a:lnTo>
                      <a:pt x="1839" y="373"/>
                    </a:lnTo>
                    <a:lnTo>
                      <a:pt x="1852" y="397"/>
                    </a:lnTo>
                    <a:lnTo>
                      <a:pt x="1862" y="422"/>
                    </a:lnTo>
                    <a:lnTo>
                      <a:pt x="1866" y="447"/>
                    </a:lnTo>
                    <a:lnTo>
                      <a:pt x="1866" y="474"/>
                    </a:lnTo>
                    <a:lnTo>
                      <a:pt x="1862" y="499"/>
                    </a:lnTo>
                    <a:lnTo>
                      <a:pt x="1852" y="523"/>
                    </a:lnTo>
                    <a:lnTo>
                      <a:pt x="1839" y="546"/>
                    </a:lnTo>
                    <a:lnTo>
                      <a:pt x="1821" y="567"/>
                    </a:lnTo>
                    <a:lnTo>
                      <a:pt x="1771" y="618"/>
                    </a:lnTo>
                    <a:lnTo>
                      <a:pt x="1796" y="665"/>
                    </a:lnTo>
                    <a:lnTo>
                      <a:pt x="1819" y="714"/>
                    </a:lnTo>
                    <a:lnTo>
                      <a:pt x="1837" y="765"/>
                    </a:lnTo>
                    <a:lnTo>
                      <a:pt x="1853" y="816"/>
                    </a:lnTo>
                    <a:lnTo>
                      <a:pt x="1925" y="816"/>
                    </a:lnTo>
                    <a:lnTo>
                      <a:pt x="1955" y="818"/>
                    </a:lnTo>
                    <a:lnTo>
                      <a:pt x="1984" y="828"/>
                    </a:lnTo>
                    <a:lnTo>
                      <a:pt x="2010" y="842"/>
                    </a:lnTo>
                    <a:lnTo>
                      <a:pt x="2032" y="861"/>
                    </a:lnTo>
                    <a:lnTo>
                      <a:pt x="2051" y="883"/>
                    </a:lnTo>
                    <a:lnTo>
                      <a:pt x="2065" y="909"/>
                    </a:lnTo>
                    <a:lnTo>
                      <a:pt x="2075" y="938"/>
                    </a:lnTo>
                    <a:lnTo>
                      <a:pt x="2077" y="968"/>
                    </a:lnTo>
                    <a:lnTo>
                      <a:pt x="2077" y="1106"/>
                    </a:lnTo>
                    <a:lnTo>
                      <a:pt x="2075" y="1137"/>
                    </a:lnTo>
                    <a:lnTo>
                      <a:pt x="2065" y="1165"/>
                    </a:lnTo>
                    <a:lnTo>
                      <a:pt x="2051" y="1192"/>
                    </a:lnTo>
                    <a:lnTo>
                      <a:pt x="2032" y="1214"/>
                    </a:lnTo>
                    <a:lnTo>
                      <a:pt x="2010" y="1233"/>
                    </a:lnTo>
                    <a:lnTo>
                      <a:pt x="1984" y="1247"/>
                    </a:lnTo>
                    <a:lnTo>
                      <a:pt x="1955" y="1255"/>
                    </a:lnTo>
                    <a:lnTo>
                      <a:pt x="1925" y="1258"/>
                    </a:lnTo>
                    <a:lnTo>
                      <a:pt x="1925" y="1259"/>
                    </a:lnTo>
                    <a:lnTo>
                      <a:pt x="1853" y="1259"/>
                    </a:lnTo>
                    <a:lnTo>
                      <a:pt x="1831" y="1328"/>
                    </a:lnTo>
                    <a:lnTo>
                      <a:pt x="1803" y="1393"/>
                    </a:lnTo>
                    <a:lnTo>
                      <a:pt x="1771" y="1456"/>
                    </a:lnTo>
                    <a:lnTo>
                      <a:pt x="1821" y="1507"/>
                    </a:lnTo>
                    <a:lnTo>
                      <a:pt x="1839" y="1528"/>
                    </a:lnTo>
                    <a:lnTo>
                      <a:pt x="1852" y="1551"/>
                    </a:lnTo>
                    <a:lnTo>
                      <a:pt x="1862" y="1577"/>
                    </a:lnTo>
                    <a:lnTo>
                      <a:pt x="1866" y="1602"/>
                    </a:lnTo>
                    <a:lnTo>
                      <a:pt x="1866" y="1628"/>
                    </a:lnTo>
                    <a:lnTo>
                      <a:pt x="1862" y="1654"/>
                    </a:lnTo>
                    <a:lnTo>
                      <a:pt x="1852" y="1678"/>
                    </a:lnTo>
                    <a:lnTo>
                      <a:pt x="1839" y="1701"/>
                    </a:lnTo>
                    <a:lnTo>
                      <a:pt x="1821" y="1722"/>
                    </a:lnTo>
                    <a:lnTo>
                      <a:pt x="1723" y="1820"/>
                    </a:lnTo>
                    <a:lnTo>
                      <a:pt x="1705" y="1836"/>
                    </a:lnTo>
                    <a:lnTo>
                      <a:pt x="1684" y="1849"/>
                    </a:lnTo>
                    <a:lnTo>
                      <a:pt x="1663" y="1857"/>
                    </a:lnTo>
                    <a:lnTo>
                      <a:pt x="1640" y="1863"/>
                    </a:lnTo>
                    <a:lnTo>
                      <a:pt x="1616" y="1864"/>
                    </a:lnTo>
                    <a:lnTo>
                      <a:pt x="1592" y="1863"/>
                    </a:lnTo>
                    <a:lnTo>
                      <a:pt x="1569" y="1857"/>
                    </a:lnTo>
                    <a:lnTo>
                      <a:pt x="1547" y="1849"/>
                    </a:lnTo>
                    <a:lnTo>
                      <a:pt x="1527" y="1836"/>
                    </a:lnTo>
                    <a:lnTo>
                      <a:pt x="1508" y="1820"/>
                    </a:lnTo>
                    <a:lnTo>
                      <a:pt x="1457" y="1770"/>
                    </a:lnTo>
                    <a:lnTo>
                      <a:pt x="1410" y="1796"/>
                    </a:lnTo>
                    <a:lnTo>
                      <a:pt x="1361" y="1818"/>
                    </a:lnTo>
                    <a:lnTo>
                      <a:pt x="1312" y="1837"/>
                    </a:lnTo>
                    <a:lnTo>
                      <a:pt x="1260" y="1852"/>
                    </a:lnTo>
                    <a:lnTo>
                      <a:pt x="1260" y="1924"/>
                    </a:lnTo>
                    <a:lnTo>
                      <a:pt x="1257" y="1954"/>
                    </a:lnTo>
                    <a:lnTo>
                      <a:pt x="1248" y="1983"/>
                    </a:lnTo>
                    <a:lnTo>
                      <a:pt x="1234" y="2009"/>
                    </a:lnTo>
                    <a:lnTo>
                      <a:pt x="1216" y="2031"/>
                    </a:lnTo>
                    <a:lnTo>
                      <a:pt x="1193" y="2050"/>
                    </a:lnTo>
                    <a:lnTo>
                      <a:pt x="1167" y="2064"/>
                    </a:lnTo>
                    <a:lnTo>
                      <a:pt x="1139" y="2073"/>
                    </a:lnTo>
                    <a:lnTo>
                      <a:pt x="1108" y="2076"/>
                    </a:lnTo>
                    <a:lnTo>
                      <a:pt x="970" y="2076"/>
                    </a:lnTo>
                    <a:lnTo>
                      <a:pt x="938" y="2073"/>
                    </a:lnTo>
                    <a:lnTo>
                      <a:pt x="910" y="2064"/>
                    </a:lnTo>
                    <a:lnTo>
                      <a:pt x="884" y="2050"/>
                    </a:lnTo>
                    <a:lnTo>
                      <a:pt x="861" y="2031"/>
                    </a:lnTo>
                    <a:lnTo>
                      <a:pt x="843" y="2009"/>
                    </a:lnTo>
                    <a:lnTo>
                      <a:pt x="829" y="1983"/>
                    </a:lnTo>
                    <a:lnTo>
                      <a:pt x="820" y="1954"/>
                    </a:lnTo>
                    <a:lnTo>
                      <a:pt x="817" y="1924"/>
                    </a:lnTo>
                    <a:lnTo>
                      <a:pt x="817" y="1852"/>
                    </a:lnTo>
                    <a:lnTo>
                      <a:pt x="748" y="1831"/>
                    </a:lnTo>
                    <a:lnTo>
                      <a:pt x="683" y="1802"/>
                    </a:lnTo>
                    <a:lnTo>
                      <a:pt x="620" y="1770"/>
                    </a:lnTo>
                    <a:lnTo>
                      <a:pt x="569" y="1820"/>
                    </a:lnTo>
                    <a:lnTo>
                      <a:pt x="550" y="1836"/>
                    </a:lnTo>
                    <a:lnTo>
                      <a:pt x="530" y="1849"/>
                    </a:lnTo>
                    <a:lnTo>
                      <a:pt x="508" y="1857"/>
                    </a:lnTo>
                    <a:lnTo>
                      <a:pt x="486" y="1863"/>
                    </a:lnTo>
                    <a:lnTo>
                      <a:pt x="461" y="1864"/>
                    </a:lnTo>
                    <a:lnTo>
                      <a:pt x="437" y="1863"/>
                    </a:lnTo>
                    <a:lnTo>
                      <a:pt x="414" y="1857"/>
                    </a:lnTo>
                    <a:lnTo>
                      <a:pt x="393" y="1849"/>
                    </a:lnTo>
                    <a:lnTo>
                      <a:pt x="372" y="1836"/>
                    </a:lnTo>
                    <a:lnTo>
                      <a:pt x="354" y="1820"/>
                    </a:lnTo>
                    <a:lnTo>
                      <a:pt x="256" y="1722"/>
                    </a:lnTo>
                    <a:lnTo>
                      <a:pt x="238" y="1701"/>
                    </a:lnTo>
                    <a:lnTo>
                      <a:pt x="225" y="1678"/>
                    </a:lnTo>
                    <a:lnTo>
                      <a:pt x="216" y="1654"/>
                    </a:lnTo>
                    <a:lnTo>
                      <a:pt x="211" y="1628"/>
                    </a:lnTo>
                    <a:lnTo>
                      <a:pt x="211" y="1602"/>
                    </a:lnTo>
                    <a:lnTo>
                      <a:pt x="216" y="1577"/>
                    </a:lnTo>
                    <a:lnTo>
                      <a:pt x="225" y="1551"/>
                    </a:lnTo>
                    <a:lnTo>
                      <a:pt x="238" y="1528"/>
                    </a:lnTo>
                    <a:lnTo>
                      <a:pt x="256" y="1507"/>
                    </a:lnTo>
                    <a:lnTo>
                      <a:pt x="306" y="1456"/>
                    </a:lnTo>
                    <a:lnTo>
                      <a:pt x="281" y="1410"/>
                    </a:lnTo>
                    <a:lnTo>
                      <a:pt x="259" y="1360"/>
                    </a:lnTo>
                    <a:lnTo>
                      <a:pt x="240" y="1311"/>
                    </a:lnTo>
                    <a:lnTo>
                      <a:pt x="224" y="1259"/>
                    </a:lnTo>
                    <a:lnTo>
                      <a:pt x="152" y="1259"/>
                    </a:lnTo>
                    <a:lnTo>
                      <a:pt x="122" y="1256"/>
                    </a:lnTo>
                    <a:lnTo>
                      <a:pt x="93" y="1248"/>
                    </a:lnTo>
                    <a:lnTo>
                      <a:pt x="67" y="1233"/>
                    </a:lnTo>
                    <a:lnTo>
                      <a:pt x="45" y="1215"/>
                    </a:lnTo>
                    <a:lnTo>
                      <a:pt x="26" y="1192"/>
                    </a:lnTo>
                    <a:lnTo>
                      <a:pt x="12" y="1166"/>
                    </a:lnTo>
                    <a:lnTo>
                      <a:pt x="3" y="1138"/>
                    </a:lnTo>
                    <a:lnTo>
                      <a:pt x="0" y="1107"/>
                    </a:lnTo>
                    <a:lnTo>
                      <a:pt x="0" y="969"/>
                    </a:lnTo>
                    <a:lnTo>
                      <a:pt x="3" y="938"/>
                    </a:lnTo>
                    <a:lnTo>
                      <a:pt x="12" y="909"/>
                    </a:lnTo>
                    <a:lnTo>
                      <a:pt x="26" y="884"/>
                    </a:lnTo>
                    <a:lnTo>
                      <a:pt x="45" y="861"/>
                    </a:lnTo>
                    <a:lnTo>
                      <a:pt x="67" y="843"/>
                    </a:lnTo>
                    <a:lnTo>
                      <a:pt x="93" y="829"/>
                    </a:lnTo>
                    <a:lnTo>
                      <a:pt x="122" y="819"/>
                    </a:lnTo>
                    <a:lnTo>
                      <a:pt x="152" y="816"/>
                    </a:lnTo>
                    <a:lnTo>
                      <a:pt x="224" y="816"/>
                    </a:lnTo>
                    <a:lnTo>
                      <a:pt x="246" y="748"/>
                    </a:lnTo>
                    <a:lnTo>
                      <a:pt x="274" y="682"/>
                    </a:lnTo>
                    <a:lnTo>
                      <a:pt x="306" y="619"/>
                    </a:lnTo>
                    <a:lnTo>
                      <a:pt x="256" y="568"/>
                    </a:lnTo>
                    <a:lnTo>
                      <a:pt x="238" y="547"/>
                    </a:lnTo>
                    <a:lnTo>
                      <a:pt x="225" y="524"/>
                    </a:lnTo>
                    <a:lnTo>
                      <a:pt x="216" y="500"/>
                    </a:lnTo>
                    <a:lnTo>
                      <a:pt x="211" y="474"/>
                    </a:lnTo>
                    <a:lnTo>
                      <a:pt x="211" y="448"/>
                    </a:lnTo>
                    <a:lnTo>
                      <a:pt x="216" y="422"/>
                    </a:lnTo>
                    <a:lnTo>
                      <a:pt x="225" y="398"/>
                    </a:lnTo>
                    <a:lnTo>
                      <a:pt x="238" y="374"/>
                    </a:lnTo>
                    <a:lnTo>
                      <a:pt x="256" y="353"/>
                    </a:lnTo>
                    <a:lnTo>
                      <a:pt x="354" y="255"/>
                    </a:lnTo>
                    <a:lnTo>
                      <a:pt x="372" y="239"/>
                    </a:lnTo>
                    <a:lnTo>
                      <a:pt x="393" y="227"/>
                    </a:lnTo>
                    <a:lnTo>
                      <a:pt x="414" y="218"/>
                    </a:lnTo>
                    <a:lnTo>
                      <a:pt x="437" y="213"/>
                    </a:lnTo>
                    <a:lnTo>
                      <a:pt x="461" y="211"/>
                    </a:lnTo>
                    <a:lnTo>
                      <a:pt x="486" y="213"/>
                    </a:lnTo>
                    <a:lnTo>
                      <a:pt x="508" y="218"/>
                    </a:lnTo>
                    <a:lnTo>
                      <a:pt x="530" y="227"/>
                    </a:lnTo>
                    <a:lnTo>
                      <a:pt x="550" y="239"/>
                    </a:lnTo>
                    <a:lnTo>
                      <a:pt x="569" y="255"/>
                    </a:lnTo>
                    <a:lnTo>
                      <a:pt x="620" y="306"/>
                    </a:lnTo>
                    <a:lnTo>
                      <a:pt x="667" y="281"/>
                    </a:lnTo>
                    <a:lnTo>
                      <a:pt x="716" y="258"/>
                    </a:lnTo>
                    <a:lnTo>
                      <a:pt x="765" y="239"/>
                    </a:lnTo>
                    <a:lnTo>
                      <a:pt x="817" y="224"/>
                    </a:lnTo>
                    <a:lnTo>
                      <a:pt x="817" y="152"/>
                    </a:lnTo>
                    <a:lnTo>
                      <a:pt x="820" y="121"/>
                    </a:lnTo>
                    <a:lnTo>
                      <a:pt x="829" y="93"/>
                    </a:lnTo>
                    <a:lnTo>
                      <a:pt x="843" y="66"/>
                    </a:lnTo>
                    <a:lnTo>
                      <a:pt x="861" y="44"/>
                    </a:lnTo>
                    <a:lnTo>
                      <a:pt x="884" y="25"/>
                    </a:lnTo>
                    <a:lnTo>
                      <a:pt x="910" y="12"/>
                    </a:lnTo>
                    <a:lnTo>
                      <a:pt x="938" y="3"/>
                    </a:lnTo>
                    <a:lnTo>
                      <a:pt x="97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82" name="Freeform 71">
                <a:extLst>
                  <a:ext uri="{FF2B5EF4-FFF2-40B4-BE49-F238E27FC236}">
                    <a16:creationId xmlns:a16="http://schemas.microsoft.com/office/drawing/2014/main" id="{FC77D747-217D-4624-93E5-43EF46065B28}"/>
                  </a:ext>
                </a:extLst>
              </p:cNvPr>
              <p:cNvSpPr>
                <a:spLocks noEditPoints="1"/>
              </p:cNvSpPr>
              <p:nvPr/>
            </p:nvSpPr>
            <p:spPr bwMode="auto">
              <a:xfrm>
                <a:off x="3729038" y="2011363"/>
                <a:ext cx="139700" cy="139700"/>
              </a:xfrm>
              <a:custGeom>
                <a:avLst/>
                <a:gdLst>
                  <a:gd name="T0" fmla="*/ 398 w 886"/>
                  <a:gd name="T1" fmla="*/ 143 h 884"/>
                  <a:gd name="T2" fmla="*/ 316 w 886"/>
                  <a:gd name="T3" fmla="*/ 169 h 884"/>
                  <a:gd name="T4" fmla="*/ 245 w 886"/>
                  <a:gd name="T5" fmla="*/ 214 h 884"/>
                  <a:gd name="T6" fmla="*/ 189 w 886"/>
                  <a:gd name="T7" fmla="*/ 277 h 884"/>
                  <a:gd name="T8" fmla="*/ 153 w 886"/>
                  <a:gd name="T9" fmla="*/ 355 h 884"/>
                  <a:gd name="T10" fmla="*/ 141 w 886"/>
                  <a:gd name="T11" fmla="*/ 442 h 884"/>
                  <a:gd name="T12" fmla="*/ 153 w 886"/>
                  <a:gd name="T13" fmla="*/ 529 h 884"/>
                  <a:gd name="T14" fmla="*/ 189 w 886"/>
                  <a:gd name="T15" fmla="*/ 606 h 884"/>
                  <a:gd name="T16" fmla="*/ 245 w 886"/>
                  <a:gd name="T17" fmla="*/ 669 h 884"/>
                  <a:gd name="T18" fmla="*/ 316 w 886"/>
                  <a:gd name="T19" fmla="*/ 716 h 884"/>
                  <a:gd name="T20" fmla="*/ 398 w 886"/>
                  <a:gd name="T21" fmla="*/ 740 h 884"/>
                  <a:gd name="T22" fmla="*/ 488 w 886"/>
                  <a:gd name="T23" fmla="*/ 740 h 884"/>
                  <a:gd name="T24" fmla="*/ 570 w 886"/>
                  <a:gd name="T25" fmla="*/ 716 h 884"/>
                  <a:gd name="T26" fmla="*/ 641 w 886"/>
                  <a:gd name="T27" fmla="*/ 669 h 884"/>
                  <a:gd name="T28" fmla="*/ 696 w 886"/>
                  <a:gd name="T29" fmla="*/ 606 h 884"/>
                  <a:gd name="T30" fmla="*/ 732 w 886"/>
                  <a:gd name="T31" fmla="*/ 529 h 884"/>
                  <a:gd name="T32" fmla="*/ 745 w 886"/>
                  <a:gd name="T33" fmla="*/ 442 h 884"/>
                  <a:gd name="T34" fmla="*/ 732 w 886"/>
                  <a:gd name="T35" fmla="*/ 355 h 884"/>
                  <a:gd name="T36" fmla="*/ 696 w 886"/>
                  <a:gd name="T37" fmla="*/ 277 h 884"/>
                  <a:gd name="T38" fmla="*/ 641 w 886"/>
                  <a:gd name="T39" fmla="*/ 214 h 884"/>
                  <a:gd name="T40" fmla="*/ 570 w 886"/>
                  <a:gd name="T41" fmla="*/ 169 h 884"/>
                  <a:gd name="T42" fmla="*/ 488 w 886"/>
                  <a:gd name="T43" fmla="*/ 143 h 884"/>
                  <a:gd name="T44" fmla="*/ 443 w 886"/>
                  <a:gd name="T45" fmla="*/ 0 h 884"/>
                  <a:gd name="T46" fmla="*/ 544 w 886"/>
                  <a:gd name="T47" fmla="*/ 11 h 884"/>
                  <a:gd name="T48" fmla="*/ 638 w 886"/>
                  <a:gd name="T49" fmla="*/ 45 h 884"/>
                  <a:gd name="T50" fmla="*/ 719 w 886"/>
                  <a:gd name="T51" fmla="*/ 97 h 884"/>
                  <a:gd name="T52" fmla="*/ 788 w 886"/>
                  <a:gd name="T53" fmla="*/ 165 h 884"/>
                  <a:gd name="T54" fmla="*/ 840 w 886"/>
                  <a:gd name="T55" fmla="*/ 248 h 884"/>
                  <a:gd name="T56" fmla="*/ 873 w 886"/>
                  <a:gd name="T57" fmla="*/ 340 h 884"/>
                  <a:gd name="T58" fmla="*/ 886 w 886"/>
                  <a:gd name="T59" fmla="*/ 442 h 884"/>
                  <a:gd name="T60" fmla="*/ 873 w 886"/>
                  <a:gd name="T61" fmla="*/ 543 h 884"/>
                  <a:gd name="T62" fmla="*/ 840 w 886"/>
                  <a:gd name="T63" fmla="*/ 636 h 884"/>
                  <a:gd name="T64" fmla="*/ 788 w 886"/>
                  <a:gd name="T65" fmla="*/ 718 h 884"/>
                  <a:gd name="T66" fmla="*/ 719 w 886"/>
                  <a:gd name="T67" fmla="*/ 787 h 884"/>
                  <a:gd name="T68" fmla="*/ 638 w 886"/>
                  <a:gd name="T69" fmla="*/ 839 h 884"/>
                  <a:gd name="T70" fmla="*/ 544 w 886"/>
                  <a:gd name="T71" fmla="*/ 872 h 884"/>
                  <a:gd name="T72" fmla="*/ 443 w 886"/>
                  <a:gd name="T73" fmla="*/ 884 h 884"/>
                  <a:gd name="T74" fmla="*/ 341 w 886"/>
                  <a:gd name="T75" fmla="*/ 872 h 884"/>
                  <a:gd name="T76" fmla="*/ 248 w 886"/>
                  <a:gd name="T77" fmla="*/ 839 h 884"/>
                  <a:gd name="T78" fmla="*/ 166 w 886"/>
                  <a:gd name="T79" fmla="*/ 787 h 884"/>
                  <a:gd name="T80" fmla="*/ 97 w 886"/>
                  <a:gd name="T81" fmla="*/ 718 h 884"/>
                  <a:gd name="T82" fmla="*/ 46 w 886"/>
                  <a:gd name="T83" fmla="*/ 636 h 884"/>
                  <a:gd name="T84" fmla="*/ 12 w 886"/>
                  <a:gd name="T85" fmla="*/ 543 h 884"/>
                  <a:gd name="T86" fmla="*/ 0 w 886"/>
                  <a:gd name="T87" fmla="*/ 442 h 884"/>
                  <a:gd name="T88" fmla="*/ 12 w 886"/>
                  <a:gd name="T89" fmla="*/ 340 h 884"/>
                  <a:gd name="T90" fmla="*/ 46 w 886"/>
                  <a:gd name="T91" fmla="*/ 248 h 884"/>
                  <a:gd name="T92" fmla="*/ 97 w 886"/>
                  <a:gd name="T93" fmla="*/ 165 h 884"/>
                  <a:gd name="T94" fmla="*/ 166 w 886"/>
                  <a:gd name="T95" fmla="*/ 97 h 884"/>
                  <a:gd name="T96" fmla="*/ 248 w 886"/>
                  <a:gd name="T97" fmla="*/ 45 h 884"/>
                  <a:gd name="T98" fmla="*/ 341 w 886"/>
                  <a:gd name="T99" fmla="*/ 11 h 884"/>
                  <a:gd name="T100" fmla="*/ 443 w 886"/>
                  <a:gd name="T101" fmla="*/ 0 h 8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86" h="884">
                    <a:moveTo>
                      <a:pt x="443" y="140"/>
                    </a:moveTo>
                    <a:lnTo>
                      <a:pt x="398" y="143"/>
                    </a:lnTo>
                    <a:lnTo>
                      <a:pt x="356" y="153"/>
                    </a:lnTo>
                    <a:lnTo>
                      <a:pt x="316" y="169"/>
                    </a:lnTo>
                    <a:lnTo>
                      <a:pt x="279" y="189"/>
                    </a:lnTo>
                    <a:lnTo>
                      <a:pt x="245" y="214"/>
                    </a:lnTo>
                    <a:lnTo>
                      <a:pt x="215" y="243"/>
                    </a:lnTo>
                    <a:lnTo>
                      <a:pt x="189" y="277"/>
                    </a:lnTo>
                    <a:lnTo>
                      <a:pt x="169" y="315"/>
                    </a:lnTo>
                    <a:lnTo>
                      <a:pt x="153" y="355"/>
                    </a:lnTo>
                    <a:lnTo>
                      <a:pt x="144" y="397"/>
                    </a:lnTo>
                    <a:lnTo>
                      <a:pt x="141" y="442"/>
                    </a:lnTo>
                    <a:lnTo>
                      <a:pt x="144" y="486"/>
                    </a:lnTo>
                    <a:lnTo>
                      <a:pt x="153" y="529"/>
                    </a:lnTo>
                    <a:lnTo>
                      <a:pt x="169" y="569"/>
                    </a:lnTo>
                    <a:lnTo>
                      <a:pt x="189" y="606"/>
                    </a:lnTo>
                    <a:lnTo>
                      <a:pt x="215" y="640"/>
                    </a:lnTo>
                    <a:lnTo>
                      <a:pt x="245" y="669"/>
                    </a:lnTo>
                    <a:lnTo>
                      <a:pt x="279" y="695"/>
                    </a:lnTo>
                    <a:lnTo>
                      <a:pt x="316" y="716"/>
                    </a:lnTo>
                    <a:lnTo>
                      <a:pt x="356" y="731"/>
                    </a:lnTo>
                    <a:lnTo>
                      <a:pt x="398" y="740"/>
                    </a:lnTo>
                    <a:lnTo>
                      <a:pt x="443" y="743"/>
                    </a:lnTo>
                    <a:lnTo>
                      <a:pt x="488" y="740"/>
                    </a:lnTo>
                    <a:lnTo>
                      <a:pt x="530" y="731"/>
                    </a:lnTo>
                    <a:lnTo>
                      <a:pt x="570" y="716"/>
                    </a:lnTo>
                    <a:lnTo>
                      <a:pt x="607" y="695"/>
                    </a:lnTo>
                    <a:lnTo>
                      <a:pt x="641" y="669"/>
                    </a:lnTo>
                    <a:lnTo>
                      <a:pt x="670" y="640"/>
                    </a:lnTo>
                    <a:lnTo>
                      <a:pt x="696" y="606"/>
                    </a:lnTo>
                    <a:lnTo>
                      <a:pt x="717" y="569"/>
                    </a:lnTo>
                    <a:lnTo>
                      <a:pt x="732" y="529"/>
                    </a:lnTo>
                    <a:lnTo>
                      <a:pt x="741" y="486"/>
                    </a:lnTo>
                    <a:lnTo>
                      <a:pt x="745" y="442"/>
                    </a:lnTo>
                    <a:lnTo>
                      <a:pt x="741" y="397"/>
                    </a:lnTo>
                    <a:lnTo>
                      <a:pt x="732" y="355"/>
                    </a:lnTo>
                    <a:lnTo>
                      <a:pt x="717" y="315"/>
                    </a:lnTo>
                    <a:lnTo>
                      <a:pt x="696" y="277"/>
                    </a:lnTo>
                    <a:lnTo>
                      <a:pt x="670" y="243"/>
                    </a:lnTo>
                    <a:lnTo>
                      <a:pt x="641" y="214"/>
                    </a:lnTo>
                    <a:lnTo>
                      <a:pt x="607" y="189"/>
                    </a:lnTo>
                    <a:lnTo>
                      <a:pt x="570" y="169"/>
                    </a:lnTo>
                    <a:lnTo>
                      <a:pt x="530" y="153"/>
                    </a:lnTo>
                    <a:lnTo>
                      <a:pt x="488" y="143"/>
                    </a:lnTo>
                    <a:lnTo>
                      <a:pt x="443" y="140"/>
                    </a:lnTo>
                    <a:close/>
                    <a:moveTo>
                      <a:pt x="443" y="0"/>
                    </a:moveTo>
                    <a:lnTo>
                      <a:pt x="494" y="3"/>
                    </a:lnTo>
                    <a:lnTo>
                      <a:pt x="544" y="11"/>
                    </a:lnTo>
                    <a:lnTo>
                      <a:pt x="592" y="25"/>
                    </a:lnTo>
                    <a:lnTo>
                      <a:pt x="638" y="45"/>
                    </a:lnTo>
                    <a:lnTo>
                      <a:pt x="680" y="68"/>
                    </a:lnTo>
                    <a:lnTo>
                      <a:pt x="719" y="97"/>
                    </a:lnTo>
                    <a:lnTo>
                      <a:pt x="756" y="130"/>
                    </a:lnTo>
                    <a:lnTo>
                      <a:pt x="788" y="165"/>
                    </a:lnTo>
                    <a:lnTo>
                      <a:pt x="816" y="205"/>
                    </a:lnTo>
                    <a:lnTo>
                      <a:pt x="840" y="248"/>
                    </a:lnTo>
                    <a:lnTo>
                      <a:pt x="859" y="293"/>
                    </a:lnTo>
                    <a:lnTo>
                      <a:pt x="873" y="340"/>
                    </a:lnTo>
                    <a:lnTo>
                      <a:pt x="883" y="390"/>
                    </a:lnTo>
                    <a:lnTo>
                      <a:pt x="886" y="442"/>
                    </a:lnTo>
                    <a:lnTo>
                      <a:pt x="883" y="493"/>
                    </a:lnTo>
                    <a:lnTo>
                      <a:pt x="873" y="543"/>
                    </a:lnTo>
                    <a:lnTo>
                      <a:pt x="859" y="590"/>
                    </a:lnTo>
                    <a:lnTo>
                      <a:pt x="840" y="636"/>
                    </a:lnTo>
                    <a:lnTo>
                      <a:pt x="816" y="679"/>
                    </a:lnTo>
                    <a:lnTo>
                      <a:pt x="788" y="718"/>
                    </a:lnTo>
                    <a:lnTo>
                      <a:pt x="756" y="754"/>
                    </a:lnTo>
                    <a:lnTo>
                      <a:pt x="719" y="787"/>
                    </a:lnTo>
                    <a:lnTo>
                      <a:pt x="680" y="815"/>
                    </a:lnTo>
                    <a:lnTo>
                      <a:pt x="638" y="839"/>
                    </a:lnTo>
                    <a:lnTo>
                      <a:pt x="592" y="858"/>
                    </a:lnTo>
                    <a:lnTo>
                      <a:pt x="544" y="872"/>
                    </a:lnTo>
                    <a:lnTo>
                      <a:pt x="494" y="880"/>
                    </a:lnTo>
                    <a:lnTo>
                      <a:pt x="443" y="884"/>
                    </a:lnTo>
                    <a:lnTo>
                      <a:pt x="392" y="880"/>
                    </a:lnTo>
                    <a:lnTo>
                      <a:pt x="341" y="872"/>
                    </a:lnTo>
                    <a:lnTo>
                      <a:pt x="294" y="858"/>
                    </a:lnTo>
                    <a:lnTo>
                      <a:pt x="248" y="839"/>
                    </a:lnTo>
                    <a:lnTo>
                      <a:pt x="206" y="815"/>
                    </a:lnTo>
                    <a:lnTo>
                      <a:pt x="166" y="787"/>
                    </a:lnTo>
                    <a:lnTo>
                      <a:pt x="130" y="754"/>
                    </a:lnTo>
                    <a:lnTo>
                      <a:pt x="97" y="718"/>
                    </a:lnTo>
                    <a:lnTo>
                      <a:pt x="70" y="679"/>
                    </a:lnTo>
                    <a:lnTo>
                      <a:pt x="46" y="636"/>
                    </a:lnTo>
                    <a:lnTo>
                      <a:pt x="27" y="590"/>
                    </a:lnTo>
                    <a:lnTo>
                      <a:pt x="12" y="543"/>
                    </a:lnTo>
                    <a:lnTo>
                      <a:pt x="4" y="493"/>
                    </a:lnTo>
                    <a:lnTo>
                      <a:pt x="0" y="442"/>
                    </a:lnTo>
                    <a:lnTo>
                      <a:pt x="4" y="390"/>
                    </a:lnTo>
                    <a:lnTo>
                      <a:pt x="12" y="340"/>
                    </a:lnTo>
                    <a:lnTo>
                      <a:pt x="27" y="293"/>
                    </a:lnTo>
                    <a:lnTo>
                      <a:pt x="46" y="248"/>
                    </a:lnTo>
                    <a:lnTo>
                      <a:pt x="70" y="205"/>
                    </a:lnTo>
                    <a:lnTo>
                      <a:pt x="97" y="165"/>
                    </a:lnTo>
                    <a:lnTo>
                      <a:pt x="130" y="130"/>
                    </a:lnTo>
                    <a:lnTo>
                      <a:pt x="166" y="97"/>
                    </a:lnTo>
                    <a:lnTo>
                      <a:pt x="206" y="68"/>
                    </a:lnTo>
                    <a:lnTo>
                      <a:pt x="248" y="45"/>
                    </a:lnTo>
                    <a:lnTo>
                      <a:pt x="294" y="25"/>
                    </a:lnTo>
                    <a:lnTo>
                      <a:pt x="341" y="11"/>
                    </a:lnTo>
                    <a:lnTo>
                      <a:pt x="392" y="3"/>
                    </a:lnTo>
                    <a:lnTo>
                      <a:pt x="44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83" name="Freeform 72">
                <a:extLst>
                  <a:ext uri="{FF2B5EF4-FFF2-40B4-BE49-F238E27FC236}">
                    <a16:creationId xmlns:a16="http://schemas.microsoft.com/office/drawing/2014/main" id="{B4A3586B-9C70-486D-8F24-9C85752A223F}"/>
                  </a:ext>
                </a:extLst>
              </p:cNvPr>
              <p:cNvSpPr>
                <a:spLocks/>
              </p:cNvSpPr>
              <p:nvPr/>
            </p:nvSpPr>
            <p:spPr bwMode="auto">
              <a:xfrm>
                <a:off x="3471863" y="2006601"/>
                <a:ext cx="403225" cy="460375"/>
              </a:xfrm>
              <a:custGeom>
                <a:avLst/>
                <a:gdLst>
                  <a:gd name="T0" fmla="*/ 1098 w 2541"/>
                  <a:gd name="T1" fmla="*/ 8 h 2906"/>
                  <a:gd name="T2" fmla="*/ 1133 w 2541"/>
                  <a:gd name="T3" fmla="*/ 48 h 2906"/>
                  <a:gd name="T4" fmla="*/ 1130 w 2541"/>
                  <a:gd name="T5" fmla="*/ 102 h 2906"/>
                  <a:gd name="T6" fmla="*/ 1090 w 2541"/>
                  <a:gd name="T7" fmla="*/ 136 h 2906"/>
                  <a:gd name="T8" fmla="*/ 917 w 2541"/>
                  <a:gd name="T9" fmla="*/ 214 h 2906"/>
                  <a:gd name="T10" fmla="*/ 736 w 2541"/>
                  <a:gd name="T11" fmla="*/ 341 h 2906"/>
                  <a:gd name="T12" fmla="*/ 590 w 2541"/>
                  <a:gd name="T13" fmla="*/ 501 h 2906"/>
                  <a:gd name="T14" fmla="*/ 479 w 2541"/>
                  <a:gd name="T15" fmla="*/ 688 h 2906"/>
                  <a:gd name="T16" fmla="*/ 409 w 2541"/>
                  <a:gd name="T17" fmla="*/ 895 h 2906"/>
                  <a:gd name="T18" fmla="*/ 386 w 2541"/>
                  <a:gd name="T19" fmla="*/ 1114 h 2906"/>
                  <a:gd name="T20" fmla="*/ 378 w 2541"/>
                  <a:gd name="T21" fmla="*/ 1330 h 2906"/>
                  <a:gd name="T22" fmla="*/ 141 w 2541"/>
                  <a:gd name="T23" fmla="*/ 1791 h 2906"/>
                  <a:gd name="T24" fmla="*/ 145 w 2541"/>
                  <a:gd name="T25" fmla="*/ 1829 h 2906"/>
                  <a:gd name="T26" fmla="*/ 188 w 2541"/>
                  <a:gd name="T27" fmla="*/ 1851 h 2906"/>
                  <a:gd name="T28" fmla="*/ 336 w 2541"/>
                  <a:gd name="T29" fmla="*/ 1855 h 2906"/>
                  <a:gd name="T30" fmla="*/ 377 w 2541"/>
                  <a:gd name="T31" fmla="*/ 1887 h 2906"/>
                  <a:gd name="T32" fmla="*/ 386 w 2541"/>
                  <a:gd name="T33" fmla="*/ 2330 h 2906"/>
                  <a:gd name="T34" fmla="*/ 414 w 2541"/>
                  <a:gd name="T35" fmla="*/ 2418 h 2906"/>
                  <a:gd name="T36" fmla="*/ 482 w 2541"/>
                  <a:gd name="T37" fmla="*/ 2477 h 2906"/>
                  <a:gd name="T38" fmla="*/ 856 w 2541"/>
                  <a:gd name="T39" fmla="*/ 2445 h 2906"/>
                  <a:gd name="T40" fmla="*/ 899 w 2541"/>
                  <a:gd name="T41" fmla="*/ 2452 h 2906"/>
                  <a:gd name="T42" fmla="*/ 933 w 2541"/>
                  <a:gd name="T43" fmla="*/ 2494 h 2906"/>
                  <a:gd name="T44" fmla="*/ 2099 w 2541"/>
                  <a:gd name="T45" fmla="*/ 2764 h 2906"/>
                  <a:gd name="T46" fmla="*/ 2109 w 2541"/>
                  <a:gd name="T47" fmla="*/ 1888 h 2906"/>
                  <a:gd name="T48" fmla="*/ 2224 w 2541"/>
                  <a:gd name="T49" fmla="*/ 1763 h 2906"/>
                  <a:gd name="T50" fmla="*/ 2347 w 2541"/>
                  <a:gd name="T51" fmla="*/ 1575 h 2906"/>
                  <a:gd name="T52" fmla="*/ 2412 w 2541"/>
                  <a:gd name="T53" fmla="*/ 1419 h 2906"/>
                  <a:gd name="T54" fmla="*/ 2455 w 2541"/>
                  <a:gd name="T55" fmla="*/ 1389 h 2906"/>
                  <a:gd name="T56" fmla="*/ 2509 w 2541"/>
                  <a:gd name="T57" fmla="*/ 1400 h 2906"/>
                  <a:gd name="T58" fmla="*/ 2539 w 2541"/>
                  <a:gd name="T59" fmla="*/ 1443 h 2906"/>
                  <a:gd name="T60" fmla="*/ 2509 w 2541"/>
                  <a:gd name="T61" fmla="*/ 1556 h 2906"/>
                  <a:gd name="T62" fmla="*/ 2395 w 2541"/>
                  <a:gd name="T63" fmla="*/ 1770 h 2906"/>
                  <a:gd name="T64" fmla="*/ 2239 w 2541"/>
                  <a:gd name="T65" fmla="*/ 1955 h 2906"/>
                  <a:gd name="T66" fmla="*/ 2230 w 2541"/>
                  <a:gd name="T67" fmla="*/ 2871 h 2906"/>
                  <a:gd name="T68" fmla="*/ 2187 w 2541"/>
                  <a:gd name="T69" fmla="*/ 2902 h 2906"/>
                  <a:gd name="T70" fmla="*/ 847 w 2541"/>
                  <a:gd name="T71" fmla="*/ 2902 h 2906"/>
                  <a:gd name="T72" fmla="*/ 805 w 2541"/>
                  <a:gd name="T73" fmla="*/ 2871 h 2906"/>
                  <a:gd name="T74" fmla="*/ 796 w 2541"/>
                  <a:gd name="T75" fmla="*/ 2596 h 2906"/>
                  <a:gd name="T76" fmla="*/ 551 w 2541"/>
                  <a:gd name="T77" fmla="*/ 2631 h 2906"/>
                  <a:gd name="T78" fmla="*/ 461 w 2541"/>
                  <a:gd name="T79" fmla="*/ 2618 h 2906"/>
                  <a:gd name="T80" fmla="*/ 350 w 2541"/>
                  <a:gd name="T81" fmla="*/ 2557 h 2906"/>
                  <a:gd name="T82" fmla="*/ 274 w 2541"/>
                  <a:gd name="T83" fmla="*/ 2455 h 2906"/>
                  <a:gd name="T84" fmla="*/ 246 w 2541"/>
                  <a:gd name="T85" fmla="*/ 2329 h 2906"/>
                  <a:gd name="T86" fmla="*/ 176 w 2541"/>
                  <a:gd name="T87" fmla="*/ 1989 h 2906"/>
                  <a:gd name="T88" fmla="*/ 87 w 2541"/>
                  <a:gd name="T89" fmla="*/ 1961 h 2906"/>
                  <a:gd name="T90" fmla="*/ 24 w 2541"/>
                  <a:gd name="T91" fmla="*/ 1900 h 2906"/>
                  <a:gd name="T92" fmla="*/ 0 w 2541"/>
                  <a:gd name="T93" fmla="*/ 1817 h 2906"/>
                  <a:gd name="T94" fmla="*/ 16 w 2541"/>
                  <a:gd name="T95" fmla="*/ 1724 h 2906"/>
                  <a:gd name="T96" fmla="*/ 247 w 2541"/>
                  <a:gd name="T97" fmla="*/ 1114 h 2906"/>
                  <a:gd name="T98" fmla="*/ 271 w 2541"/>
                  <a:gd name="T99" fmla="*/ 878 h 2906"/>
                  <a:gd name="T100" fmla="*/ 341 w 2541"/>
                  <a:gd name="T101" fmla="*/ 655 h 2906"/>
                  <a:gd name="T102" fmla="*/ 453 w 2541"/>
                  <a:gd name="T103" fmla="*/ 453 h 2906"/>
                  <a:gd name="T104" fmla="*/ 602 w 2541"/>
                  <a:gd name="T105" fmla="*/ 274 h 2906"/>
                  <a:gd name="T106" fmla="*/ 785 w 2541"/>
                  <a:gd name="T107" fmla="*/ 129 h 2906"/>
                  <a:gd name="T108" fmla="*/ 983 w 2541"/>
                  <a:gd name="T109" fmla="*/ 27 h 29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2541" h="2906">
                    <a:moveTo>
                      <a:pt x="1063" y="0"/>
                    </a:moveTo>
                    <a:lnTo>
                      <a:pt x="1082" y="1"/>
                    </a:lnTo>
                    <a:lnTo>
                      <a:pt x="1098" y="8"/>
                    </a:lnTo>
                    <a:lnTo>
                      <a:pt x="1113" y="17"/>
                    </a:lnTo>
                    <a:lnTo>
                      <a:pt x="1125" y="31"/>
                    </a:lnTo>
                    <a:lnTo>
                      <a:pt x="1133" y="48"/>
                    </a:lnTo>
                    <a:lnTo>
                      <a:pt x="1137" y="66"/>
                    </a:lnTo>
                    <a:lnTo>
                      <a:pt x="1135" y="85"/>
                    </a:lnTo>
                    <a:lnTo>
                      <a:pt x="1130" y="102"/>
                    </a:lnTo>
                    <a:lnTo>
                      <a:pt x="1121" y="116"/>
                    </a:lnTo>
                    <a:lnTo>
                      <a:pt x="1107" y="128"/>
                    </a:lnTo>
                    <a:lnTo>
                      <a:pt x="1090" y="136"/>
                    </a:lnTo>
                    <a:lnTo>
                      <a:pt x="1036" y="156"/>
                    </a:lnTo>
                    <a:lnTo>
                      <a:pt x="983" y="180"/>
                    </a:lnTo>
                    <a:lnTo>
                      <a:pt x="917" y="214"/>
                    </a:lnTo>
                    <a:lnTo>
                      <a:pt x="854" y="252"/>
                    </a:lnTo>
                    <a:lnTo>
                      <a:pt x="793" y="295"/>
                    </a:lnTo>
                    <a:lnTo>
                      <a:pt x="736" y="341"/>
                    </a:lnTo>
                    <a:lnTo>
                      <a:pt x="684" y="392"/>
                    </a:lnTo>
                    <a:lnTo>
                      <a:pt x="634" y="444"/>
                    </a:lnTo>
                    <a:lnTo>
                      <a:pt x="590" y="501"/>
                    </a:lnTo>
                    <a:lnTo>
                      <a:pt x="549" y="561"/>
                    </a:lnTo>
                    <a:lnTo>
                      <a:pt x="512" y="624"/>
                    </a:lnTo>
                    <a:lnTo>
                      <a:pt x="479" y="688"/>
                    </a:lnTo>
                    <a:lnTo>
                      <a:pt x="452" y="755"/>
                    </a:lnTo>
                    <a:lnTo>
                      <a:pt x="428" y="824"/>
                    </a:lnTo>
                    <a:lnTo>
                      <a:pt x="409" y="895"/>
                    </a:lnTo>
                    <a:lnTo>
                      <a:pt x="397" y="966"/>
                    </a:lnTo>
                    <a:lnTo>
                      <a:pt x="388" y="1040"/>
                    </a:lnTo>
                    <a:lnTo>
                      <a:pt x="386" y="1114"/>
                    </a:lnTo>
                    <a:lnTo>
                      <a:pt x="386" y="1297"/>
                    </a:lnTo>
                    <a:lnTo>
                      <a:pt x="384" y="1314"/>
                    </a:lnTo>
                    <a:lnTo>
                      <a:pt x="378" y="1330"/>
                    </a:lnTo>
                    <a:lnTo>
                      <a:pt x="154" y="1758"/>
                    </a:lnTo>
                    <a:lnTo>
                      <a:pt x="147" y="1775"/>
                    </a:lnTo>
                    <a:lnTo>
                      <a:pt x="141" y="1791"/>
                    </a:lnTo>
                    <a:lnTo>
                      <a:pt x="139" y="1806"/>
                    </a:lnTo>
                    <a:lnTo>
                      <a:pt x="140" y="1818"/>
                    </a:lnTo>
                    <a:lnTo>
                      <a:pt x="145" y="1829"/>
                    </a:lnTo>
                    <a:lnTo>
                      <a:pt x="154" y="1838"/>
                    </a:lnTo>
                    <a:lnTo>
                      <a:pt x="169" y="1846"/>
                    </a:lnTo>
                    <a:lnTo>
                      <a:pt x="188" y="1851"/>
                    </a:lnTo>
                    <a:lnTo>
                      <a:pt x="211" y="1852"/>
                    </a:lnTo>
                    <a:lnTo>
                      <a:pt x="317" y="1852"/>
                    </a:lnTo>
                    <a:lnTo>
                      <a:pt x="336" y="1855"/>
                    </a:lnTo>
                    <a:lnTo>
                      <a:pt x="352" y="1862"/>
                    </a:lnTo>
                    <a:lnTo>
                      <a:pt x="366" y="1873"/>
                    </a:lnTo>
                    <a:lnTo>
                      <a:pt x="377" y="1887"/>
                    </a:lnTo>
                    <a:lnTo>
                      <a:pt x="384" y="1904"/>
                    </a:lnTo>
                    <a:lnTo>
                      <a:pt x="386" y="1923"/>
                    </a:lnTo>
                    <a:lnTo>
                      <a:pt x="386" y="2330"/>
                    </a:lnTo>
                    <a:lnTo>
                      <a:pt x="389" y="2362"/>
                    </a:lnTo>
                    <a:lnTo>
                      <a:pt x="399" y="2392"/>
                    </a:lnTo>
                    <a:lnTo>
                      <a:pt x="414" y="2418"/>
                    </a:lnTo>
                    <a:lnTo>
                      <a:pt x="433" y="2443"/>
                    </a:lnTo>
                    <a:lnTo>
                      <a:pt x="456" y="2463"/>
                    </a:lnTo>
                    <a:lnTo>
                      <a:pt x="482" y="2477"/>
                    </a:lnTo>
                    <a:lnTo>
                      <a:pt x="512" y="2487"/>
                    </a:lnTo>
                    <a:lnTo>
                      <a:pt x="543" y="2491"/>
                    </a:lnTo>
                    <a:lnTo>
                      <a:pt x="856" y="2445"/>
                    </a:lnTo>
                    <a:lnTo>
                      <a:pt x="870" y="2444"/>
                    </a:lnTo>
                    <a:lnTo>
                      <a:pt x="885" y="2447"/>
                    </a:lnTo>
                    <a:lnTo>
                      <a:pt x="899" y="2452"/>
                    </a:lnTo>
                    <a:lnTo>
                      <a:pt x="912" y="2461"/>
                    </a:lnTo>
                    <a:lnTo>
                      <a:pt x="924" y="2476"/>
                    </a:lnTo>
                    <a:lnTo>
                      <a:pt x="933" y="2494"/>
                    </a:lnTo>
                    <a:lnTo>
                      <a:pt x="936" y="2514"/>
                    </a:lnTo>
                    <a:lnTo>
                      <a:pt x="936" y="2764"/>
                    </a:lnTo>
                    <a:lnTo>
                      <a:pt x="2099" y="2764"/>
                    </a:lnTo>
                    <a:lnTo>
                      <a:pt x="2099" y="1925"/>
                    </a:lnTo>
                    <a:lnTo>
                      <a:pt x="2101" y="1906"/>
                    </a:lnTo>
                    <a:lnTo>
                      <a:pt x="2109" y="1888"/>
                    </a:lnTo>
                    <a:lnTo>
                      <a:pt x="2121" y="1873"/>
                    </a:lnTo>
                    <a:lnTo>
                      <a:pt x="2175" y="1820"/>
                    </a:lnTo>
                    <a:lnTo>
                      <a:pt x="2224" y="1763"/>
                    </a:lnTo>
                    <a:lnTo>
                      <a:pt x="2270" y="1703"/>
                    </a:lnTo>
                    <a:lnTo>
                      <a:pt x="2310" y="1640"/>
                    </a:lnTo>
                    <a:lnTo>
                      <a:pt x="2347" y="1575"/>
                    </a:lnTo>
                    <a:lnTo>
                      <a:pt x="2377" y="1506"/>
                    </a:lnTo>
                    <a:lnTo>
                      <a:pt x="2404" y="1436"/>
                    </a:lnTo>
                    <a:lnTo>
                      <a:pt x="2412" y="1419"/>
                    </a:lnTo>
                    <a:lnTo>
                      <a:pt x="2424" y="1405"/>
                    </a:lnTo>
                    <a:lnTo>
                      <a:pt x="2438" y="1395"/>
                    </a:lnTo>
                    <a:lnTo>
                      <a:pt x="2455" y="1389"/>
                    </a:lnTo>
                    <a:lnTo>
                      <a:pt x="2474" y="1388"/>
                    </a:lnTo>
                    <a:lnTo>
                      <a:pt x="2492" y="1391"/>
                    </a:lnTo>
                    <a:lnTo>
                      <a:pt x="2509" y="1400"/>
                    </a:lnTo>
                    <a:lnTo>
                      <a:pt x="2523" y="1411"/>
                    </a:lnTo>
                    <a:lnTo>
                      <a:pt x="2533" y="1426"/>
                    </a:lnTo>
                    <a:lnTo>
                      <a:pt x="2539" y="1443"/>
                    </a:lnTo>
                    <a:lnTo>
                      <a:pt x="2541" y="1461"/>
                    </a:lnTo>
                    <a:lnTo>
                      <a:pt x="2537" y="1480"/>
                    </a:lnTo>
                    <a:lnTo>
                      <a:pt x="2509" y="1556"/>
                    </a:lnTo>
                    <a:lnTo>
                      <a:pt x="2476" y="1630"/>
                    </a:lnTo>
                    <a:lnTo>
                      <a:pt x="2438" y="1701"/>
                    </a:lnTo>
                    <a:lnTo>
                      <a:pt x="2395" y="1770"/>
                    </a:lnTo>
                    <a:lnTo>
                      <a:pt x="2348" y="1835"/>
                    </a:lnTo>
                    <a:lnTo>
                      <a:pt x="2295" y="1896"/>
                    </a:lnTo>
                    <a:lnTo>
                      <a:pt x="2239" y="1955"/>
                    </a:lnTo>
                    <a:lnTo>
                      <a:pt x="2239" y="2835"/>
                    </a:lnTo>
                    <a:lnTo>
                      <a:pt x="2236" y="2854"/>
                    </a:lnTo>
                    <a:lnTo>
                      <a:pt x="2230" y="2871"/>
                    </a:lnTo>
                    <a:lnTo>
                      <a:pt x="2218" y="2884"/>
                    </a:lnTo>
                    <a:lnTo>
                      <a:pt x="2204" y="2896"/>
                    </a:lnTo>
                    <a:lnTo>
                      <a:pt x="2187" y="2902"/>
                    </a:lnTo>
                    <a:lnTo>
                      <a:pt x="2168" y="2906"/>
                    </a:lnTo>
                    <a:lnTo>
                      <a:pt x="865" y="2906"/>
                    </a:lnTo>
                    <a:lnTo>
                      <a:pt x="847" y="2902"/>
                    </a:lnTo>
                    <a:lnTo>
                      <a:pt x="830" y="2896"/>
                    </a:lnTo>
                    <a:lnTo>
                      <a:pt x="816" y="2884"/>
                    </a:lnTo>
                    <a:lnTo>
                      <a:pt x="805" y="2871"/>
                    </a:lnTo>
                    <a:lnTo>
                      <a:pt x="798" y="2854"/>
                    </a:lnTo>
                    <a:lnTo>
                      <a:pt x="796" y="2835"/>
                    </a:lnTo>
                    <a:lnTo>
                      <a:pt x="796" y="2596"/>
                    </a:lnTo>
                    <a:lnTo>
                      <a:pt x="558" y="2631"/>
                    </a:lnTo>
                    <a:lnTo>
                      <a:pt x="555" y="2631"/>
                    </a:lnTo>
                    <a:lnTo>
                      <a:pt x="551" y="2631"/>
                    </a:lnTo>
                    <a:lnTo>
                      <a:pt x="549" y="2630"/>
                    </a:lnTo>
                    <a:lnTo>
                      <a:pt x="503" y="2627"/>
                    </a:lnTo>
                    <a:lnTo>
                      <a:pt x="461" y="2618"/>
                    </a:lnTo>
                    <a:lnTo>
                      <a:pt x="421" y="2602"/>
                    </a:lnTo>
                    <a:lnTo>
                      <a:pt x="384" y="2582"/>
                    </a:lnTo>
                    <a:lnTo>
                      <a:pt x="350" y="2557"/>
                    </a:lnTo>
                    <a:lnTo>
                      <a:pt x="321" y="2526"/>
                    </a:lnTo>
                    <a:lnTo>
                      <a:pt x="295" y="2493"/>
                    </a:lnTo>
                    <a:lnTo>
                      <a:pt x="274" y="2455"/>
                    </a:lnTo>
                    <a:lnTo>
                      <a:pt x="260" y="2415"/>
                    </a:lnTo>
                    <a:lnTo>
                      <a:pt x="249" y="2373"/>
                    </a:lnTo>
                    <a:lnTo>
                      <a:pt x="246" y="2329"/>
                    </a:lnTo>
                    <a:lnTo>
                      <a:pt x="246" y="1991"/>
                    </a:lnTo>
                    <a:lnTo>
                      <a:pt x="211" y="1991"/>
                    </a:lnTo>
                    <a:lnTo>
                      <a:pt x="176" y="1989"/>
                    </a:lnTo>
                    <a:lnTo>
                      <a:pt x="143" y="1983"/>
                    </a:lnTo>
                    <a:lnTo>
                      <a:pt x="114" y="1973"/>
                    </a:lnTo>
                    <a:lnTo>
                      <a:pt x="87" y="1961"/>
                    </a:lnTo>
                    <a:lnTo>
                      <a:pt x="62" y="1944"/>
                    </a:lnTo>
                    <a:lnTo>
                      <a:pt x="41" y="1924"/>
                    </a:lnTo>
                    <a:lnTo>
                      <a:pt x="24" y="1900"/>
                    </a:lnTo>
                    <a:lnTo>
                      <a:pt x="12" y="1874"/>
                    </a:lnTo>
                    <a:lnTo>
                      <a:pt x="3" y="1846"/>
                    </a:lnTo>
                    <a:lnTo>
                      <a:pt x="0" y="1817"/>
                    </a:lnTo>
                    <a:lnTo>
                      <a:pt x="0" y="1787"/>
                    </a:lnTo>
                    <a:lnTo>
                      <a:pt x="5" y="1756"/>
                    </a:lnTo>
                    <a:lnTo>
                      <a:pt x="16" y="1724"/>
                    </a:lnTo>
                    <a:lnTo>
                      <a:pt x="30" y="1693"/>
                    </a:lnTo>
                    <a:lnTo>
                      <a:pt x="247" y="1279"/>
                    </a:lnTo>
                    <a:lnTo>
                      <a:pt x="247" y="1114"/>
                    </a:lnTo>
                    <a:lnTo>
                      <a:pt x="250" y="1034"/>
                    </a:lnTo>
                    <a:lnTo>
                      <a:pt x="257" y="956"/>
                    </a:lnTo>
                    <a:lnTo>
                      <a:pt x="271" y="878"/>
                    </a:lnTo>
                    <a:lnTo>
                      <a:pt x="289" y="802"/>
                    </a:lnTo>
                    <a:lnTo>
                      <a:pt x="313" y="728"/>
                    </a:lnTo>
                    <a:lnTo>
                      <a:pt x="341" y="655"/>
                    </a:lnTo>
                    <a:lnTo>
                      <a:pt x="374" y="586"/>
                    </a:lnTo>
                    <a:lnTo>
                      <a:pt x="412" y="518"/>
                    </a:lnTo>
                    <a:lnTo>
                      <a:pt x="453" y="453"/>
                    </a:lnTo>
                    <a:lnTo>
                      <a:pt x="498" y="390"/>
                    </a:lnTo>
                    <a:lnTo>
                      <a:pt x="549" y="330"/>
                    </a:lnTo>
                    <a:lnTo>
                      <a:pt x="602" y="274"/>
                    </a:lnTo>
                    <a:lnTo>
                      <a:pt x="659" y="223"/>
                    </a:lnTo>
                    <a:lnTo>
                      <a:pt x="721" y="173"/>
                    </a:lnTo>
                    <a:lnTo>
                      <a:pt x="785" y="129"/>
                    </a:lnTo>
                    <a:lnTo>
                      <a:pt x="854" y="89"/>
                    </a:lnTo>
                    <a:lnTo>
                      <a:pt x="924" y="52"/>
                    </a:lnTo>
                    <a:lnTo>
                      <a:pt x="983" y="27"/>
                    </a:lnTo>
                    <a:lnTo>
                      <a:pt x="1045" y="3"/>
                    </a:lnTo>
                    <a:lnTo>
                      <a:pt x="106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grpSp>
    </p:spTree>
    <p:extLst>
      <p:ext uri="{BB962C8B-B14F-4D97-AF65-F5344CB8AC3E}">
        <p14:creationId xmlns:p14="http://schemas.microsoft.com/office/powerpoint/2010/main" val="925035937"/>
      </p:ext>
    </p:extLst>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2"/>
          <p:cNvSpPr/>
          <p:nvPr/>
        </p:nvSpPr>
        <p:spPr>
          <a:xfrm flipH="1">
            <a:off x="0" y="0"/>
            <a:ext cx="9144001" cy="3198596"/>
          </a:xfrm>
          <a:custGeom>
            <a:avLst/>
            <a:gdLst>
              <a:gd name="connsiteX0" fmla="*/ 9144001 w 9144001"/>
              <a:gd name="connsiteY0" fmla="*/ 0 h 3198596"/>
              <a:gd name="connsiteX1" fmla="*/ 0 w 9144001"/>
              <a:gd name="connsiteY1" fmla="*/ 0 h 3198596"/>
              <a:gd name="connsiteX2" fmla="*/ 0 w 9144001"/>
              <a:gd name="connsiteY2" fmla="*/ 2060239 h 3198596"/>
              <a:gd name="connsiteX3" fmla="*/ 199943 w 9144001"/>
              <a:gd name="connsiteY3" fmla="*/ 2164968 h 3198596"/>
              <a:gd name="connsiteX4" fmla="*/ 4559187 w 9144001"/>
              <a:gd name="connsiteY4" fmla="*/ 3198596 h 3198596"/>
              <a:gd name="connsiteX5" fmla="*/ 8918433 w 9144001"/>
              <a:gd name="connsiteY5" fmla="*/ 2164968 h 3198596"/>
              <a:gd name="connsiteX6" fmla="*/ 9144001 w 9144001"/>
              <a:gd name="connsiteY6" fmla="*/ 2046817 h 3198596"/>
              <a:gd name="connsiteX7" fmla="*/ 9144001 w 9144001"/>
              <a:gd name="connsiteY7" fmla="*/ 0 h 31985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44001" h="3198596">
                <a:moveTo>
                  <a:pt x="9144001" y="0"/>
                </a:moveTo>
                <a:lnTo>
                  <a:pt x="0" y="0"/>
                </a:lnTo>
                <a:lnTo>
                  <a:pt x="0" y="2060239"/>
                </a:lnTo>
                <a:lnTo>
                  <a:pt x="199943" y="2164968"/>
                </a:lnTo>
                <a:cubicBezTo>
                  <a:pt x="1510307" y="2826179"/>
                  <a:pt x="2991261" y="3198596"/>
                  <a:pt x="4559187" y="3198596"/>
                </a:cubicBezTo>
                <a:cubicBezTo>
                  <a:pt x="6127115" y="3198596"/>
                  <a:pt x="7608068" y="2826179"/>
                  <a:pt x="8918433" y="2164968"/>
                </a:cubicBezTo>
                <a:lnTo>
                  <a:pt x="9144001" y="2046817"/>
                </a:lnTo>
                <a:lnTo>
                  <a:pt x="9144001"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dirty="0"/>
          </a:p>
        </p:txBody>
      </p:sp>
      <p:pic>
        <p:nvPicPr>
          <p:cNvPr id="10" name="Picture Placeholder 9" descr="A picture containing bicycle, man, motorcycle&#10;&#10;Description automatically generated">
            <a:extLst>
              <a:ext uri="{FF2B5EF4-FFF2-40B4-BE49-F238E27FC236}">
                <a16:creationId xmlns:a16="http://schemas.microsoft.com/office/drawing/2014/main" id="{FC622A62-19C6-4B51-96FB-8A02986B4340}"/>
              </a:ext>
            </a:extLst>
          </p:cNvPr>
          <p:cNvPicPr>
            <a:picLocks noGrp="1" noChangeAspect="1"/>
          </p:cNvPicPr>
          <p:nvPr>
            <p:ph type="pic" sz="quarter" idx="14"/>
          </p:nvPr>
        </p:nvPicPr>
        <p:blipFill>
          <a:blip r:embed="rId2">
            <a:extLst>
              <a:ext uri="{28A0092B-C50C-407E-A947-70E740481C1C}">
                <a14:useLocalDpi xmlns:a14="http://schemas.microsoft.com/office/drawing/2010/main" val="0"/>
              </a:ext>
            </a:extLst>
          </a:blip>
          <a:srcRect t="254" b="254"/>
          <a:stretch>
            <a:fillRect/>
          </a:stretch>
        </p:blipFill>
        <p:spPr>
          <a:xfrm>
            <a:off x="0" y="-19050"/>
            <a:ext cx="9144001" cy="3082525"/>
          </a:xfrm>
        </p:spPr>
      </p:pic>
      <p:sp>
        <p:nvSpPr>
          <p:cNvPr id="8" name="Oval 7"/>
          <p:cNvSpPr/>
          <p:nvPr/>
        </p:nvSpPr>
        <p:spPr bwMode="auto">
          <a:xfrm flipH="1">
            <a:off x="533400" y="1100620"/>
            <a:ext cx="2915204" cy="2913146"/>
          </a:xfrm>
          <a:prstGeom prst="ellipse">
            <a:avLst/>
          </a:prstGeom>
          <a:solidFill>
            <a:schemeClr val="bg1"/>
          </a:solidFill>
          <a:ln w="76200">
            <a:solidFill>
              <a:schemeClr val="accent1"/>
            </a:solidFill>
            <a:round/>
            <a:headEnd/>
            <a:tailEnd/>
          </a:ln>
        </p:spPr>
        <p:txBody>
          <a:bodyPr vert="horz" wrap="square" lIns="0" tIns="0" rIns="0" bIns="0" numCol="1" rtlCol="0" anchor="ctr" anchorCtr="0" compatLnSpc="1">
            <a:prstTxWarp prst="textNoShape">
              <a:avLst/>
            </a:prstTxWarp>
          </a:bodyPr>
          <a:lstStyle/>
          <a:p>
            <a:pPr algn="ctr">
              <a:lnSpc>
                <a:spcPts val="4350"/>
              </a:lnSpc>
            </a:pPr>
            <a:endParaRPr lang="en-US" sz="2800" b="1" dirty="0">
              <a:solidFill>
                <a:schemeClr val="bg1"/>
              </a:solidFill>
            </a:endParaRPr>
          </a:p>
        </p:txBody>
      </p:sp>
      <p:pic>
        <p:nvPicPr>
          <p:cNvPr id="2" name="Picture 1" descr="A close up of a sign&#10;&#10;Description automatically generated">
            <a:extLst>
              <a:ext uri="{FF2B5EF4-FFF2-40B4-BE49-F238E27FC236}">
                <a16:creationId xmlns:a16="http://schemas.microsoft.com/office/drawing/2014/main" id="{6790D61A-32C9-4EE3-A7A2-0CB46F4A790A}"/>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6216" t="6075" r="6216" b="26695"/>
          <a:stretch/>
        </p:blipFill>
        <p:spPr>
          <a:xfrm>
            <a:off x="721054" y="1962150"/>
            <a:ext cx="2539896" cy="1190086"/>
          </a:xfrm>
          <a:prstGeom prst="rect">
            <a:avLst/>
          </a:prstGeom>
        </p:spPr>
      </p:pic>
      <p:sp>
        <p:nvSpPr>
          <p:cNvPr id="6" name="TextBox 5">
            <a:extLst>
              <a:ext uri="{FF2B5EF4-FFF2-40B4-BE49-F238E27FC236}">
                <a16:creationId xmlns:a16="http://schemas.microsoft.com/office/drawing/2014/main" id="{EA811393-0211-4B74-A447-E696800CF577}"/>
              </a:ext>
            </a:extLst>
          </p:cNvPr>
          <p:cNvSpPr txBox="1"/>
          <p:nvPr/>
        </p:nvSpPr>
        <p:spPr>
          <a:xfrm>
            <a:off x="721054" y="3562350"/>
            <a:ext cx="8041946" cy="1171796"/>
          </a:xfrm>
          <a:prstGeom prst="rect">
            <a:avLst/>
          </a:prstGeom>
          <a:noFill/>
        </p:spPr>
        <p:txBody>
          <a:bodyPr wrap="square" lIns="0" tIns="0" rIns="0" bIns="0" rtlCol="0">
            <a:spAutoFit/>
          </a:bodyPr>
          <a:lstStyle/>
          <a:p>
            <a:pPr algn="just">
              <a:lnSpc>
                <a:spcPct val="150000"/>
              </a:lnSpc>
            </a:pPr>
            <a:r>
              <a:rPr lang="en-GB" sz="1200" b="1" dirty="0">
                <a:solidFill>
                  <a:schemeClr val="accent1"/>
                </a:solidFill>
              </a:rPr>
              <a:t>                                                                   LEADING PRIVATE NETWORKS AND CARRIER GRADE SOLUTIONS</a:t>
            </a:r>
            <a:endParaRPr lang="id-ID" sz="1200" b="1" dirty="0">
              <a:solidFill>
                <a:schemeClr val="accent1"/>
              </a:solidFill>
            </a:endParaRPr>
          </a:p>
          <a:p>
            <a:pPr algn="just">
              <a:lnSpc>
                <a:spcPct val="150000"/>
              </a:lnSpc>
            </a:pPr>
            <a:r>
              <a:rPr lang="en-US" sz="1000" dirty="0">
                <a:solidFill>
                  <a:schemeClr val="bg1">
                    <a:lumMod val="50000"/>
                  </a:schemeClr>
                </a:solidFill>
              </a:rPr>
              <a:t>                                                                      Since inception in </a:t>
            </a:r>
            <a:r>
              <a:rPr lang="en-US" sz="1000" dirty="0">
                <a:solidFill>
                  <a:schemeClr val="accent1"/>
                </a:solidFill>
              </a:rPr>
              <a:t>2006</a:t>
            </a:r>
            <a:r>
              <a:rPr lang="en-US" sz="1000" dirty="0">
                <a:solidFill>
                  <a:schemeClr val="bg1">
                    <a:lumMod val="50000"/>
                  </a:schemeClr>
                </a:solidFill>
              </a:rPr>
              <a:t> HTC made its’ mark in the Telecom sector in Oman. HTC delivered Oman’s       </a:t>
            </a:r>
            <a:br>
              <a:rPr lang="en-US" sz="1000" dirty="0">
                <a:solidFill>
                  <a:schemeClr val="bg1">
                    <a:lumMod val="50000"/>
                  </a:schemeClr>
                </a:solidFill>
              </a:rPr>
            </a:br>
            <a:r>
              <a:rPr lang="en-US" sz="1000" dirty="0">
                <a:solidFill>
                  <a:schemeClr val="bg1">
                    <a:lumMod val="50000"/>
                  </a:schemeClr>
                </a:solidFill>
              </a:rPr>
              <a:t>                                                         first </a:t>
            </a:r>
            <a:r>
              <a:rPr lang="en-US" sz="1000" dirty="0">
                <a:solidFill>
                  <a:schemeClr val="accent1"/>
                </a:solidFill>
              </a:rPr>
              <a:t>Private Network </a:t>
            </a:r>
            <a:r>
              <a:rPr lang="en-US" sz="1000" dirty="0">
                <a:solidFill>
                  <a:schemeClr val="bg1">
                    <a:lumMod val="50000"/>
                  </a:schemeClr>
                </a:solidFill>
              </a:rPr>
              <a:t>registered with the TRA, Oman’s first </a:t>
            </a:r>
            <a:r>
              <a:rPr lang="en-US" sz="1000" dirty="0">
                <a:solidFill>
                  <a:schemeClr val="accent1"/>
                </a:solidFill>
              </a:rPr>
              <a:t>wireless mesh </a:t>
            </a:r>
            <a:r>
              <a:rPr lang="en-US" sz="1000" dirty="0">
                <a:solidFill>
                  <a:schemeClr val="bg1">
                    <a:lumMod val="50000"/>
                  </a:schemeClr>
                </a:solidFill>
              </a:rPr>
              <a:t>network, Oman’s first TRA registered </a:t>
            </a:r>
            <a:r>
              <a:rPr lang="en-US" sz="1000" dirty="0">
                <a:solidFill>
                  <a:schemeClr val="accent1"/>
                </a:solidFill>
              </a:rPr>
              <a:t>FSO</a:t>
            </a:r>
            <a:r>
              <a:rPr lang="en-US" sz="1000" dirty="0">
                <a:solidFill>
                  <a:schemeClr val="bg1">
                    <a:lumMod val="50000"/>
                  </a:schemeClr>
                </a:solidFill>
              </a:rPr>
              <a:t> (free space optics link), Oman’s first </a:t>
            </a:r>
            <a:r>
              <a:rPr lang="en-US" sz="1000" dirty="0">
                <a:solidFill>
                  <a:schemeClr val="accent1"/>
                </a:solidFill>
              </a:rPr>
              <a:t>MMW</a:t>
            </a:r>
            <a:r>
              <a:rPr lang="en-US" sz="1000" dirty="0">
                <a:solidFill>
                  <a:schemeClr val="bg1">
                    <a:lumMod val="50000"/>
                  </a:schemeClr>
                </a:solidFill>
              </a:rPr>
              <a:t> (millimeter wave) link, and Oman’s first L1 encrypted </a:t>
            </a:r>
            <a:r>
              <a:rPr lang="en-US" sz="1000" dirty="0">
                <a:solidFill>
                  <a:schemeClr val="accent1"/>
                </a:solidFill>
              </a:rPr>
              <a:t>DWDM</a:t>
            </a:r>
            <a:r>
              <a:rPr lang="en-US" sz="1000" dirty="0">
                <a:solidFill>
                  <a:schemeClr val="bg1">
                    <a:lumMod val="50000"/>
                  </a:schemeClr>
                </a:solidFill>
              </a:rPr>
              <a:t> network. HTC partnered with </a:t>
            </a:r>
            <a:r>
              <a:rPr lang="en-US" sz="1000" dirty="0">
                <a:solidFill>
                  <a:schemeClr val="accent1"/>
                </a:solidFill>
              </a:rPr>
              <a:t>telecom providers </a:t>
            </a:r>
            <a:r>
              <a:rPr lang="en-US" sz="1000" dirty="0">
                <a:solidFill>
                  <a:schemeClr val="bg1">
                    <a:lumMod val="50000"/>
                  </a:schemeClr>
                </a:solidFill>
              </a:rPr>
              <a:t>and selected by</a:t>
            </a:r>
            <a:r>
              <a:rPr lang="en-US" sz="1000" dirty="0">
                <a:solidFill>
                  <a:schemeClr val="accent1"/>
                </a:solidFill>
              </a:rPr>
              <a:t> oil &amp; gas </a:t>
            </a:r>
            <a:r>
              <a:rPr lang="en-US" sz="1000" dirty="0">
                <a:solidFill>
                  <a:schemeClr val="bg1">
                    <a:lumMod val="50000"/>
                  </a:schemeClr>
                </a:solidFill>
              </a:rPr>
              <a:t>concession holders to deliver over </a:t>
            </a:r>
            <a:r>
              <a:rPr lang="en-US" sz="1000" dirty="0">
                <a:solidFill>
                  <a:schemeClr val="accent1"/>
                </a:solidFill>
              </a:rPr>
              <a:t>4,000</a:t>
            </a:r>
            <a:r>
              <a:rPr lang="en-US" sz="1000" dirty="0">
                <a:solidFill>
                  <a:schemeClr val="bg1">
                    <a:lumMod val="50000"/>
                  </a:schemeClr>
                </a:solidFill>
              </a:rPr>
              <a:t> last mile installations</a:t>
            </a:r>
          </a:p>
        </p:txBody>
      </p:sp>
    </p:spTree>
    <p:extLst>
      <p:ext uri="{BB962C8B-B14F-4D97-AF65-F5344CB8AC3E}">
        <p14:creationId xmlns:p14="http://schemas.microsoft.com/office/powerpoint/2010/main" val="1393290174"/>
      </p:ext>
    </p:extLst>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reeform 4"/>
          <p:cNvSpPr/>
          <p:nvPr/>
        </p:nvSpPr>
        <p:spPr>
          <a:xfrm>
            <a:off x="0" y="0"/>
            <a:ext cx="9144001" cy="3198596"/>
          </a:xfrm>
          <a:custGeom>
            <a:avLst/>
            <a:gdLst>
              <a:gd name="connsiteX0" fmla="*/ 9144001 w 9144001"/>
              <a:gd name="connsiteY0" fmla="*/ 0 h 3198596"/>
              <a:gd name="connsiteX1" fmla="*/ 0 w 9144001"/>
              <a:gd name="connsiteY1" fmla="*/ 0 h 3198596"/>
              <a:gd name="connsiteX2" fmla="*/ 0 w 9144001"/>
              <a:gd name="connsiteY2" fmla="*/ 2060239 h 3198596"/>
              <a:gd name="connsiteX3" fmla="*/ 199943 w 9144001"/>
              <a:gd name="connsiteY3" fmla="*/ 2164968 h 3198596"/>
              <a:gd name="connsiteX4" fmla="*/ 4559187 w 9144001"/>
              <a:gd name="connsiteY4" fmla="*/ 3198596 h 3198596"/>
              <a:gd name="connsiteX5" fmla="*/ 8918433 w 9144001"/>
              <a:gd name="connsiteY5" fmla="*/ 2164968 h 3198596"/>
              <a:gd name="connsiteX6" fmla="*/ 9144001 w 9144001"/>
              <a:gd name="connsiteY6" fmla="*/ 2046817 h 3198596"/>
              <a:gd name="connsiteX7" fmla="*/ 9144001 w 9144001"/>
              <a:gd name="connsiteY7" fmla="*/ 0 h 31985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44001" h="3198596">
                <a:moveTo>
                  <a:pt x="9144001" y="0"/>
                </a:moveTo>
                <a:lnTo>
                  <a:pt x="0" y="0"/>
                </a:lnTo>
                <a:lnTo>
                  <a:pt x="0" y="2060239"/>
                </a:lnTo>
                <a:lnTo>
                  <a:pt x="199943" y="2164968"/>
                </a:lnTo>
                <a:cubicBezTo>
                  <a:pt x="1510307" y="2826179"/>
                  <a:pt x="2991261" y="3198596"/>
                  <a:pt x="4559187" y="3198596"/>
                </a:cubicBezTo>
                <a:cubicBezTo>
                  <a:pt x="6127115" y="3198596"/>
                  <a:pt x="7608068" y="2826179"/>
                  <a:pt x="8918433" y="2164968"/>
                </a:cubicBezTo>
                <a:lnTo>
                  <a:pt x="9144001" y="2046817"/>
                </a:lnTo>
                <a:lnTo>
                  <a:pt x="9144001"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dirty="0"/>
          </a:p>
        </p:txBody>
      </p:sp>
      <p:pic>
        <p:nvPicPr>
          <p:cNvPr id="22" name="Picture Placeholder 21">
            <a:extLst>
              <a:ext uri="{FF2B5EF4-FFF2-40B4-BE49-F238E27FC236}">
                <a16:creationId xmlns:a16="http://schemas.microsoft.com/office/drawing/2014/main" id="{DDCA2534-C3DF-4D71-8BDF-C25AAFF97F49}"/>
              </a:ext>
            </a:extLst>
          </p:cNvPr>
          <p:cNvPicPr>
            <a:picLocks noGrp="1" noChangeAspect="1"/>
          </p:cNvPicPr>
          <p:nvPr>
            <p:ph type="pic" sz="quarter" idx="14"/>
          </p:nvPr>
        </p:nvPicPr>
        <p:blipFill>
          <a:blip r:embed="rId2" cstate="print">
            <a:extLst>
              <a:ext uri="{28A0092B-C50C-407E-A947-70E740481C1C}">
                <a14:useLocalDpi xmlns:a14="http://schemas.microsoft.com/office/drawing/2010/main" val="0"/>
              </a:ext>
            </a:extLst>
          </a:blip>
          <a:srcRect t="8794" b="8794"/>
          <a:stretch>
            <a:fillRect/>
          </a:stretch>
        </p:blipFill>
        <p:spPr>
          <a:xfrm>
            <a:off x="0" y="0"/>
            <a:ext cx="9144000" cy="3082925"/>
          </a:xfrm>
        </p:spPr>
      </p:pic>
      <p:sp>
        <p:nvSpPr>
          <p:cNvPr id="11" name="Oval 10"/>
          <p:cNvSpPr/>
          <p:nvPr/>
        </p:nvSpPr>
        <p:spPr bwMode="auto">
          <a:xfrm flipH="1">
            <a:off x="5824935" y="1100620"/>
            <a:ext cx="2915204" cy="2913146"/>
          </a:xfrm>
          <a:prstGeom prst="ellipse">
            <a:avLst/>
          </a:prstGeom>
          <a:solidFill>
            <a:srgbClr val="404E5D"/>
          </a:solidFill>
          <a:ln w="76200">
            <a:solidFill>
              <a:schemeClr val="accent1"/>
            </a:solidFill>
            <a:round/>
            <a:headEnd/>
            <a:tailEnd/>
          </a:ln>
        </p:spPr>
        <p:txBody>
          <a:bodyPr vert="horz" wrap="square" lIns="0" tIns="0" rIns="0" bIns="0" numCol="1" rtlCol="0" anchor="ctr" anchorCtr="0" compatLnSpc="1">
            <a:prstTxWarp prst="textNoShape">
              <a:avLst/>
            </a:prstTxWarp>
          </a:bodyPr>
          <a:lstStyle/>
          <a:p>
            <a:pPr algn="ctr">
              <a:lnSpc>
                <a:spcPts val="4350"/>
              </a:lnSpc>
            </a:pPr>
            <a:r>
              <a:rPr lang="en-US" sz="2800" b="1" dirty="0">
                <a:solidFill>
                  <a:schemeClr val="bg1"/>
                </a:solidFill>
              </a:rPr>
              <a:t>LET’S KNOW ABOUT US</a:t>
            </a:r>
          </a:p>
        </p:txBody>
      </p:sp>
      <p:sp>
        <p:nvSpPr>
          <p:cNvPr id="23" name="Oval 22">
            <a:extLst>
              <a:ext uri="{FF2B5EF4-FFF2-40B4-BE49-F238E27FC236}">
                <a16:creationId xmlns:a16="http://schemas.microsoft.com/office/drawing/2014/main" id="{6254B077-2077-4444-816E-0EAB0769F445}"/>
              </a:ext>
            </a:extLst>
          </p:cNvPr>
          <p:cNvSpPr/>
          <p:nvPr/>
        </p:nvSpPr>
        <p:spPr bwMode="auto">
          <a:xfrm flipH="1">
            <a:off x="5819592" y="1100620"/>
            <a:ext cx="2915204" cy="2913146"/>
          </a:xfrm>
          <a:prstGeom prst="ellipse">
            <a:avLst/>
          </a:prstGeom>
          <a:solidFill>
            <a:schemeClr val="bg1"/>
          </a:solidFill>
          <a:ln w="76200">
            <a:solidFill>
              <a:schemeClr val="accent1"/>
            </a:solidFill>
            <a:round/>
            <a:headEnd/>
            <a:tailEnd/>
          </a:ln>
        </p:spPr>
        <p:txBody>
          <a:bodyPr vert="horz" wrap="square" lIns="0" tIns="0" rIns="0" bIns="0" numCol="1" rtlCol="0" anchor="ctr" anchorCtr="0" compatLnSpc="1">
            <a:prstTxWarp prst="textNoShape">
              <a:avLst/>
            </a:prstTxWarp>
          </a:bodyPr>
          <a:lstStyle/>
          <a:p>
            <a:pPr algn="ctr">
              <a:lnSpc>
                <a:spcPts val="4350"/>
              </a:lnSpc>
            </a:pPr>
            <a:endParaRPr lang="en-US" sz="2800" b="1" dirty="0">
              <a:solidFill>
                <a:schemeClr val="bg1"/>
              </a:solidFill>
            </a:endParaRPr>
          </a:p>
        </p:txBody>
      </p:sp>
      <p:sp>
        <p:nvSpPr>
          <p:cNvPr id="25" name="TextBox 24">
            <a:extLst>
              <a:ext uri="{FF2B5EF4-FFF2-40B4-BE49-F238E27FC236}">
                <a16:creationId xmlns:a16="http://schemas.microsoft.com/office/drawing/2014/main" id="{4CDA4E2A-8A39-40B2-A0E6-C2292896FE87}"/>
              </a:ext>
            </a:extLst>
          </p:cNvPr>
          <p:cNvSpPr txBox="1"/>
          <p:nvPr/>
        </p:nvSpPr>
        <p:spPr>
          <a:xfrm>
            <a:off x="609600" y="3312452"/>
            <a:ext cx="7772400" cy="1402628"/>
          </a:xfrm>
          <a:prstGeom prst="rect">
            <a:avLst/>
          </a:prstGeom>
          <a:noFill/>
        </p:spPr>
        <p:txBody>
          <a:bodyPr wrap="square" lIns="0" tIns="0" rIns="0" bIns="0" rtlCol="0">
            <a:spAutoFit/>
          </a:bodyPr>
          <a:lstStyle/>
          <a:p>
            <a:pPr algn="just">
              <a:lnSpc>
                <a:spcPct val="150000"/>
              </a:lnSpc>
            </a:pPr>
            <a:r>
              <a:rPr lang="en-GB" sz="1200" b="1" dirty="0">
                <a:solidFill>
                  <a:schemeClr val="accent1"/>
                </a:solidFill>
              </a:rPr>
              <a:t>LEADING EPC IN GRID-CONNECTED PV</a:t>
            </a:r>
            <a:endParaRPr lang="id-ID" sz="1200" b="1" dirty="0">
              <a:solidFill>
                <a:schemeClr val="accent1"/>
              </a:solidFill>
            </a:endParaRPr>
          </a:p>
          <a:p>
            <a:pPr algn="just">
              <a:lnSpc>
                <a:spcPct val="150000"/>
              </a:lnSpc>
            </a:pPr>
            <a:r>
              <a:rPr lang="en-US" sz="1000" dirty="0">
                <a:solidFill>
                  <a:schemeClr val="bg1">
                    <a:lumMod val="50000"/>
                  </a:schemeClr>
                </a:solidFill>
              </a:rPr>
              <a:t>In </a:t>
            </a:r>
            <a:r>
              <a:rPr lang="en-US" sz="1000" dirty="0">
                <a:solidFill>
                  <a:schemeClr val="accent1"/>
                </a:solidFill>
              </a:rPr>
              <a:t>2016</a:t>
            </a:r>
            <a:r>
              <a:rPr lang="en-US" sz="1000" dirty="0">
                <a:solidFill>
                  <a:schemeClr val="bg1">
                    <a:lumMod val="50000"/>
                  </a:schemeClr>
                </a:solidFill>
              </a:rPr>
              <a:t> HTC diversified into Energy starting with grid-connected PV plants. HTC delivered </a:t>
            </a:r>
          </a:p>
          <a:p>
            <a:pPr algn="just">
              <a:lnSpc>
                <a:spcPct val="150000"/>
              </a:lnSpc>
            </a:pPr>
            <a:r>
              <a:rPr lang="en-US" sz="1000" dirty="0">
                <a:solidFill>
                  <a:schemeClr val="bg1">
                    <a:lumMod val="50000"/>
                  </a:schemeClr>
                </a:solidFill>
              </a:rPr>
              <a:t>Oman’s first </a:t>
            </a:r>
            <a:r>
              <a:rPr lang="en-US" sz="1000" dirty="0">
                <a:solidFill>
                  <a:schemeClr val="accent1"/>
                </a:solidFill>
              </a:rPr>
              <a:t>AER-compliant grid-connected </a:t>
            </a:r>
            <a:r>
              <a:rPr lang="en-US" sz="1000" dirty="0">
                <a:solidFill>
                  <a:schemeClr val="bg1">
                    <a:lumMod val="50000"/>
                  </a:schemeClr>
                </a:solidFill>
              </a:rPr>
              <a:t>plant. This was followed by Oman’s first </a:t>
            </a:r>
            <a:r>
              <a:rPr lang="en-US" sz="1000" dirty="0">
                <a:solidFill>
                  <a:schemeClr val="accent1"/>
                </a:solidFill>
              </a:rPr>
              <a:t>East-West</a:t>
            </a:r>
            <a:endParaRPr lang="en-US" sz="1000" dirty="0">
              <a:solidFill>
                <a:schemeClr val="bg1">
                  <a:lumMod val="50000"/>
                </a:schemeClr>
              </a:solidFill>
            </a:endParaRPr>
          </a:p>
          <a:p>
            <a:pPr algn="just">
              <a:lnSpc>
                <a:spcPct val="150000"/>
              </a:lnSpc>
            </a:pPr>
            <a:r>
              <a:rPr lang="en-US" sz="1000" dirty="0">
                <a:solidFill>
                  <a:schemeClr val="bg1">
                    <a:lumMod val="50000"/>
                  </a:schemeClr>
                </a:solidFill>
              </a:rPr>
              <a:t>ballasted system which withstood 173 km/hr cyclone, Oman’s first </a:t>
            </a:r>
            <a:r>
              <a:rPr lang="en-US" sz="1000" dirty="0">
                <a:solidFill>
                  <a:schemeClr val="accent1"/>
                </a:solidFill>
              </a:rPr>
              <a:t>bifacial</a:t>
            </a:r>
            <a:r>
              <a:rPr lang="en-US" sz="1000" dirty="0">
                <a:solidFill>
                  <a:schemeClr val="bg1">
                    <a:lumMod val="50000"/>
                  </a:schemeClr>
                </a:solidFill>
              </a:rPr>
              <a:t> PV plant, and subsequently </a:t>
            </a:r>
          </a:p>
          <a:p>
            <a:pPr algn="just">
              <a:lnSpc>
                <a:spcPct val="150000"/>
              </a:lnSpc>
            </a:pPr>
            <a:r>
              <a:rPr lang="en-US" sz="1000" dirty="0">
                <a:solidFill>
                  <a:schemeClr val="bg1">
                    <a:lumMod val="50000"/>
                  </a:schemeClr>
                </a:solidFill>
              </a:rPr>
              <a:t>Oman’s first </a:t>
            </a:r>
            <a:r>
              <a:rPr lang="en-US" sz="1000" dirty="0">
                <a:solidFill>
                  <a:schemeClr val="accent1"/>
                </a:solidFill>
              </a:rPr>
              <a:t>tracker</a:t>
            </a:r>
            <a:r>
              <a:rPr lang="en-US" sz="1000" dirty="0">
                <a:solidFill>
                  <a:schemeClr val="bg1">
                    <a:lumMod val="50000"/>
                  </a:schemeClr>
                </a:solidFill>
              </a:rPr>
              <a:t> PV plant HTC’s currently leads the distributed solar PV market with over 90MW* contracted HTC’s clients include Shell, PDO, BP, Engie, ACWA, OAMC and ROP. </a:t>
            </a:r>
          </a:p>
        </p:txBody>
      </p:sp>
      <p:sp>
        <p:nvSpPr>
          <p:cNvPr id="3" name="Rectangle 2">
            <a:extLst>
              <a:ext uri="{FF2B5EF4-FFF2-40B4-BE49-F238E27FC236}">
                <a16:creationId xmlns:a16="http://schemas.microsoft.com/office/drawing/2014/main" id="{F4D1F811-F5B0-456A-AD72-B38A5CF20003}"/>
              </a:ext>
            </a:extLst>
          </p:cNvPr>
          <p:cNvSpPr/>
          <p:nvPr/>
        </p:nvSpPr>
        <p:spPr>
          <a:xfrm>
            <a:off x="609600" y="4781550"/>
            <a:ext cx="2937022" cy="215444"/>
          </a:xfrm>
          <a:prstGeom prst="rect">
            <a:avLst/>
          </a:prstGeom>
        </p:spPr>
        <p:txBody>
          <a:bodyPr wrap="none">
            <a:spAutoFit/>
          </a:bodyPr>
          <a:lstStyle/>
          <a:p>
            <a:r>
              <a:rPr lang="en-US" sz="800" dirty="0">
                <a:solidFill>
                  <a:srgbClr val="FFFFFF">
                    <a:lumMod val="50000"/>
                  </a:srgbClr>
                </a:solidFill>
              </a:rPr>
              <a:t>* Includes different subsets of EPC and paid for consultation</a:t>
            </a:r>
            <a:endParaRPr lang="en-GB" sz="800" dirty="0"/>
          </a:p>
        </p:txBody>
      </p:sp>
      <p:pic>
        <p:nvPicPr>
          <p:cNvPr id="2" name="Picture 1" descr="A close up of a sign&#10;&#10;Description automatically generated">
            <a:extLst>
              <a:ext uri="{FF2B5EF4-FFF2-40B4-BE49-F238E27FC236}">
                <a16:creationId xmlns:a16="http://schemas.microsoft.com/office/drawing/2014/main" id="{522C77B4-987B-42CB-8EE2-41B8AAFC5A36}"/>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6216" t="6075" r="6216" b="26695"/>
          <a:stretch/>
        </p:blipFill>
        <p:spPr>
          <a:xfrm>
            <a:off x="6007246" y="1962150"/>
            <a:ext cx="2539896" cy="1190086"/>
          </a:xfrm>
          <a:prstGeom prst="rect">
            <a:avLst/>
          </a:prstGeom>
        </p:spPr>
      </p:pic>
    </p:spTree>
    <p:extLst>
      <p:ext uri="{BB962C8B-B14F-4D97-AF65-F5344CB8AC3E}">
        <p14:creationId xmlns:p14="http://schemas.microsoft.com/office/powerpoint/2010/main" val="3556601064"/>
      </p:ext>
    </p:extLst>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Picture Placeholder 22">
            <a:extLst>
              <a:ext uri="{FF2B5EF4-FFF2-40B4-BE49-F238E27FC236}">
                <a16:creationId xmlns:a16="http://schemas.microsoft.com/office/drawing/2014/main" id="{7CD38A4B-820B-4528-9305-8298315E9C0C}"/>
              </a:ext>
            </a:extLst>
          </p:cNvPr>
          <p:cNvPicPr>
            <a:picLocks noGrp="1" noChangeAspect="1"/>
          </p:cNvPicPr>
          <p:nvPr>
            <p:ph type="pic" sz="quarter" idx="48"/>
          </p:nvPr>
        </p:nvPicPr>
        <p:blipFill>
          <a:blip r:embed="rId3" cstate="print">
            <a:extLst>
              <a:ext uri="{28A0092B-C50C-407E-A947-70E740481C1C}">
                <a14:useLocalDpi xmlns:a14="http://schemas.microsoft.com/office/drawing/2010/main" val="0"/>
              </a:ext>
            </a:extLst>
          </a:blip>
          <a:srcRect l="5690" r="5690"/>
          <a:stretch>
            <a:fillRect/>
          </a:stretch>
        </p:blipFill>
        <p:spPr/>
      </p:pic>
      <p:pic>
        <p:nvPicPr>
          <p:cNvPr id="36" name="Picture Placeholder 35">
            <a:extLst>
              <a:ext uri="{FF2B5EF4-FFF2-40B4-BE49-F238E27FC236}">
                <a16:creationId xmlns:a16="http://schemas.microsoft.com/office/drawing/2014/main" id="{5DDFD6A5-28C9-4550-93E1-2850DD4D8430}"/>
              </a:ext>
            </a:extLst>
          </p:cNvPr>
          <p:cNvPicPr>
            <a:picLocks noGrp="1" noChangeAspect="1"/>
          </p:cNvPicPr>
          <p:nvPr>
            <p:ph type="pic" sz="quarter" idx="51"/>
          </p:nvPr>
        </p:nvPicPr>
        <p:blipFill>
          <a:blip r:embed="rId4"/>
          <a:srcRect l="13542" r="13542"/>
          <a:stretch>
            <a:fillRect/>
          </a:stretch>
        </p:blipFill>
        <p:spPr>
          <a:prstGeom prst="rect">
            <a:avLst/>
          </a:prstGeom>
        </p:spPr>
      </p:pic>
      <p:pic>
        <p:nvPicPr>
          <p:cNvPr id="45" name="Picture Placeholder 44">
            <a:extLst>
              <a:ext uri="{FF2B5EF4-FFF2-40B4-BE49-F238E27FC236}">
                <a16:creationId xmlns:a16="http://schemas.microsoft.com/office/drawing/2014/main" id="{61744256-0D6A-4E82-93DE-2D7292779DFE}"/>
              </a:ext>
            </a:extLst>
          </p:cNvPr>
          <p:cNvPicPr>
            <a:picLocks noGrp="1" noChangeAspect="1"/>
          </p:cNvPicPr>
          <p:nvPr>
            <p:ph type="pic" sz="quarter" idx="50"/>
          </p:nvPr>
        </p:nvPicPr>
        <p:blipFill>
          <a:blip r:embed="rId5" cstate="print">
            <a:extLst>
              <a:ext uri="{28A0092B-C50C-407E-A947-70E740481C1C}">
                <a14:useLocalDpi xmlns:a14="http://schemas.microsoft.com/office/drawing/2010/main" val="0"/>
              </a:ext>
            </a:extLst>
          </a:blip>
          <a:srcRect l="19238" r="19238"/>
          <a:stretch>
            <a:fillRect/>
          </a:stretch>
        </p:blipFill>
        <p:spPr>
          <a:xfrm>
            <a:off x="381000" y="361950"/>
            <a:ext cx="2667000" cy="2286000"/>
          </a:xfrm>
        </p:spPr>
      </p:pic>
      <p:sp>
        <p:nvSpPr>
          <p:cNvPr id="11" name="Rectangle 10"/>
          <p:cNvSpPr/>
          <p:nvPr/>
        </p:nvSpPr>
        <p:spPr bwMode="auto">
          <a:xfrm rot="5400000">
            <a:off x="4262773" y="1276349"/>
            <a:ext cx="609600" cy="2895600"/>
          </a:xfrm>
          <a:prstGeom prst="rect">
            <a:avLst/>
          </a:prstGeom>
          <a:solidFill>
            <a:schemeClr val="accent1"/>
          </a:solidFill>
          <a:ln w="9525">
            <a:noFill/>
            <a:round/>
            <a:headEnd/>
            <a:tailEnd/>
          </a:ln>
        </p:spPr>
        <p:txBody>
          <a:bodyPr vert="horz" wrap="square" lIns="91440" tIns="45720" rIns="91440" bIns="45720" numCol="1" rtlCol="0" anchor="t" anchorCtr="0" compatLnSpc="1">
            <a:prstTxWarp prst="textNoShape">
              <a:avLst/>
            </a:prstTxWarp>
          </a:bodyPr>
          <a:lstStyle/>
          <a:p>
            <a:pPr algn="ctr"/>
            <a:endParaRPr lang="en-US" dirty="0">
              <a:solidFill>
                <a:schemeClr val="bg1"/>
              </a:solidFill>
            </a:endParaRPr>
          </a:p>
        </p:txBody>
      </p:sp>
      <p:sp>
        <p:nvSpPr>
          <p:cNvPr id="12" name="Inhaltsplatzhalter 4"/>
          <p:cNvSpPr txBox="1">
            <a:spLocks/>
          </p:cNvSpPr>
          <p:nvPr/>
        </p:nvSpPr>
        <p:spPr>
          <a:xfrm>
            <a:off x="3352800" y="2477928"/>
            <a:ext cx="2438400" cy="492443"/>
          </a:xfrm>
          <a:prstGeom prst="rect">
            <a:avLst/>
          </a:prstGeom>
          <a:ln>
            <a:noFill/>
          </a:ln>
        </p:spPr>
        <p:txBody>
          <a:bodyPr wrap="square" lIns="0" tIns="0" rIns="0" bIns="0" anchor="t">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00000"/>
              </a:lnSpc>
              <a:buNone/>
            </a:pPr>
            <a:r>
              <a:rPr lang="en-US" sz="1600" b="1" dirty="0">
                <a:latin typeface="+mj-lt"/>
              </a:rPr>
              <a:t>HTC Projects’ References</a:t>
            </a:r>
          </a:p>
        </p:txBody>
      </p:sp>
      <p:pic>
        <p:nvPicPr>
          <p:cNvPr id="18" name="Picture Placeholder 11">
            <a:extLst>
              <a:ext uri="{FF2B5EF4-FFF2-40B4-BE49-F238E27FC236}">
                <a16:creationId xmlns:a16="http://schemas.microsoft.com/office/drawing/2014/main" id="{AC4E90E0-5934-4FB1-933B-693492748F3A}"/>
              </a:ext>
            </a:extLst>
          </p:cNvPr>
          <p:cNvPicPr>
            <a:picLocks noGrp="1" noChangeAspect="1"/>
          </p:cNvPicPr>
          <p:nvPr>
            <p:ph type="pic" sz="quarter" idx="49"/>
          </p:nvPr>
        </p:nvPicPr>
        <p:blipFill rotWithShape="1">
          <a:blip r:embed="rId6" cstate="print">
            <a:extLst>
              <a:ext uri="{28A0092B-C50C-407E-A947-70E740481C1C}">
                <a14:useLocalDpi xmlns:a14="http://schemas.microsoft.com/office/drawing/2010/main" val="0"/>
              </a:ext>
            </a:extLst>
          </a:blip>
          <a:srcRect t="4342" b="4342"/>
          <a:stretch/>
        </p:blipFill>
        <p:spPr>
          <a:xfrm>
            <a:off x="3124200" y="361950"/>
            <a:ext cx="2895600" cy="1981200"/>
          </a:xfrm>
        </p:spPr>
      </p:pic>
      <p:pic>
        <p:nvPicPr>
          <p:cNvPr id="26" name="Picture Placeholder 12">
            <a:extLst>
              <a:ext uri="{FF2B5EF4-FFF2-40B4-BE49-F238E27FC236}">
                <a16:creationId xmlns:a16="http://schemas.microsoft.com/office/drawing/2014/main" id="{4D14B6FC-DDE5-49E7-A38F-FE334BDFA1DB}"/>
              </a:ext>
            </a:extLst>
          </p:cNvPr>
          <p:cNvPicPr>
            <a:picLocks noGrp="1" noChangeAspect="1"/>
          </p:cNvPicPr>
          <p:nvPr>
            <p:ph type="pic" sz="quarter" idx="52"/>
          </p:nvPr>
        </p:nvPicPr>
        <p:blipFill rotWithShape="1">
          <a:blip r:embed="rId7" cstate="print">
            <a:extLst>
              <a:ext uri="{28A0092B-C50C-407E-A947-70E740481C1C}">
                <a14:useLocalDpi xmlns:a14="http://schemas.microsoft.com/office/drawing/2010/main" val="0"/>
              </a:ext>
            </a:extLst>
          </a:blip>
          <a:srcRect l="27899" t="13301"/>
          <a:stretch/>
        </p:blipFill>
        <p:spPr>
          <a:xfrm>
            <a:off x="6096000" y="2724150"/>
            <a:ext cx="2667000" cy="2057400"/>
          </a:xfrm>
        </p:spPr>
      </p:pic>
      <p:pic>
        <p:nvPicPr>
          <p:cNvPr id="27" name="Picture 6" descr="http://www.aepc.energy/images/others/e3cf43f9-4ecc-4c1d-ab8b-88d3bdef1e39.jpg">
            <a:extLst>
              <a:ext uri="{FF2B5EF4-FFF2-40B4-BE49-F238E27FC236}">
                <a16:creationId xmlns:a16="http://schemas.microsoft.com/office/drawing/2014/main" id="{20244FB0-1EB6-458F-A333-38AFE5402967}"/>
              </a:ext>
            </a:extLst>
          </p:cNvPr>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l="24815" r="25274" b="50000"/>
          <a:stretch/>
        </p:blipFill>
        <p:spPr bwMode="auto">
          <a:xfrm>
            <a:off x="3200943" y="438150"/>
            <a:ext cx="304257" cy="304800"/>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27">
            <a:extLst>
              <a:ext uri="{FF2B5EF4-FFF2-40B4-BE49-F238E27FC236}">
                <a16:creationId xmlns:a16="http://schemas.microsoft.com/office/drawing/2014/main" id="{E0AC4CA2-17E0-40A9-AE41-7BFD7887529A}"/>
              </a:ext>
            </a:extLst>
          </p:cNvPr>
          <p:cNvPicPr/>
          <p:nvPr/>
        </p:nvPicPr>
        <p:blipFill rotWithShape="1">
          <a:blip r:embed="rId9" cstate="print">
            <a:extLst>
              <a:ext uri="{28A0092B-C50C-407E-A947-70E740481C1C}">
                <a14:useLocalDpi xmlns:a14="http://schemas.microsoft.com/office/drawing/2010/main" val="0"/>
              </a:ext>
            </a:extLst>
          </a:blip>
          <a:srcRect l="4192" t="13595" r="77219" b="19819"/>
          <a:stretch/>
        </p:blipFill>
        <p:spPr bwMode="auto">
          <a:xfrm>
            <a:off x="8256410" y="4324350"/>
            <a:ext cx="430390" cy="399320"/>
          </a:xfrm>
          <a:prstGeom prst="rect">
            <a:avLst/>
          </a:prstGeom>
          <a:noFill/>
        </p:spPr>
      </p:pic>
      <p:pic>
        <p:nvPicPr>
          <p:cNvPr id="29" name="Picture 28">
            <a:extLst>
              <a:ext uri="{FF2B5EF4-FFF2-40B4-BE49-F238E27FC236}">
                <a16:creationId xmlns:a16="http://schemas.microsoft.com/office/drawing/2014/main" id="{2CC296A6-CDB0-4213-BAE4-26FEE1710C2F}"/>
              </a:ext>
            </a:extLst>
          </p:cNvPr>
          <p:cNvPicPr>
            <a:picLocks noChangeAspect="1"/>
          </p:cNvPicPr>
          <p:nvPr/>
        </p:nvPicPr>
        <p:blipFill rotWithShape="1">
          <a:blip r:embed="rId10" cstate="print">
            <a:extLst>
              <a:ext uri="{28A0092B-C50C-407E-A947-70E740481C1C}">
                <a14:useLocalDpi xmlns:a14="http://schemas.microsoft.com/office/drawing/2010/main" val="0"/>
              </a:ext>
            </a:extLst>
          </a:blip>
          <a:srcRect l="34040" t="22793" r="34040" b="39630"/>
          <a:stretch/>
        </p:blipFill>
        <p:spPr>
          <a:xfrm>
            <a:off x="8363148" y="438150"/>
            <a:ext cx="323652" cy="381000"/>
          </a:xfrm>
          <a:prstGeom prst="rect">
            <a:avLst/>
          </a:prstGeom>
        </p:spPr>
      </p:pic>
      <p:pic>
        <p:nvPicPr>
          <p:cNvPr id="30" name="Picture 29">
            <a:extLst>
              <a:ext uri="{FF2B5EF4-FFF2-40B4-BE49-F238E27FC236}">
                <a16:creationId xmlns:a16="http://schemas.microsoft.com/office/drawing/2014/main" id="{BF4943FC-6CF1-4095-BFC9-792E3E0F9BED}"/>
              </a:ext>
            </a:extLst>
          </p:cNvPr>
          <p:cNvPicPr/>
          <p:nvPr/>
        </p:nvPicPr>
        <p:blipFill>
          <a:blip r:embed="rId11"/>
          <a:stretch>
            <a:fillRect/>
          </a:stretch>
        </p:blipFill>
        <p:spPr>
          <a:xfrm>
            <a:off x="402527" y="377722"/>
            <a:ext cx="422798" cy="517628"/>
          </a:xfrm>
          <a:prstGeom prst="rect">
            <a:avLst/>
          </a:prstGeom>
        </p:spPr>
      </p:pic>
      <p:pic>
        <p:nvPicPr>
          <p:cNvPr id="1026" name="Picture 2" descr="Image result for acwa power">
            <a:extLst>
              <a:ext uri="{FF2B5EF4-FFF2-40B4-BE49-F238E27FC236}">
                <a16:creationId xmlns:a16="http://schemas.microsoft.com/office/drawing/2014/main" id="{F67130BE-8883-443F-9FD4-D50737F19ABD}"/>
              </a:ext>
            </a:extLst>
          </p:cNvPr>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5105400" y="438150"/>
            <a:ext cx="845688" cy="3048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Image result for engie">
            <a:extLst>
              <a:ext uri="{FF2B5EF4-FFF2-40B4-BE49-F238E27FC236}">
                <a16:creationId xmlns:a16="http://schemas.microsoft.com/office/drawing/2014/main" id="{37A44459-8012-402E-B600-F89F5512ADF2}"/>
              </a:ext>
            </a:extLst>
          </p:cNvPr>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6172200" y="438150"/>
            <a:ext cx="536363" cy="384048"/>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a:extLst>
              <a:ext uri="{FF2B5EF4-FFF2-40B4-BE49-F238E27FC236}">
                <a16:creationId xmlns:a16="http://schemas.microsoft.com/office/drawing/2014/main" id="{E50D4C4A-6DD4-4AFB-BC21-985B0E4A60E7}"/>
              </a:ext>
            </a:extLst>
          </p:cNvPr>
          <p:cNvPicPr>
            <a:picLocks noChangeAspect="1"/>
          </p:cNvPicPr>
          <p:nvPr/>
        </p:nvPicPr>
        <p:blipFill>
          <a:blip r:embed="rId14"/>
          <a:stretch>
            <a:fillRect/>
          </a:stretch>
        </p:blipFill>
        <p:spPr>
          <a:xfrm>
            <a:off x="3119773" y="3135446"/>
            <a:ext cx="2895600" cy="1646104"/>
          </a:xfrm>
          <a:prstGeom prst="rect">
            <a:avLst/>
          </a:prstGeom>
        </p:spPr>
      </p:pic>
    </p:spTree>
    <p:extLst>
      <p:ext uri="{BB962C8B-B14F-4D97-AF65-F5344CB8AC3E}">
        <p14:creationId xmlns:p14="http://schemas.microsoft.com/office/powerpoint/2010/main" val="1139990888"/>
      </p:ext>
    </p:extLst>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Inhaltsplatzhalter 4"/>
          <p:cNvSpPr txBox="1">
            <a:spLocks/>
          </p:cNvSpPr>
          <p:nvPr/>
        </p:nvSpPr>
        <p:spPr>
          <a:xfrm>
            <a:off x="3352800" y="2594074"/>
            <a:ext cx="2438400" cy="246221"/>
          </a:xfrm>
          <a:prstGeom prst="rect">
            <a:avLst/>
          </a:prstGeom>
          <a:ln>
            <a:noFill/>
          </a:ln>
        </p:spPr>
        <p:txBody>
          <a:bodyPr wrap="square" lIns="0" tIns="0" rIns="0" bIns="0" anchor="t">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00000"/>
              </a:lnSpc>
              <a:buNone/>
            </a:pPr>
            <a:r>
              <a:rPr lang="en-US" sz="1600" b="1" dirty="0">
                <a:latin typeface="+mj-lt"/>
              </a:rPr>
              <a:t>SAMPLE C&amp;I PROJECTS</a:t>
            </a:r>
          </a:p>
        </p:txBody>
      </p:sp>
      <p:pic>
        <p:nvPicPr>
          <p:cNvPr id="27" name="Picture 6" descr="http://www.aepc.energy/images/others/e3cf43f9-4ecc-4c1d-ab8b-88d3bdef1e39.jpg">
            <a:extLst>
              <a:ext uri="{FF2B5EF4-FFF2-40B4-BE49-F238E27FC236}">
                <a16:creationId xmlns:a16="http://schemas.microsoft.com/office/drawing/2014/main" id="{20244FB0-1EB6-458F-A333-38AFE5402967}"/>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24815" r="25274" b="50000"/>
          <a:stretch/>
        </p:blipFill>
        <p:spPr bwMode="auto">
          <a:xfrm>
            <a:off x="3200943" y="438150"/>
            <a:ext cx="304257" cy="304800"/>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27">
            <a:extLst>
              <a:ext uri="{FF2B5EF4-FFF2-40B4-BE49-F238E27FC236}">
                <a16:creationId xmlns:a16="http://schemas.microsoft.com/office/drawing/2014/main" id="{E0AC4CA2-17E0-40A9-AE41-7BFD7887529A}"/>
              </a:ext>
            </a:extLst>
          </p:cNvPr>
          <p:cNvPicPr/>
          <p:nvPr/>
        </p:nvPicPr>
        <p:blipFill rotWithShape="1">
          <a:blip r:embed="rId3" cstate="print">
            <a:extLst>
              <a:ext uri="{28A0092B-C50C-407E-A947-70E740481C1C}">
                <a14:useLocalDpi xmlns:a14="http://schemas.microsoft.com/office/drawing/2010/main" val="0"/>
              </a:ext>
            </a:extLst>
          </a:blip>
          <a:srcRect l="4192" t="13595" r="77219" b="19819"/>
          <a:stretch/>
        </p:blipFill>
        <p:spPr bwMode="auto">
          <a:xfrm>
            <a:off x="8256410" y="4324350"/>
            <a:ext cx="430390" cy="399320"/>
          </a:xfrm>
          <a:prstGeom prst="rect">
            <a:avLst/>
          </a:prstGeom>
          <a:noFill/>
        </p:spPr>
      </p:pic>
      <p:pic>
        <p:nvPicPr>
          <p:cNvPr id="29" name="Picture 28">
            <a:extLst>
              <a:ext uri="{FF2B5EF4-FFF2-40B4-BE49-F238E27FC236}">
                <a16:creationId xmlns:a16="http://schemas.microsoft.com/office/drawing/2014/main" id="{2CC296A6-CDB0-4213-BAE4-26FEE1710C2F}"/>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34040" t="22793" r="34040" b="39630"/>
          <a:stretch/>
        </p:blipFill>
        <p:spPr>
          <a:xfrm>
            <a:off x="8363148" y="438150"/>
            <a:ext cx="323652" cy="381000"/>
          </a:xfrm>
          <a:prstGeom prst="rect">
            <a:avLst/>
          </a:prstGeom>
        </p:spPr>
      </p:pic>
      <p:pic>
        <p:nvPicPr>
          <p:cNvPr id="30" name="Picture 29">
            <a:extLst>
              <a:ext uri="{FF2B5EF4-FFF2-40B4-BE49-F238E27FC236}">
                <a16:creationId xmlns:a16="http://schemas.microsoft.com/office/drawing/2014/main" id="{BF4943FC-6CF1-4095-BFC9-792E3E0F9BED}"/>
              </a:ext>
            </a:extLst>
          </p:cNvPr>
          <p:cNvPicPr/>
          <p:nvPr/>
        </p:nvPicPr>
        <p:blipFill>
          <a:blip r:embed="rId5"/>
          <a:stretch>
            <a:fillRect/>
          </a:stretch>
        </p:blipFill>
        <p:spPr>
          <a:xfrm>
            <a:off x="402527" y="377722"/>
            <a:ext cx="422798" cy="517628"/>
          </a:xfrm>
          <a:prstGeom prst="rect">
            <a:avLst/>
          </a:prstGeom>
        </p:spPr>
      </p:pic>
      <p:pic>
        <p:nvPicPr>
          <p:cNvPr id="1026" name="Picture 2" descr="Image result for acwa power">
            <a:extLst>
              <a:ext uri="{FF2B5EF4-FFF2-40B4-BE49-F238E27FC236}">
                <a16:creationId xmlns:a16="http://schemas.microsoft.com/office/drawing/2014/main" id="{F67130BE-8883-443F-9FD4-D50737F19ABD}"/>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5105400" y="438150"/>
            <a:ext cx="845688" cy="3048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Image result for engie">
            <a:extLst>
              <a:ext uri="{FF2B5EF4-FFF2-40B4-BE49-F238E27FC236}">
                <a16:creationId xmlns:a16="http://schemas.microsoft.com/office/drawing/2014/main" id="{37A44459-8012-402E-B600-F89F5512ADF2}"/>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6172200" y="438150"/>
            <a:ext cx="536363" cy="384048"/>
          </a:xfrm>
          <a:prstGeom prst="rect">
            <a:avLst/>
          </a:prstGeom>
          <a:noFill/>
          <a:extLst>
            <a:ext uri="{909E8E84-426E-40DD-AFC4-6F175D3DCCD1}">
              <a14:hiddenFill xmlns:a14="http://schemas.microsoft.com/office/drawing/2010/main">
                <a:solidFill>
                  <a:srgbClr val="FFFFFF"/>
                </a:solidFill>
              </a14:hiddenFill>
            </a:ext>
          </a:extLst>
        </p:spPr>
      </p:pic>
      <p:pic>
        <p:nvPicPr>
          <p:cNvPr id="32" name="Content Placeholder 3">
            <a:extLst>
              <a:ext uri="{FF2B5EF4-FFF2-40B4-BE49-F238E27FC236}">
                <a16:creationId xmlns:a16="http://schemas.microsoft.com/office/drawing/2014/main" id="{E1423258-E45F-450B-87AA-F88DD8B53885}"/>
              </a:ext>
            </a:extLst>
          </p:cNvPr>
          <p:cNvPicPr>
            <a:picLocks noGrp="1"/>
          </p:cNvPicPr>
          <p:nvPr>
            <p:ph type="pic" sz="quarter" idx="49"/>
          </p:nvPr>
        </p:nvPicPr>
        <p:blipFill rotWithShape="1">
          <a:blip r:embed="rId8" cstate="print">
            <a:extLst>
              <a:ext uri="{BEBA8EAE-BF5A-486C-A8C5-ECC9F3942E4B}">
                <a14:imgProps xmlns:a14="http://schemas.microsoft.com/office/drawing/2010/main">
                  <a14:imgLayer r:embed="rId9">
                    <a14:imgEffect>
                      <a14:brightnessContrast bright="38000"/>
                    </a14:imgEffect>
                  </a14:imgLayer>
                </a14:imgProps>
              </a:ext>
              <a:ext uri="{28A0092B-C50C-407E-A947-70E740481C1C}">
                <a14:useLocalDpi xmlns:a14="http://schemas.microsoft.com/office/drawing/2010/main" val="0"/>
              </a:ext>
            </a:extLst>
          </a:blip>
          <a:srcRect t="4324" b="4324"/>
          <a:stretch/>
        </p:blipFill>
        <p:spPr>
          <a:xfrm>
            <a:off x="3124200" y="361950"/>
            <a:ext cx="2895600" cy="1981200"/>
          </a:xfrm>
          <a:prstGeom prst="rect">
            <a:avLst/>
          </a:prstGeom>
        </p:spPr>
      </p:pic>
      <p:pic>
        <p:nvPicPr>
          <p:cNvPr id="34" name="Picture Placeholder 48">
            <a:extLst>
              <a:ext uri="{FF2B5EF4-FFF2-40B4-BE49-F238E27FC236}">
                <a16:creationId xmlns:a16="http://schemas.microsoft.com/office/drawing/2014/main" id="{B229E984-F8D1-41B1-89AC-A62F7BDD1ECF}"/>
              </a:ext>
            </a:extLst>
          </p:cNvPr>
          <p:cNvPicPr>
            <a:picLocks noGrp="1"/>
          </p:cNvPicPr>
          <p:nvPr>
            <p:ph type="pic" sz="quarter" idx="50"/>
          </p:nvPr>
        </p:nvPicPr>
        <p:blipFill rotWithShape="1">
          <a:blip r:embed="rId10" cstate="print">
            <a:extLst>
              <a:ext uri="{28A0092B-C50C-407E-A947-70E740481C1C}">
                <a14:useLocalDpi xmlns:a14="http://schemas.microsoft.com/office/drawing/2010/main" val="0"/>
              </a:ext>
            </a:extLst>
          </a:blip>
          <a:srcRect l="17188" r="17188"/>
          <a:stretch/>
        </p:blipFill>
        <p:spPr bwMode="auto">
          <a:xfrm>
            <a:off x="381000" y="361950"/>
            <a:ext cx="2667000" cy="2286000"/>
          </a:xfrm>
          <a:prstGeom prst="rect">
            <a:avLst/>
          </a:prstGeom>
          <a:noFill/>
          <a:ln>
            <a:noFill/>
          </a:ln>
          <a:extLst>
            <a:ext uri="{53640926-AAD7-44D8-BBD7-CCE9431645EC}">
              <a14:shadowObscured xmlns:a14="http://schemas.microsoft.com/office/drawing/2010/main"/>
            </a:ext>
          </a:extLst>
        </p:spPr>
      </p:pic>
      <p:pic>
        <p:nvPicPr>
          <p:cNvPr id="38" name="Picture Placeholder 33">
            <a:extLst>
              <a:ext uri="{FF2B5EF4-FFF2-40B4-BE49-F238E27FC236}">
                <a16:creationId xmlns:a16="http://schemas.microsoft.com/office/drawing/2014/main" id="{22676DC9-6E1E-4A4E-8928-D05F7CC79D79}"/>
              </a:ext>
            </a:extLst>
          </p:cNvPr>
          <p:cNvPicPr>
            <a:picLocks noGrp="1"/>
          </p:cNvPicPr>
          <p:nvPr>
            <p:ph type="pic" sz="quarter" idx="51"/>
          </p:nvPr>
        </p:nvPicPr>
        <p:blipFill rotWithShape="1">
          <a:blip r:embed="rId11" cstate="print">
            <a:extLst>
              <a:ext uri="{BEBA8EAE-BF5A-486C-A8C5-ECC9F3942E4B}">
                <a14:imgProps xmlns:a14="http://schemas.microsoft.com/office/drawing/2010/main">
                  <a14:imgLayer r:embed="rId12">
                    <a14:imgEffect>
                      <a14:brightnessContrast bright="36000"/>
                    </a14:imgEffect>
                  </a14:imgLayer>
                </a14:imgProps>
              </a:ext>
              <a:ext uri="{28A0092B-C50C-407E-A947-70E740481C1C}">
                <a14:useLocalDpi xmlns:a14="http://schemas.microsoft.com/office/drawing/2010/main" val="0"/>
              </a:ext>
            </a:extLst>
          </a:blip>
          <a:srcRect l="1367" r="1367"/>
          <a:stretch/>
        </p:blipFill>
        <p:spPr>
          <a:xfrm>
            <a:off x="381000" y="2724150"/>
            <a:ext cx="2667000" cy="2057400"/>
          </a:xfrm>
          <a:prstGeom prst="rect">
            <a:avLst/>
          </a:prstGeom>
        </p:spPr>
      </p:pic>
      <p:pic>
        <p:nvPicPr>
          <p:cNvPr id="39" name="Picture Placeholder 38">
            <a:extLst>
              <a:ext uri="{FF2B5EF4-FFF2-40B4-BE49-F238E27FC236}">
                <a16:creationId xmlns:a16="http://schemas.microsoft.com/office/drawing/2014/main" id="{F5894CB9-0F53-4B54-BD1C-77E92013219F}"/>
              </a:ext>
            </a:extLst>
          </p:cNvPr>
          <p:cNvPicPr>
            <a:picLocks noGrp="1" noChangeAspect="1"/>
          </p:cNvPicPr>
          <p:nvPr>
            <p:ph type="pic" sz="quarter" idx="48"/>
          </p:nvPr>
        </p:nvPicPr>
        <p:blipFill rotWithShape="1">
          <a:blip r:embed="rId13"/>
          <a:srcRect l="6250" r="6250"/>
          <a:stretch/>
        </p:blipFill>
        <p:spPr/>
      </p:pic>
      <p:pic>
        <p:nvPicPr>
          <p:cNvPr id="41" name="Picture Placeholder 20" descr="A picture containing outdoor, grass, vehicle, car&#10;&#10;Description automatically generated">
            <a:extLst>
              <a:ext uri="{FF2B5EF4-FFF2-40B4-BE49-F238E27FC236}">
                <a16:creationId xmlns:a16="http://schemas.microsoft.com/office/drawing/2014/main" id="{F82887F6-1C86-4772-B3B8-267215507D59}"/>
              </a:ext>
            </a:extLst>
          </p:cNvPr>
          <p:cNvPicPr>
            <a:picLocks noGrp="1" noChangeAspect="1"/>
          </p:cNvPicPr>
          <p:nvPr>
            <p:ph type="pic" sz="quarter" idx="53"/>
          </p:nvPr>
        </p:nvPicPr>
        <p:blipFill rotWithShape="1">
          <a:blip r:embed="rId14" cstate="print">
            <a:extLst>
              <a:ext uri="{28A0092B-C50C-407E-A947-70E740481C1C}">
                <a14:useLocalDpi xmlns:a14="http://schemas.microsoft.com/office/drawing/2010/main" val="0"/>
              </a:ext>
            </a:extLst>
          </a:blip>
          <a:srcRect l="8894" t="15385" r="8894"/>
          <a:stretch/>
        </p:blipFill>
        <p:spPr>
          <a:xfrm>
            <a:off x="3124200" y="3105150"/>
            <a:ext cx="2895600" cy="1676400"/>
          </a:xfrm>
        </p:spPr>
      </p:pic>
      <p:pic>
        <p:nvPicPr>
          <p:cNvPr id="42" name="Picture Placeholder 21" descr="A large white building in a city&#10;&#10;Description automatically generated">
            <a:extLst>
              <a:ext uri="{FF2B5EF4-FFF2-40B4-BE49-F238E27FC236}">
                <a16:creationId xmlns:a16="http://schemas.microsoft.com/office/drawing/2014/main" id="{4B6F632A-1502-4460-A330-AF0531FC0A87}"/>
              </a:ext>
            </a:extLst>
          </p:cNvPr>
          <p:cNvPicPr>
            <a:picLocks noGrp="1" noChangeAspect="1"/>
          </p:cNvPicPr>
          <p:nvPr>
            <p:ph type="pic" sz="quarter" idx="52"/>
          </p:nvPr>
        </p:nvPicPr>
        <p:blipFill>
          <a:blip r:embed="rId15" cstate="print">
            <a:extLst>
              <a:ext uri="{28A0092B-C50C-407E-A947-70E740481C1C}">
                <a14:useLocalDpi xmlns:a14="http://schemas.microsoft.com/office/drawing/2010/main" val="0"/>
              </a:ext>
            </a:extLst>
          </a:blip>
          <a:srcRect l="13542" r="13542"/>
          <a:stretch>
            <a:fillRect/>
          </a:stretch>
        </p:blipFill>
        <p:spPr>
          <a:xfrm>
            <a:off x="6096000" y="2724150"/>
            <a:ext cx="2667000" cy="2057400"/>
          </a:xfrm>
        </p:spPr>
      </p:pic>
      <p:sp>
        <p:nvSpPr>
          <p:cNvPr id="2" name="Rectangle 1">
            <a:extLst>
              <a:ext uri="{FF2B5EF4-FFF2-40B4-BE49-F238E27FC236}">
                <a16:creationId xmlns:a16="http://schemas.microsoft.com/office/drawing/2014/main" id="{405F5FDF-8B7C-42DA-9915-2DEB39D5B6CB}"/>
              </a:ext>
            </a:extLst>
          </p:cNvPr>
          <p:cNvSpPr/>
          <p:nvPr/>
        </p:nvSpPr>
        <p:spPr bwMode="auto">
          <a:xfrm rot="5400000">
            <a:off x="4267200" y="1276350"/>
            <a:ext cx="609600" cy="2895600"/>
          </a:xfrm>
          <a:prstGeom prst="rect">
            <a:avLst/>
          </a:prstGeom>
          <a:solidFill>
            <a:schemeClr val="accent1"/>
          </a:solidFill>
          <a:ln w="9525">
            <a:noFill/>
            <a:round/>
            <a:headEnd/>
            <a:tailEnd/>
          </a:ln>
        </p:spPr>
        <p:txBody>
          <a:bodyPr vert="horz" wrap="square" lIns="91440" tIns="45720" rIns="91440" bIns="45720" numCol="1" rtlCol="0" anchor="t" anchorCtr="0" compatLnSpc="1">
            <a:prstTxWarp prst="textNoShape">
              <a:avLst/>
            </a:prstTxWarp>
          </a:bodyPr>
          <a:lstStyle/>
          <a:p>
            <a:pPr algn="ctr"/>
            <a:endParaRPr lang="en-US" dirty="0">
              <a:solidFill>
                <a:schemeClr val="bg1"/>
              </a:solidFill>
            </a:endParaRPr>
          </a:p>
        </p:txBody>
      </p:sp>
      <p:sp>
        <p:nvSpPr>
          <p:cNvPr id="3" name="Inhaltsplatzhalter 4">
            <a:extLst>
              <a:ext uri="{FF2B5EF4-FFF2-40B4-BE49-F238E27FC236}">
                <a16:creationId xmlns:a16="http://schemas.microsoft.com/office/drawing/2014/main" id="{C60113AC-6C55-4D58-A4E5-37DCA79C3BA5}"/>
              </a:ext>
            </a:extLst>
          </p:cNvPr>
          <p:cNvSpPr txBox="1">
            <a:spLocks/>
          </p:cNvSpPr>
          <p:nvPr/>
        </p:nvSpPr>
        <p:spPr>
          <a:xfrm>
            <a:off x="3352800" y="2477928"/>
            <a:ext cx="2438400" cy="492443"/>
          </a:xfrm>
          <a:prstGeom prst="rect">
            <a:avLst/>
          </a:prstGeom>
          <a:ln>
            <a:noFill/>
          </a:ln>
        </p:spPr>
        <p:txBody>
          <a:bodyPr wrap="square" lIns="0" tIns="0" rIns="0" bIns="0" anchor="t">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00000"/>
              </a:lnSpc>
              <a:buNone/>
            </a:pPr>
            <a:r>
              <a:rPr lang="en-US" sz="1600" b="1" dirty="0">
                <a:latin typeface="+mj-lt"/>
              </a:rPr>
              <a:t>HTC Projects’ References</a:t>
            </a:r>
          </a:p>
        </p:txBody>
      </p:sp>
    </p:spTree>
    <p:extLst>
      <p:ext uri="{BB962C8B-B14F-4D97-AF65-F5344CB8AC3E}">
        <p14:creationId xmlns:p14="http://schemas.microsoft.com/office/powerpoint/2010/main" val="2315415307"/>
      </p:ext>
    </p:extLst>
  </p:cSld>
  <p:clrMapOvr>
    <a:masterClrMapping/>
  </p:clrMapOvr>
  <p:transition spd="slow">
    <p:push di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Inhaltsplatzhalter 4"/>
          <p:cNvSpPr txBox="1">
            <a:spLocks/>
          </p:cNvSpPr>
          <p:nvPr/>
        </p:nvSpPr>
        <p:spPr>
          <a:xfrm>
            <a:off x="3352800" y="2594074"/>
            <a:ext cx="2438400" cy="246221"/>
          </a:xfrm>
          <a:prstGeom prst="rect">
            <a:avLst/>
          </a:prstGeom>
          <a:ln>
            <a:noFill/>
          </a:ln>
        </p:spPr>
        <p:txBody>
          <a:bodyPr wrap="square" lIns="0" tIns="0" rIns="0" bIns="0" anchor="t">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00000"/>
              </a:lnSpc>
              <a:buNone/>
            </a:pPr>
            <a:r>
              <a:rPr lang="en-US" sz="1600" b="1" dirty="0">
                <a:latin typeface="+mj-lt"/>
              </a:rPr>
              <a:t>SAMPLE C&amp;I PROJECTS</a:t>
            </a:r>
          </a:p>
        </p:txBody>
      </p:sp>
      <p:pic>
        <p:nvPicPr>
          <p:cNvPr id="27" name="Picture 6" descr="http://www.aepc.energy/images/others/e3cf43f9-4ecc-4c1d-ab8b-88d3bdef1e39.jpg">
            <a:extLst>
              <a:ext uri="{FF2B5EF4-FFF2-40B4-BE49-F238E27FC236}">
                <a16:creationId xmlns:a16="http://schemas.microsoft.com/office/drawing/2014/main" id="{20244FB0-1EB6-458F-A333-38AFE5402967}"/>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24815" r="25274" b="50000"/>
          <a:stretch/>
        </p:blipFill>
        <p:spPr bwMode="auto">
          <a:xfrm>
            <a:off x="3200943" y="438150"/>
            <a:ext cx="304257" cy="304800"/>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27">
            <a:extLst>
              <a:ext uri="{FF2B5EF4-FFF2-40B4-BE49-F238E27FC236}">
                <a16:creationId xmlns:a16="http://schemas.microsoft.com/office/drawing/2014/main" id="{E0AC4CA2-17E0-40A9-AE41-7BFD7887529A}"/>
              </a:ext>
            </a:extLst>
          </p:cNvPr>
          <p:cNvPicPr/>
          <p:nvPr/>
        </p:nvPicPr>
        <p:blipFill rotWithShape="1">
          <a:blip r:embed="rId4" cstate="print">
            <a:extLst>
              <a:ext uri="{28A0092B-C50C-407E-A947-70E740481C1C}">
                <a14:useLocalDpi xmlns:a14="http://schemas.microsoft.com/office/drawing/2010/main" val="0"/>
              </a:ext>
            </a:extLst>
          </a:blip>
          <a:srcRect l="4192" t="13595" r="77219" b="19819"/>
          <a:stretch/>
        </p:blipFill>
        <p:spPr bwMode="auto">
          <a:xfrm>
            <a:off x="8256410" y="4324350"/>
            <a:ext cx="430390" cy="399320"/>
          </a:xfrm>
          <a:prstGeom prst="rect">
            <a:avLst/>
          </a:prstGeom>
          <a:noFill/>
        </p:spPr>
      </p:pic>
      <p:pic>
        <p:nvPicPr>
          <p:cNvPr id="29" name="Picture 28">
            <a:extLst>
              <a:ext uri="{FF2B5EF4-FFF2-40B4-BE49-F238E27FC236}">
                <a16:creationId xmlns:a16="http://schemas.microsoft.com/office/drawing/2014/main" id="{2CC296A6-CDB0-4213-BAE4-26FEE1710C2F}"/>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l="34040" t="22793" r="34040" b="39630"/>
          <a:stretch/>
        </p:blipFill>
        <p:spPr>
          <a:xfrm>
            <a:off x="8363148" y="438150"/>
            <a:ext cx="323652" cy="381000"/>
          </a:xfrm>
          <a:prstGeom prst="rect">
            <a:avLst/>
          </a:prstGeom>
        </p:spPr>
      </p:pic>
      <p:pic>
        <p:nvPicPr>
          <p:cNvPr id="30" name="Picture 29">
            <a:extLst>
              <a:ext uri="{FF2B5EF4-FFF2-40B4-BE49-F238E27FC236}">
                <a16:creationId xmlns:a16="http://schemas.microsoft.com/office/drawing/2014/main" id="{BF4943FC-6CF1-4095-BFC9-792E3E0F9BED}"/>
              </a:ext>
            </a:extLst>
          </p:cNvPr>
          <p:cNvPicPr/>
          <p:nvPr/>
        </p:nvPicPr>
        <p:blipFill>
          <a:blip r:embed="rId6"/>
          <a:stretch>
            <a:fillRect/>
          </a:stretch>
        </p:blipFill>
        <p:spPr>
          <a:xfrm>
            <a:off x="402527" y="377722"/>
            <a:ext cx="422798" cy="517628"/>
          </a:xfrm>
          <a:prstGeom prst="rect">
            <a:avLst/>
          </a:prstGeom>
        </p:spPr>
      </p:pic>
      <p:pic>
        <p:nvPicPr>
          <p:cNvPr id="1026" name="Picture 2" descr="Image result for acwa power">
            <a:extLst>
              <a:ext uri="{FF2B5EF4-FFF2-40B4-BE49-F238E27FC236}">
                <a16:creationId xmlns:a16="http://schemas.microsoft.com/office/drawing/2014/main" id="{F67130BE-8883-443F-9FD4-D50737F19ABD}"/>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5105400" y="438150"/>
            <a:ext cx="845688" cy="3048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Image result for engie">
            <a:extLst>
              <a:ext uri="{FF2B5EF4-FFF2-40B4-BE49-F238E27FC236}">
                <a16:creationId xmlns:a16="http://schemas.microsoft.com/office/drawing/2014/main" id="{37A44459-8012-402E-B600-F89F5512ADF2}"/>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6172200" y="438150"/>
            <a:ext cx="536363" cy="384048"/>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405F5FDF-8B7C-42DA-9915-2DEB39D5B6CB}"/>
              </a:ext>
            </a:extLst>
          </p:cNvPr>
          <p:cNvSpPr/>
          <p:nvPr/>
        </p:nvSpPr>
        <p:spPr bwMode="auto">
          <a:xfrm rot="5400000">
            <a:off x="4381499" y="1162050"/>
            <a:ext cx="381001" cy="2895600"/>
          </a:xfrm>
          <a:prstGeom prst="rect">
            <a:avLst/>
          </a:prstGeom>
          <a:solidFill>
            <a:schemeClr val="accent1"/>
          </a:solidFill>
          <a:ln w="9525">
            <a:noFill/>
            <a:round/>
            <a:headEnd/>
            <a:tailEnd/>
          </a:ln>
        </p:spPr>
        <p:txBody>
          <a:bodyPr vert="horz" wrap="square" lIns="91440" tIns="45720" rIns="91440" bIns="45720" numCol="1" rtlCol="0" anchor="t" anchorCtr="0" compatLnSpc="1">
            <a:prstTxWarp prst="textNoShape">
              <a:avLst/>
            </a:prstTxWarp>
          </a:bodyPr>
          <a:lstStyle/>
          <a:p>
            <a:pPr algn="ctr"/>
            <a:endParaRPr lang="en-US" dirty="0">
              <a:solidFill>
                <a:schemeClr val="bg1"/>
              </a:solidFill>
            </a:endParaRPr>
          </a:p>
        </p:txBody>
      </p:sp>
      <p:sp>
        <p:nvSpPr>
          <p:cNvPr id="3" name="Inhaltsplatzhalter 4">
            <a:extLst>
              <a:ext uri="{FF2B5EF4-FFF2-40B4-BE49-F238E27FC236}">
                <a16:creationId xmlns:a16="http://schemas.microsoft.com/office/drawing/2014/main" id="{C60113AC-6C55-4D58-A4E5-37DCA79C3BA5}"/>
              </a:ext>
            </a:extLst>
          </p:cNvPr>
          <p:cNvSpPr txBox="1">
            <a:spLocks/>
          </p:cNvSpPr>
          <p:nvPr/>
        </p:nvSpPr>
        <p:spPr>
          <a:xfrm>
            <a:off x="3352800" y="2477928"/>
            <a:ext cx="2438400" cy="492443"/>
          </a:xfrm>
          <a:prstGeom prst="rect">
            <a:avLst/>
          </a:prstGeom>
          <a:ln>
            <a:noFill/>
          </a:ln>
        </p:spPr>
        <p:txBody>
          <a:bodyPr wrap="square" lIns="0" tIns="0" rIns="0" bIns="0" anchor="t">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00000"/>
              </a:lnSpc>
              <a:buNone/>
            </a:pPr>
            <a:r>
              <a:rPr lang="en-US" sz="1600" b="1" dirty="0">
                <a:latin typeface="+mj-lt"/>
              </a:rPr>
              <a:t>HTC Projects’ References</a:t>
            </a:r>
          </a:p>
        </p:txBody>
      </p:sp>
      <p:pic>
        <p:nvPicPr>
          <p:cNvPr id="16" name="Picture Placeholder 15" descr="A solar panel on a roof&#10;&#10;Description automatically generated with low confidence">
            <a:extLst>
              <a:ext uri="{FF2B5EF4-FFF2-40B4-BE49-F238E27FC236}">
                <a16:creationId xmlns:a16="http://schemas.microsoft.com/office/drawing/2014/main" id="{0C9026C8-75B3-43B8-B757-A50DF1A3E56A}"/>
              </a:ext>
            </a:extLst>
          </p:cNvPr>
          <p:cNvPicPr>
            <a:picLocks noGrp="1" noChangeAspect="1"/>
          </p:cNvPicPr>
          <p:nvPr>
            <p:ph type="pic" sz="quarter" idx="53"/>
          </p:nvPr>
        </p:nvPicPr>
        <p:blipFill rotWithShape="1">
          <a:blip r:embed="rId9" cstate="print">
            <a:extLst>
              <a:ext uri="{28A0092B-C50C-407E-A947-70E740481C1C}">
                <a14:useLocalDpi xmlns:a14="http://schemas.microsoft.com/office/drawing/2010/main" val="0"/>
              </a:ext>
            </a:extLst>
          </a:blip>
          <a:srcRect l="8894" t="12459" r="8894"/>
          <a:stretch/>
        </p:blipFill>
        <p:spPr>
          <a:xfrm>
            <a:off x="3124200" y="3082136"/>
            <a:ext cx="2895600" cy="1699413"/>
          </a:xfrm>
        </p:spPr>
      </p:pic>
      <p:pic>
        <p:nvPicPr>
          <p:cNvPr id="40" name="Picture Placeholder 39" descr="Solar panels on a roof&#10;&#10;Description automatically generated with low confidence">
            <a:extLst>
              <a:ext uri="{FF2B5EF4-FFF2-40B4-BE49-F238E27FC236}">
                <a16:creationId xmlns:a16="http://schemas.microsoft.com/office/drawing/2014/main" id="{C0B0DF88-0A90-4B6C-A68D-3BA46DF83181}"/>
              </a:ext>
            </a:extLst>
          </p:cNvPr>
          <p:cNvPicPr>
            <a:picLocks noGrp="1" noChangeAspect="1"/>
          </p:cNvPicPr>
          <p:nvPr>
            <p:ph type="pic" sz="quarter" idx="50"/>
          </p:nvPr>
        </p:nvPicPr>
        <p:blipFill>
          <a:blip r:embed="rId10" cstate="print">
            <a:extLst>
              <a:ext uri="{28A0092B-C50C-407E-A947-70E740481C1C}">
                <a14:useLocalDpi xmlns:a14="http://schemas.microsoft.com/office/drawing/2010/main" val="0"/>
              </a:ext>
            </a:extLst>
          </a:blip>
          <a:srcRect l="6250" r="6250"/>
          <a:stretch>
            <a:fillRect/>
          </a:stretch>
        </p:blipFill>
        <p:spPr>
          <a:xfrm>
            <a:off x="381000" y="339372"/>
            <a:ext cx="2667000" cy="2286000"/>
          </a:xfrm>
        </p:spPr>
      </p:pic>
      <p:pic>
        <p:nvPicPr>
          <p:cNvPr id="44" name="Picture Placeholder 43" descr="A picture containing sky, outdoor, ground, scene&#10;&#10;Description automatically generated">
            <a:extLst>
              <a:ext uri="{FF2B5EF4-FFF2-40B4-BE49-F238E27FC236}">
                <a16:creationId xmlns:a16="http://schemas.microsoft.com/office/drawing/2014/main" id="{F9441076-EFB9-4CB6-AE28-DA77CAA730AA}"/>
              </a:ext>
            </a:extLst>
          </p:cNvPr>
          <p:cNvPicPr>
            <a:picLocks noGrp="1" noChangeAspect="1"/>
          </p:cNvPicPr>
          <p:nvPr>
            <p:ph type="pic" sz="quarter" idx="51"/>
          </p:nvPr>
        </p:nvPicPr>
        <p:blipFill>
          <a:blip r:embed="rId11">
            <a:extLst>
              <a:ext uri="{28A0092B-C50C-407E-A947-70E740481C1C}">
                <a14:useLocalDpi xmlns:a14="http://schemas.microsoft.com/office/drawing/2010/main" val="0"/>
              </a:ext>
            </a:extLst>
          </a:blip>
          <a:srcRect t="28304" b="28304"/>
          <a:stretch>
            <a:fillRect/>
          </a:stretch>
        </p:blipFill>
        <p:spPr>
          <a:xfrm>
            <a:off x="381000" y="2724150"/>
            <a:ext cx="2667000" cy="2057400"/>
          </a:xfrm>
        </p:spPr>
      </p:pic>
      <p:pic>
        <p:nvPicPr>
          <p:cNvPr id="54" name="Picture Placeholder 53" descr="A picture containing outdoor, solar cell&#10;&#10;Description automatically generated">
            <a:extLst>
              <a:ext uri="{FF2B5EF4-FFF2-40B4-BE49-F238E27FC236}">
                <a16:creationId xmlns:a16="http://schemas.microsoft.com/office/drawing/2014/main" id="{BAD3CFE9-6898-4D91-8E13-10120F42B8D3}"/>
              </a:ext>
            </a:extLst>
          </p:cNvPr>
          <p:cNvPicPr>
            <a:picLocks noGrp="1" noChangeAspect="1"/>
          </p:cNvPicPr>
          <p:nvPr>
            <p:ph type="pic" sz="quarter" idx="49"/>
          </p:nvPr>
        </p:nvPicPr>
        <p:blipFill>
          <a:blip r:embed="rId12" cstate="print">
            <a:extLst>
              <a:ext uri="{28A0092B-C50C-407E-A947-70E740481C1C}">
                <a14:useLocalDpi xmlns:a14="http://schemas.microsoft.com/office/drawing/2010/main" val="0"/>
              </a:ext>
            </a:extLst>
          </a:blip>
          <a:srcRect l="14985" r="14985"/>
          <a:stretch>
            <a:fillRect/>
          </a:stretch>
        </p:blipFill>
        <p:spPr/>
      </p:pic>
      <p:pic>
        <p:nvPicPr>
          <p:cNvPr id="52" name="Picture Placeholder 51" descr="A solar panel on a roof&#10;&#10;Description automatically generated with low confidence">
            <a:extLst>
              <a:ext uri="{FF2B5EF4-FFF2-40B4-BE49-F238E27FC236}">
                <a16:creationId xmlns:a16="http://schemas.microsoft.com/office/drawing/2014/main" id="{33222E6D-CA2A-4769-8B37-83C1E965AD98}"/>
              </a:ext>
            </a:extLst>
          </p:cNvPr>
          <p:cNvPicPr>
            <a:picLocks noGrp="1" noChangeAspect="1"/>
          </p:cNvPicPr>
          <p:nvPr>
            <p:ph type="pic" sz="quarter" idx="52"/>
          </p:nvPr>
        </p:nvPicPr>
        <p:blipFill>
          <a:blip r:embed="rId13" cstate="print">
            <a:extLst>
              <a:ext uri="{28A0092B-C50C-407E-A947-70E740481C1C}">
                <a14:useLocalDpi xmlns:a14="http://schemas.microsoft.com/office/drawing/2010/main" val="0"/>
              </a:ext>
            </a:extLst>
          </a:blip>
          <a:srcRect l="1389" r="1389"/>
          <a:stretch>
            <a:fillRect/>
          </a:stretch>
        </p:blipFill>
        <p:spPr/>
      </p:pic>
      <p:pic>
        <p:nvPicPr>
          <p:cNvPr id="7" name="Picture Placeholder 6" descr="A building with solar panels&#10;&#10;Description automatically generated with low confidence">
            <a:extLst>
              <a:ext uri="{FF2B5EF4-FFF2-40B4-BE49-F238E27FC236}">
                <a16:creationId xmlns:a16="http://schemas.microsoft.com/office/drawing/2014/main" id="{DDE27C68-FE50-4CCE-A61D-96C7A5D07828}"/>
              </a:ext>
            </a:extLst>
          </p:cNvPr>
          <p:cNvPicPr>
            <a:picLocks noGrp="1" noChangeAspect="1"/>
          </p:cNvPicPr>
          <p:nvPr>
            <p:ph type="pic" sz="quarter" idx="48"/>
          </p:nvPr>
        </p:nvPicPr>
        <p:blipFill>
          <a:blip r:embed="rId14" cstate="print">
            <a:extLst>
              <a:ext uri="{28A0092B-C50C-407E-A947-70E740481C1C}">
                <a14:useLocalDpi xmlns:a14="http://schemas.microsoft.com/office/drawing/2010/main" val="0"/>
              </a:ext>
            </a:extLst>
          </a:blip>
          <a:srcRect l="6250" r="6250"/>
          <a:stretch>
            <a:fillRect/>
          </a:stretch>
        </p:blipFill>
        <p:spPr/>
      </p:pic>
      <p:sp>
        <p:nvSpPr>
          <p:cNvPr id="17" name="Rectangle 16">
            <a:extLst>
              <a:ext uri="{FF2B5EF4-FFF2-40B4-BE49-F238E27FC236}">
                <a16:creationId xmlns:a16="http://schemas.microsoft.com/office/drawing/2014/main" id="{FD947430-B359-4FA6-9393-0F60C2114B1C}"/>
              </a:ext>
            </a:extLst>
          </p:cNvPr>
          <p:cNvSpPr/>
          <p:nvPr/>
        </p:nvSpPr>
        <p:spPr bwMode="auto">
          <a:xfrm rot="5400000">
            <a:off x="4267200" y="1276350"/>
            <a:ext cx="609600" cy="2895600"/>
          </a:xfrm>
          <a:prstGeom prst="rect">
            <a:avLst/>
          </a:prstGeom>
          <a:solidFill>
            <a:schemeClr val="accent1"/>
          </a:solidFill>
          <a:ln w="9525">
            <a:noFill/>
            <a:round/>
            <a:headEnd/>
            <a:tailEnd/>
          </a:ln>
        </p:spPr>
        <p:txBody>
          <a:bodyPr vert="horz" wrap="square" lIns="91440" tIns="45720" rIns="91440" bIns="45720" numCol="1" rtlCol="0" anchor="t" anchorCtr="0" compatLnSpc="1">
            <a:prstTxWarp prst="textNoShape">
              <a:avLst/>
            </a:prstTxWarp>
          </a:bodyPr>
          <a:lstStyle/>
          <a:p>
            <a:pPr algn="ctr"/>
            <a:endParaRPr lang="en-US" dirty="0">
              <a:solidFill>
                <a:schemeClr val="bg1"/>
              </a:solidFill>
            </a:endParaRPr>
          </a:p>
        </p:txBody>
      </p:sp>
      <p:sp>
        <p:nvSpPr>
          <p:cNvPr id="18" name="Inhaltsplatzhalter 4">
            <a:extLst>
              <a:ext uri="{FF2B5EF4-FFF2-40B4-BE49-F238E27FC236}">
                <a16:creationId xmlns:a16="http://schemas.microsoft.com/office/drawing/2014/main" id="{062C64AA-1159-4C57-9CE4-6BE86E98D01D}"/>
              </a:ext>
            </a:extLst>
          </p:cNvPr>
          <p:cNvSpPr txBox="1">
            <a:spLocks/>
          </p:cNvSpPr>
          <p:nvPr/>
        </p:nvSpPr>
        <p:spPr>
          <a:xfrm>
            <a:off x="3352800" y="2589693"/>
            <a:ext cx="2438400" cy="246221"/>
          </a:xfrm>
          <a:prstGeom prst="rect">
            <a:avLst/>
          </a:prstGeom>
          <a:ln>
            <a:noFill/>
          </a:ln>
        </p:spPr>
        <p:txBody>
          <a:bodyPr wrap="square" lIns="0" tIns="0" rIns="0" bIns="0" anchor="t">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00000"/>
              </a:lnSpc>
              <a:buNone/>
            </a:pPr>
            <a:r>
              <a:rPr lang="en-US" sz="1600" b="1" dirty="0">
                <a:latin typeface="+mj-lt"/>
              </a:rPr>
              <a:t>HTC Projects’ References</a:t>
            </a:r>
          </a:p>
        </p:txBody>
      </p:sp>
    </p:spTree>
    <p:extLst>
      <p:ext uri="{BB962C8B-B14F-4D97-AF65-F5344CB8AC3E}">
        <p14:creationId xmlns:p14="http://schemas.microsoft.com/office/powerpoint/2010/main" val="3615844177"/>
      </p:ext>
    </p:extLst>
  </p:cSld>
  <p:clrMapOvr>
    <a:masterClrMapping/>
  </p:clrMapOvr>
  <p:transition spd="slow">
    <p:push di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48BE22-9C90-2F39-B8F7-D636B8B0A38B}"/>
            </a:ext>
          </a:extLst>
        </p:cNvPr>
        <p:cNvGrpSpPr/>
        <p:nvPr/>
      </p:nvGrpSpPr>
      <p:grpSpPr>
        <a:xfrm>
          <a:off x="0" y="0"/>
          <a:ext cx="0" cy="0"/>
          <a:chOff x="0" y="0"/>
          <a:chExt cx="0" cy="0"/>
        </a:xfrm>
      </p:grpSpPr>
      <p:pic>
        <p:nvPicPr>
          <p:cNvPr id="28" name="Picture Placeholder 27">
            <a:extLst>
              <a:ext uri="{FF2B5EF4-FFF2-40B4-BE49-F238E27FC236}">
                <a16:creationId xmlns:a16="http://schemas.microsoft.com/office/drawing/2014/main" id="{F9E9B2ED-156B-6403-E514-9040A324D2BF}"/>
              </a:ext>
            </a:extLst>
          </p:cNvPr>
          <p:cNvPicPr>
            <a:picLocks noGrp="1" noChangeAspect="1"/>
          </p:cNvPicPr>
          <p:nvPr>
            <p:ph type="pic" sz="quarter" idx="13"/>
          </p:nvPr>
        </p:nvPicPr>
        <p:blipFill>
          <a:blip r:embed="rId2" cstate="print">
            <a:extLst>
              <a:ext uri="{28A0092B-C50C-407E-A947-70E740481C1C}">
                <a14:useLocalDpi xmlns:a14="http://schemas.microsoft.com/office/drawing/2010/main" val="0"/>
              </a:ext>
            </a:extLst>
          </a:blip>
          <a:srcRect t="13479" b="13479"/>
          <a:stretch>
            <a:fillRect/>
          </a:stretch>
        </p:blipFill>
        <p:spPr/>
      </p:pic>
      <p:sp>
        <p:nvSpPr>
          <p:cNvPr id="19" name="Freeform 18">
            <a:extLst>
              <a:ext uri="{FF2B5EF4-FFF2-40B4-BE49-F238E27FC236}">
                <a16:creationId xmlns:a16="http://schemas.microsoft.com/office/drawing/2014/main" id="{51987B4A-88B2-BF57-B4E0-BFDF2F04A5A2}"/>
              </a:ext>
            </a:extLst>
          </p:cNvPr>
          <p:cNvSpPr/>
          <p:nvPr/>
        </p:nvSpPr>
        <p:spPr bwMode="auto">
          <a:xfrm>
            <a:off x="0" y="1"/>
            <a:ext cx="5315942" cy="5147251"/>
          </a:xfrm>
          <a:custGeom>
            <a:avLst/>
            <a:gdLst>
              <a:gd name="connsiteX0" fmla="*/ 0 w 5315942"/>
              <a:gd name="connsiteY0" fmla="*/ 0 h 5147251"/>
              <a:gd name="connsiteX1" fmla="*/ 3200400 w 5315942"/>
              <a:gd name="connsiteY1" fmla="*/ 0 h 5147251"/>
              <a:gd name="connsiteX2" fmla="*/ 3200400 w 5315942"/>
              <a:gd name="connsiteY2" fmla="*/ 1 h 5147251"/>
              <a:gd name="connsiteX3" fmla="*/ 5315942 w 5315942"/>
              <a:gd name="connsiteY3" fmla="*/ 1 h 5147251"/>
              <a:gd name="connsiteX4" fmla="*/ 3801683 w 5315942"/>
              <a:gd name="connsiteY4" fmla="*/ 5147251 h 5147251"/>
              <a:gd name="connsiteX5" fmla="*/ 1048742 w 5315942"/>
              <a:gd name="connsiteY5" fmla="*/ 5147251 h 5147251"/>
              <a:gd name="connsiteX6" fmla="*/ 1049846 w 5315942"/>
              <a:gd name="connsiteY6" fmla="*/ 5143499 h 5147251"/>
              <a:gd name="connsiteX7" fmla="*/ 0 w 5315942"/>
              <a:gd name="connsiteY7" fmla="*/ 5143499 h 51472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315942" h="5147251">
                <a:moveTo>
                  <a:pt x="0" y="0"/>
                </a:moveTo>
                <a:lnTo>
                  <a:pt x="3200400" y="0"/>
                </a:lnTo>
                <a:lnTo>
                  <a:pt x="3200400" y="1"/>
                </a:lnTo>
                <a:lnTo>
                  <a:pt x="5315942" y="1"/>
                </a:lnTo>
                <a:lnTo>
                  <a:pt x="3801683" y="5147251"/>
                </a:lnTo>
                <a:lnTo>
                  <a:pt x="1048742" y="5147251"/>
                </a:lnTo>
                <a:lnTo>
                  <a:pt x="1049846" y="5143499"/>
                </a:lnTo>
                <a:lnTo>
                  <a:pt x="0" y="5143499"/>
                </a:lnTo>
                <a:close/>
              </a:path>
            </a:pathLst>
          </a:custGeom>
          <a:solidFill>
            <a:schemeClr val="accent2"/>
          </a:solidFill>
          <a:ln w="19050">
            <a:noFill/>
            <a:round/>
            <a:headEnd/>
            <a:tailEnd/>
          </a:ln>
          <a:scene3d>
            <a:camera prst="orthographicFront"/>
            <a:lightRig rig="threePt" dir="t"/>
          </a:scene3d>
          <a:sp3d>
            <a:bevelT prst="convex"/>
          </a:sp3d>
        </p:spPr>
        <p:txBody>
          <a:bodyPr vert="horz" wrap="square" lIns="91440" tIns="45720" rIns="91440" bIns="45720" numCol="1" rtlCol="0" anchor="t" anchorCtr="0" compatLnSpc="1">
            <a:prstTxWarp prst="textNoShape">
              <a:avLst/>
            </a:prstTxWarp>
            <a:noAutofit/>
          </a:bodyPr>
          <a:lstStyle/>
          <a:p>
            <a:pPr>
              <a:lnSpc>
                <a:spcPct val="150000"/>
              </a:lnSpc>
            </a:pPr>
            <a:endParaRPr lang="en-US" sz="1600" b="1" cap="all" dirty="0">
              <a:solidFill>
                <a:schemeClr val="bg1"/>
              </a:solidFill>
              <a:ea typeface="Roboto" panose="02000000000000000000" pitchFamily="2" charset="0"/>
            </a:endParaRPr>
          </a:p>
        </p:txBody>
      </p:sp>
      <p:grpSp>
        <p:nvGrpSpPr>
          <p:cNvPr id="13" name="Group 12">
            <a:extLst>
              <a:ext uri="{FF2B5EF4-FFF2-40B4-BE49-F238E27FC236}">
                <a16:creationId xmlns:a16="http://schemas.microsoft.com/office/drawing/2014/main" id="{C75B7047-6348-43F3-1998-73853180199B}"/>
              </a:ext>
            </a:extLst>
          </p:cNvPr>
          <p:cNvGrpSpPr/>
          <p:nvPr/>
        </p:nvGrpSpPr>
        <p:grpSpPr>
          <a:xfrm>
            <a:off x="381000" y="2036454"/>
            <a:ext cx="3886200" cy="892552"/>
            <a:chOff x="1447799" y="4388655"/>
            <a:chExt cx="5498002" cy="1044563"/>
          </a:xfrm>
        </p:grpSpPr>
        <p:sp>
          <p:nvSpPr>
            <p:cNvPr id="22" name="Inhaltsplatzhalter 4">
              <a:extLst>
                <a:ext uri="{FF2B5EF4-FFF2-40B4-BE49-F238E27FC236}">
                  <a16:creationId xmlns:a16="http://schemas.microsoft.com/office/drawing/2014/main" id="{7FFFA993-BF9E-0B50-E499-63B33B0CCD3E}"/>
                </a:ext>
              </a:extLst>
            </p:cNvPr>
            <p:cNvSpPr txBox="1">
              <a:spLocks/>
            </p:cNvSpPr>
            <p:nvPr/>
          </p:nvSpPr>
          <p:spPr>
            <a:xfrm>
              <a:off x="1447799" y="4388655"/>
              <a:ext cx="5498002" cy="1044563"/>
            </a:xfrm>
            <a:prstGeom prst="rect">
              <a:avLst/>
            </a:prstGeom>
          </p:spPr>
          <p:txBody>
            <a:bodyPr wrap="square" lIns="0" tIns="0" rIns="0" bIns="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en-US" sz="1600" b="1" cap="all" dirty="0">
                  <a:solidFill>
                    <a:schemeClr val="bg1"/>
                  </a:solidFill>
                  <a:ea typeface="Roboto" panose="02000000000000000000" pitchFamily="2" charset="0"/>
                </a:rPr>
                <a:t>General </a:t>
              </a:r>
              <a:r>
                <a:rPr lang="en-US" sz="1600" b="1" cap="all" dirty="0" err="1">
                  <a:solidFill>
                    <a:schemeClr val="bg1"/>
                  </a:solidFill>
                  <a:ea typeface="Roboto" panose="02000000000000000000" pitchFamily="2" charset="0"/>
                </a:rPr>
                <a:t>pv</a:t>
              </a:r>
              <a:r>
                <a:rPr lang="en-US" sz="1600" b="1" cap="all" dirty="0">
                  <a:solidFill>
                    <a:schemeClr val="bg1"/>
                  </a:solidFill>
                  <a:ea typeface="Roboto" panose="02000000000000000000" pitchFamily="2" charset="0"/>
                </a:rPr>
                <a:t> Plant schematic</a:t>
              </a:r>
            </a:p>
            <a:p>
              <a:pPr>
                <a:lnSpc>
                  <a:spcPct val="150000"/>
                </a:lnSpc>
              </a:pPr>
              <a:r>
                <a:rPr lang="en-US" sz="1200" b="1" cap="all" dirty="0">
                  <a:solidFill>
                    <a:schemeClr val="bg1"/>
                  </a:solidFill>
                  <a:ea typeface="Roboto" panose="02000000000000000000" pitchFamily="2" charset="0"/>
                </a:rPr>
                <a:t>Overall Schematic of Grid-Connected Solar PV Systems</a:t>
              </a:r>
            </a:p>
          </p:txBody>
        </p:sp>
        <p:sp>
          <p:nvSpPr>
            <p:cNvPr id="6" name="Rectangle 5">
              <a:extLst>
                <a:ext uri="{FF2B5EF4-FFF2-40B4-BE49-F238E27FC236}">
                  <a16:creationId xmlns:a16="http://schemas.microsoft.com/office/drawing/2014/main" id="{47BB56FC-86CC-573D-272C-D877E362F2C7}"/>
                </a:ext>
              </a:extLst>
            </p:cNvPr>
            <p:cNvSpPr/>
            <p:nvPr/>
          </p:nvSpPr>
          <p:spPr>
            <a:xfrm>
              <a:off x="1447799" y="4787830"/>
              <a:ext cx="4724400" cy="246221"/>
            </a:xfrm>
            <a:prstGeom prst="rect">
              <a:avLst/>
            </a:prstGeom>
          </p:spPr>
          <p:txBody>
            <a:bodyPr wrap="square" lIns="0" tIns="0" rIns="0" bIns="0" anchor="b">
              <a:spAutoFit/>
            </a:bodyPr>
            <a:lstStyle/>
            <a:p>
              <a:pPr>
                <a:lnSpc>
                  <a:spcPct val="150000"/>
                </a:lnSpc>
              </a:pPr>
              <a:endParaRPr lang="en-US" sz="1200" dirty="0">
                <a:solidFill>
                  <a:schemeClr val="bg1"/>
                </a:solidFill>
              </a:endParaRPr>
            </a:p>
          </p:txBody>
        </p:sp>
      </p:grpSp>
      <p:cxnSp>
        <p:nvCxnSpPr>
          <p:cNvPr id="9" name="Straight Connector 8">
            <a:extLst>
              <a:ext uri="{FF2B5EF4-FFF2-40B4-BE49-F238E27FC236}">
                <a16:creationId xmlns:a16="http://schemas.microsoft.com/office/drawing/2014/main" id="{375E9854-1439-F2A8-413C-4A84D748370C}"/>
              </a:ext>
            </a:extLst>
          </p:cNvPr>
          <p:cNvCxnSpPr/>
          <p:nvPr/>
        </p:nvCxnSpPr>
        <p:spPr>
          <a:xfrm>
            <a:off x="381000" y="3045128"/>
            <a:ext cx="2438400"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58499715"/>
      </p:ext>
    </p:extLst>
  </p:cSld>
  <p:clrMapOvr>
    <a:masterClrMapping/>
  </p:clrMapOvr>
  <p:transition spd="slow">
    <p:push di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3C85241C-B4CC-45B7-B904-17D678AC0698}"/>
              </a:ext>
            </a:extLst>
          </p:cNvPr>
          <p:cNvSpPr>
            <a:spLocks noGrp="1"/>
          </p:cNvSpPr>
          <p:nvPr>
            <p:ph type="title"/>
          </p:nvPr>
        </p:nvSpPr>
        <p:spPr>
          <a:xfrm>
            <a:off x="250257" y="265938"/>
            <a:ext cx="8643486" cy="353524"/>
          </a:xfrm>
        </p:spPr>
        <p:txBody>
          <a:bodyPr/>
          <a:lstStyle/>
          <a:p>
            <a:r>
              <a:rPr lang="en-GB" dirty="0">
                <a:solidFill>
                  <a:schemeClr val="tx1">
                    <a:lumMod val="50000"/>
                    <a:lumOff val="50000"/>
                  </a:schemeClr>
                </a:solidFill>
              </a:rPr>
              <a:t>General PV Plant Schematic (Energy Flow)</a:t>
            </a:r>
          </a:p>
        </p:txBody>
      </p:sp>
      <p:pic>
        <p:nvPicPr>
          <p:cNvPr id="6" name="Picture 5">
            <a:extLst>
              <a:ext uri="{FF2B5EF4-FFF2-40B4-BE49-F238E27FC236}">
                <a16:creationId xmlns:a16="http://schemas.microsoft.com/office/drawing/2014/main" id="{46C2E3FA-5C79-4B54-B550-198FD92985D5}"/>
              </a:ext>
            </a:extLst>
          </p:cNvPr>
          <p:cNvPicPr>
            <a:picLocks noChangeAspect="1"/>
          </p:cNvPicPr>
          <p:nvPr/>
        </p:nvPicPr>
        <p:blipFill>
          <a:blip r:embed="rId3">
            <a:duotone>
              <a:schemeClr val="accent4">
                <a:shade val="45000"/>
                <a:satMod val="135000"/>
              </a:schemeClr>
              <a:prstClr val="white"/>
            </a:duotone>
          </a:blip>
          <a:stretch>
            <a:fillRect/>
          </a:stretch>
        </p:blipFill>
        <p:spPr>
          <a:xfrm>
            <a:off x="199200" y="569490"/>
            <a:ext cx="1845011" cy="1440672"/>
          </a:xfrm>
          <a:prstGeom prst="rect">
            <a:avLst/>
          </a:prstGeom>
        </p:spPr>
      </p:pic>
      <p:pic>
        <p:nvPicPr>
          <p:cNvPr id="7" name="Picture 6">
            <a:extLst>
              <a:ext uri="{FF2B5EF4-FFF2-40B4-BE49-F238E27FC236}">
                <a16:creationId xmlns:a16="http://schemas.microsoft.com/office/drawing/2014/main" id="{99C06A05-E12B-4BAC-9EDC-6A365E9B397F}"/>
              </a:ext>
            </a:extLst>
          </p:cNvPr>
          <p:cNvPicPr>
            <a:picLocks noChangeAspect="1"/>
          </p:cNvPicPr>
          <p:nvPr/>
        </p:nvPicPr>
        <p:blipFill>
          <a:blip r:embed="rId4">
            <a:duotone>
              <a:schemeClr val="accent4">
                <a:shade val="45000"/>
                <a:satMod val="135000"/>
              </a:schemeClr>
              <a:prstClr val="white"/>
            </a:duotone>
          </a:blip>
          <a:stretch>
            <a:fillRect/>
          </a:stretch>
        </p:blipFill>
        <p:spPr>
          <a:xfrm>
            <a:off x="439442" y="2558004"/>
            <a:ext cx="1364528" cy="851946"/>
          </a:xfrm>
          <a:prstGeom prst="rect">
            <a:avLst/>
          </a:prstGeom>
        </p:spPr>
      </p:pic>
      <p:pic>
        <p:nvPicPr>
          <p:cNvPr id="8" name="Picture 7">
            <a:extLst>
              <a:ext uri="{FF2B5EF4-FFF2-40B4-BE49-F238E27FC236}">
                <a16:creationId xmlns:a16="http://schemas.microsoft.com/office/drawing/2014/main" id="{FF64C2FF-539A-42BA-956B-5607B732D47A}"/>
              </a:ext>
            </a:extLst>
          </p:cNvPr>
          <p:cNvPicPr>
            <a:picLocks noChangeAspect="1"/>
          </p:cNvPicPr>
          <p:nvPr/>
        </p:nvPicPr>
        <p:blipFill rotWithShape="1">
          <a:blip r:embed="rId5">
            <a:duotone>
              <a:schemeClr val="accent2">
                <a:shade val="45000"/>
                <a:satMod val="135000"/>
              </a:schemeClr>
              <a:prstClr val="white"/>
            </a:duotone>
          </a:blip>
          <a:srcRect r="1813"/>
          <a:stretch/>
        </p:blipFill>
        <p:spPr>
          <a:xfrm>
            <a:off x="3672377" y="2436142"/>
            <a:ext cx="1276415" cy="897608"/>
          </a:xfrm>
          <a:prstGeom prst="rect">
            <a:avLst/>
          </a:prstGeom>
        </p:spPr>
      </p:pic>
      <p:pic>
        <p:nvPicPr>
          <p:cNvPr id="9" name="Picture 8">
            <a:extLst>
              <a:ext uri="{FF2B5EF4-FFF2-40B4-BE49-F238E27FC236}">
                <a16:creationId xmlns:a16="http://schemas.microsoft.com/office/drawing/2014/main" id="{240A97CB-7091-4241-94AA-DCBEF9153C16}"/>
              </a:ext>
            </a:extLst>
          </p:cNvPr>
          <p:cNvPicPr>
            <a:picLocks noChangeAspect="1"/>
          </p:cNvPicPr>
          <p:nvPr/>
        </p:nvPicPr>
        <p:blipFill rotWithShape="1">
          <a:blip r:embed="rId5">
            <a:duotone>
              <a:schemeClr val="accent2">
                <a:shade val="45000"/>
                <a:satMod val="135000"/>
              </a:schemeClr>
              <a:prstClr val="white"/>
            </a:duotone>
          </a:blip>
          <a:srcRect l="1" r="1626"/>
          <a:stretch/>
        </p:blipFill>
        <p:spPr>
          <a:xfrm>
            <a:off x="5599779" y="2419350"/>
            <a:ext cx="1278847" cy="897608"/>
          </a:xfrm>
          <a:prstGeom prst="rect">
            <a:avLst/>
          </a:prstGeom>
        </p:spPr>
      </p:pic>
      <p:pic>
        <p:nvPicPr>
          <p:cNvPr id="11" name="Picture 10">
            <a:extLst>
              <a:ext uri="{FF2B5EF4-FFF2-40B4-BE49-F238E27FC236}">
                <a16:creationId xmlns:a16="http://schemas.microsoft.com/office/drawing/2014/main" id="{FF5A972F-FEBA-42AD-9AA5-E6ECE2B1BA28}"/>
              </a:ext>
            </a:extLst>
          </p:cNvPr>
          <p:cNvPicPr>
            <a:picLocks noChangeAspect="1"/>
          </p:cNvPicPr>
          <p:nvPr/>
        </p:nvPicPr>
        <p:blipFill>
          <a:blip r:embed="rId6">
            <a:duotone>
              <a:schemeClr val="accent2">
                <a:shade val="45000"/>
                <a:satMod val="135000"/>
              </a:schemeClr>
              <a:prstClr val="white"/>
            </a:duotone>
          </a:blip>
          <a:stretch>
            <a:fillRect/>
          </a:stretch>
        </p:blipFill>
        <p:spPr>
          <a:xfrm>
            <a:off x="2313924" y="2683053"/>
            <a:ext cx="761564" cy="647608"/>
          </a:xfrm>
          <a:prstGeom prst="rect">
            <a:avLst/>
          </a:prstGeom>
        </p:spPr>
      </p:pic>
      <p:pic>
        <p:nvPicPr>
          <p:cNvPr id="13" name="Picture 12">
            <a:extLst>
              <a:ext uri="{FF2B5EF4-FFF2-40B4-BE49-F238E27FC236}">
                <a16:creationId xmlns:a16="http://schemas.microsoft.com/office/drawing/2014/main" id="{D99D6E3A-D461-48D5-A2F0-B93E786F66C1}"/>
              </a:ext>
            </a:extLst>
          </p:cNvPr>
          <p:cNvPicPr>
            <a:picLocks noChangeAspect="1"/>
          </p:cNvPicPr>
          <p:nvPr/>
        </p:nvPicPr>
        <p:blipFill>
          <a:blip r:embed="rId6">
            <a:duotone>
              <a:schemeClr val="accent2">
                <a:shade val="45000"/>
                <a:satMod val="135000"/>
              </a:schemeClr>
              <a:prstClr val="white"/>
            </a:duotone>
          </a:blip>
          <a:stretch>
            <a:fillRect/>
          </a:stretch>
        </p:blipFill>
        <p:spPr>
          <a:xfrm>
            <a:off x="7487413" y="2678125"/>
            <a:ext cx="761564" cy="647608"/>
          </a:xfrm>
          <a:prstGeom prst="rect">
            <a:avLst/>
          </a:prstGeom>
          <a:solidFill>
            <a:srgbClr val="FFFFFF"/>
          </a:solidFill>
        </p:spPr>
      </p:pic>
      <p:cxnSp>
        <p:nvCxnSpPr>
          <p:cNvPr id="14" name="Straight Arrow Connector 13">
            <a:extLst>
              <a:ext uri="{FF2B5EF4-FFF2-40B4-BE49-F238E27FC236}">
                <a16:creationId xmlns:a16="http://schemas.microsoft.com/office/drawing/2014/main" id="{1B53AE1D-A8AC-49B8-9EA5-C3E602A03B6C}"/>
              </a:ext>
            </a:extLst>
          </p:cNvPr>
          <p:cNvCxnSpPr>
            <a:cxnSpLocks/>
          </p:cNvCxnSpPr>
          <p:nvPr/>
        </p:nvCxnSpPr>
        <p:spPr>
          <a:xfrm>
            <a:off x="1163882" y="2034319"/>
            <a:ext cx="0" cy="540728"/>
          </a:xfrm>
          <a:prstGeom prst="straightConnector1">
            <a:avLst/>
          </a:prstGeom>
          <a:ln w="28575">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6900846B-CDE2-4032-A6B9-DE40623CFBBB}"/>
              </a:ext>
            </a:extLst>
          </p:cNvPr>
          <p:cNvCxnSpPr>
            <a:cxnSpLocks/>
          </p:cNvCxnSpPr>
          <p:nvPr/>
        </p:nvCxnSpPr>
        <p:spPr>
          <a:xfrm>
            <a:off x="1803970" y="2999276"/>
            <a:ext cx="509954" cy="0"/>
          </a:xfrm>
          <a:prstGeom prst="straightConnector1">
            <a:avLst/>
          </a:prstGeom>
          <a:ln w="28575">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0C4C2475-DF59-4DAB-9999-D4F6888D5FB3}"/>
              </a:ext>
            </a:extLst>
          </p:cNvPr>
          <p:cNvCxnSpPr>
            <a:cxnSpLocks/>
          </p:cNvCxnSpPr>
          <p:nvPr/>
        </p:nvCxnSpPr>
        <p:spPr>
          <a:xfrm>
            <a:off x="5026487" y="2999276"/>
            <a:ext cx="509954" cy="0"/>
          </a:xfrm>
          <a:prstGeom prst="straightConnector1">
            <a:avLst/>
          </a:prstGeom>
          <a:ln w="28575">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149F0285-5B61-4FD5-8C9E-D0ECC05C98CA}"/>
              </a:ext>
            </a:extLst>
          </p:cNvPr>
          <p:cNvCxnSpPr>
            <a:cxnSpLocks/>
          </p:cNvCxnSpPr>
          <p:nvPr/>
        </p:nvCxnSpPr>
        <p:spPr>
          <a:xfrm>
            <a:off x="6964267" y="2999276"/>
            <a:ext cx="509954" cy="0"/>
          </a:xfrm>
          <a:prstGeom prst="straightConnector1">
            <a:avLst/>
          </a:prstGeom>
          <a:ln w="28575">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5AD66D61-A161-4153-A8DF-27EB0AF13E62}"/>
              </a:ext>
            </a:extLst>
          </p:cNvPr>
          <p:cNvCxnSpPr>
            <a:cxnSpLocks/>
          </p:cNvCxnSpPr>
          <p:nvPr/>
        </p:nvCxnSpPr>
        <p:spPr>
          <a:xfrm flipV="1">
            <a:off x="7835982" y="2011240"/>
            <a:ext cx="0" cy="537431"/>
          </a:xfrm>
          <a:prstGeom prst="straightConnector1">
            <a:avLst/>
          </a:prstGeom>
          <a:ln w="28575">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E1F25B5E-F27C-408D-AD41-CE643587780F}"/>
              </a:ext>
            </a:extLst>
          </p:cNvPr>
          <p:cNvCxnSpPr>
            <a:cxnSpLocks/>
          </p:cNvCxnSpPr>
          <p:nvPr/>
        </p:nvCxnSpPr>
        <p:spPr>
          <a:xfrm flipH="1">
            <a:off x="6964267" y="3111377"/>
            <a:ext cx="509954"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D560DD16-6021-4C51-97FD-395078E20320}"/>
              </a:ext>
            </a:extLst>
          </p:cNvPr>
          <p:cNvCxnSpPr>
            <a:cxnSpLocks/>
          </p:cNvCxnSpPr>
          <p:nvPr/>
        </p:nvCxnSpPr>
        <p:spPr>
          <a:xfrm>
            <a:off x="7964570" y="2034319"/>
            <a:ext cx="0" cy="537431"/>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3C4DED37-C7F1-439F-A38C-AA9E3FC4CB02}"/>
              </a:ext>
            </a:extLst>
          </p:cNvPr>
          <p:cNvSpPr txBox="1"/>
          <p:nvPr/>
        </p:nvSpPr>
        <p:spPr>
          <a:xfrm>
            <a:off x="346967" y="3414320"/>
            <a:ext cx="1550359" cy="400110"/>
          </a:xfrm>
          <a:prstGeom prst="rect">
            <a:avLst/>
          </a:prstGeom>
          <a:noFill/>
        </p:spPr>
        <p:txBody>
          <a:bodyPr wrap="square" rtlCol="0">
            <a:spAutoFit/>
          </a:bodyPr>
          <a:lstStyle/>
          <a:p>
            <a:pPr algn="ctr"/>
            <a:r>
              <a:rPr lang="en-GB" sz="1000" dirty="0">
                <a:latin typeface="Tahoma" panose="020B0604030504040204" pitchFamily="34" charset="0"/>
                <a:ea typeface="Tahoma" panose="020B0604030504040204" pitchFamily="34" charset="0"/>
                <a:cs typeface="Tahoma" panose="020B0604030504040204" pitchFamily="34" charset="0"/>
              </a:rPr>
              <a:t>Inverters</a:t>
            </a:r>
          </a:p>
          <a:p>
            <a:pPr algn="ctr"/>
            <a:r>
              <a:rPr lang="en-GB" sz="1000" dirty="0" err="1">
                <a:latin typeface="Tahoma" panose="020B0604030504040204" pitchFamily="34" charset="0"/>
                <a:ea typeface="Tahoma" panose="020B0604030504040204" pitchFamily="34" charset="0"/>
                <a:cs typeface="Tahoma" panose="020B0604030504040204" pitchFamily="34" charset="0"/>
              </a:rPr>
              <a:t>kWac</a:t>
            </a:r>
            <a:endParaRPr lang="en-GB" sz="1000" dirty="0">
              <a:latin typeface="Tahoma" panose="020B0604030504040204" pitchFamily="34" charset="0"/>
              <a:ea typeface="Tahoma" panose="020B0604030504040204" pitchFamily="34" charset="0"/>
              <a:cs typeface="Tahoma" panose="020B0604030504040204" pitchFamily="34" charset="0"/>
            </a:endParaRPr>
          </a:p>
        </p:txBody>
      </p:sp>
      <p:sp>
        <p:nvSpPr>
          <p:cNvPr id="22" name="TextBox 21">
            <a:extLst>
              <a:ext uri="{FF2B5EF4-FFF2-40B4-BE49-F238E27FC236}">
                <a16:creationId xmlns:a16="http://schemas.microsoft.com/office/drawing/2014/main" id="{3E62F4AE-CC72-4BDD-90E1-60579FA7CE0A}"/>
              </a:ext>
            </a:extLst>
          </p:cNvPr>
          <p:cNvSpPr txBox="1"/>
          <p:nvPr/>
        </p:nvSpPr>
        <p:spPr>
          <a:xfrm>
            <a:off x="3571965" y="3257550"/>
            <a:ext cx="1543598" cy="261610"/>
          </a:xfrm>
          <a:prstGeom prst="rect">
            <a:avLst/>
          </a:prstGeom>
          <a:noFill/>
        </p:spPr>
        <p:txBody>
          <a:bodyPr wrap="square" rtlCol="0">
            <a:spAutoFit/>
          </a:bodyPr>
          <a:lstStyle/>
          <a:p>
            <a:pPr algn="ctr"/>
            <a:r>
              <a:rPr lang="en-GB" sz="1050" dirty="0">
                <a:latin typeface="Tahoma" panose="020B0604030504040204" pitchFamily="34" charset="0"/>
                <a:ea typeface="Tahoma" panose="020B0604030504040204" pitchFamily="34" charset="0"/>
                <a:cs typeface="Tahoma" panose="020B0604030504040204" pitchFamily="34" charset="0"/>
              </a:rPr>
              <a:t>Solar LV Panel</a:t>
            </a:r>
            <a:endParaRPr lang="en-US" sz="1050" dirty="0">
              <a:latin typeface="Tahoma" panose="020B0604030504040204" pitchFamily="34" charset="0"/>
              <a:ea typeface="Tahoma" panose="020B0604030504040204" pitchFamily="34" charset="0"/>
              <a:cs typeface="Tahoma" panose="020B0604030504040204" pitchFamily="34" charset="0"/>
            </a:endParaRPr>
          </a:p>
        </p:txBody>
      </p:sp>
      <p:sp>
        <p:nvSpPr>
          <p:cNvPr id="24" name="TextBox 23">
            <a:extLst>
              <a:ext uri="{FF2B5EF4-FFF2-40B4-BE49-F238E27FC236}">
                <a16:creationId xmlns:a16="http://schemas.microsoft.com/office/drawing/2014/main" id="{14FB272D-0F0D-4B12-AC32-184B94D6E7E6}"/>
              </a:ext>
            </a:extLst>
          </p:cNvPr>
          <p:cNvSpPr txBox="1"/>
          <p:nvPr/>
        </p:nvSpPr>
        <p:spPr>
          <a:xfrm>
            <a:off x="2059774" y="3428432"/>
            <a:ext cx="1224327" cy="261610"/>
          </a:xfrm>
          <a:prstGeom prst="rect">
            <a:avLst/>
          </a:prstGeom>
          <a:noFill/>
        </p:spPr>
        <p:txBody>
          <a:bodyPr wrap="square" rtlCol="0">
            <a:spAutoFit/>
          </a:bodyPr>
          <a:lstStyle/>
          <a:p>
            <a:pPr algn="ctr"/>
            <a:r>
              <a:rPr lang="en-GB" sz="1050" dirty="0">
                <a:latin typeface="Tahoma" panose="020B0604030504040204" pitchFamily="34" charset="0"/>
                <a:ea typeface="Tahoma" panose="020B0604030504040204" pitchFamily="34" charset="0"/>
                <a:cs typeface="Tahoma" panose="020B0604030504040204" pitchFamily="34" charset="0"/>
              </a:rPr>
              <a:t>Solar Meter</a:t>
            </a:r>
            <a:endParaRPr lang="en-US" sz="1050" dirty="0">
              <a:latin typeface="Tahoma" panose="020B0604030504040204" pitchFamily="34" charset="0"/>
              <a:ea typeface="Tahoma" panose="020B0604030504040204" pitchFamily="34" charset="0"/>
              <a:cs typeface="Tahoma" panose="020B0604030504040204" pitchFamily="34" charset="0"/>
            </a:endParaRPr>
          </a:p>
        </p:txBody>
      </p:sp>
      <p:sp>
        <p:nvSpPr>
          <p:cNvPr id="25" name="TextBox 24">
            <a:extLst>
              <a:ext uri="{FF2B5EF4-FFF2-40B4-BE49-F238E27FC236}">
                <a16:creationId xmlns:a16="http://schemas.microsoft.com/office/drawing/2014/main" id="{E6BF0BD8-92CB-4E96-8A6A-F5334618A6FB}"/>
              </a:ext>
            </a:extLst>
          </p:cNvPr>
          <p:cNvSpPr txBox="1"/>
          <p:nvPr/>
        </p:nvSpPr>
        <p:spPr>
          <a:xfrm>
            <a:off x="5563999" y="4816358"/>
            <a:ext cx="1350405" cy="261610"/>
          </a:xfrm>
          <a:prstGeom prst="rect">
            <a:avLst/>
          </a:prstGeom>
          <a:noFill/>
        </p:spPr>
        <p:txBody>
          <a:bodyPr wrap="square" rtlCol="0">
            <a:spAutoFit/>
          </a:bodyPr>
          <a:lstStyle/>
          <a:p>
            <a:pPr algn="ctr"/>
            <a:r>
              <a:rPr lang="en-GB" sz="1050" dirty="0">
                <a:latin typeface="Tahoma" panose="020B0604030504040204" pitchFamily="34" charset="0"/>
                <a:ea typeface="Tahoma" panose="020B0604030504040204" pitchFamily="34" charset="0"/>
                <a:cs typeface="Tahoma" panose="020B0604030504040204" pitchFamily="34" charset="0"/>
              </a:rPr>
              <a:t>Premises Loads</a:t>
            </a:r>
            <a:endParaRPr lang="en-US" sz="1050" dirty="0">
              <a:latin typeface="Tahoma" panose="020B0604030504040204" pitchFamily="34" charset="0"/>
              <a:ea typeface="Tahoma" panose="020B0604030504040204" pitchFamily="34" charset="0"/>
              <a:cs typeface="Tahoma" panose="020B0604030504040204" pitchFamily="34" charset="0"/>
            </a:endParaRPr>
          </a:p>
        </p:txBody>
      </p:sp>
      <p:sp>
        <p:nvSpPr>
          <p:cNvPr id="26" name="TextBox 25">
            <a:extLst>
              <a:ext uri="{FF2B5EF4-FFF2-40B4-BE49-F238E27FC236}">
                <a16:creationId xmlns:a16="http://schemas.microsoft.com/office/drawing/2014/main" id="{317AA087-7575-41FD-A094-B6A462ED673F}"/>
              </a:ext>
            </a:extLst>
          </p:cNvPr>
          <p:cNvSpPr txBox="1"/>
          <p:nvPr/>
        </p:nvSpPr>
        <p:spPr>
          <a:xfrm>
            <a:off x="7467600" y="3385168"/>
            <a:ext cx="956536" cy="261610"/>
          </a:xfrm>
          <a:prstGeom prst="rect">
            <a:avLst/>
          </a:prstGeom>
          <a:noFill/>
        </p:spPr>
        <p:txBody>
          <a:bodyPr wrap="square" rtlCol="0">
            <a:spAutoFit/>
          </a:bodyPr>
          <a:lstStyle/>
          <a:p>
            <a:pPr algn="ctr"/>
            <a:r>
              <a:rPr lang="en-GB" sz="1050" dirty="0">
                <a:latin typeface="Tahoma" panose="020B0604030504040204" pitchFamily="34" charset="0"/>
                <a:ea typeface="Tahoma" panose="020B0604030504040204" pitchFamily="34" charset="0"/>
                <a:cs typeface="Tahoma" panose="020B0604030504040204" pitchFamily="34" charset="0"/>
              </a:rPr>
              <a:t>Net Meter</a:t>
            </a:r>
            <a:endParaRPr lang="en-US" sz="1050" dirty="0">
              <a:latin typeface="Tahoma" panose="020B0604030504040204" pitchFamily="34" charset="0"/>
              <a:ea typeface="Tahoma" panose="020B0604030504040204" pitchFamily="34" charset="0"/>
              <a:cs typeface="Tahoma" panose="020B0604030504040204" pitchFamily="34" charset="0"/>
            </a:endParaRPr>
          </a:p>
        </p:txBody>
      </p:sp>
      <p:sp>
        <p:nvSpPr>
          <p:cNvPr id="27" name="TextBox 26">
            <a:extLst>
              <a:ext uri="{FF2B5EF4-FFF2-40B4-BE49-F238E27FC236}">
                <a16:creationId xmlns:a16="http://schemas.microsoft.com/office/drawing/2014/main" id="{447882C3-FA6E-44A3-8E4E-8058E3148B67}"/>
              </a:ext>
            </a:extLst>
          </p:cNvPr>
          <p:cNvSpPr txBox="1"/>
          <p:nvPr/>
        </p:nvSpPr>
        <p:spPr>
          <a:xfrm>
            <a:off x="7246803" y="1698679"/>
            <a:ext cx="1242784" cy="253916"/>
          </a:xfrm>
          <a:prstGeom prst="rect">
            <a:avLst/>
          </a:prstGeom>
          <a:noFill/>
        </p:spPr>
        <p:txBody>
          <a:bodyPr wrap="square" rtlCol="0">
            <a:spAutoFit/>
          </a:bodyPr>
          <a:lstStyle/>
          <a:p>
            <a:pPr algn="ctr"/>
            <a:r>
              <a:rPr lang="en-GB" sz="1050" dirty="0">
                <a:latin typeface="Tahoma" panose="020B0604030504040204" pitchFamily="34" charset="0"/>
                <a:ea typeface="Tahoma" panose="020B0604030504040204" pitchFamily="34" charset="0"/>
                <a:cs typeface="Tahoma" panose="020B0604030504040204" pitchFamily="34" charset="0"/>
              </a:rPr>
              <a:t>NEDC Grid</a:t>
            </a:r>
            <a:endParaRPr lang="en-US" sz="1050" dirty="0">
              <a:latin typeface="Tahoma" panose="020B0604030504040204" pitchFamily="34" charset="0"/>
              <a:ea typeface="Tahoma" panose="020B0604030504040204" pitchFamily="34" charset="0"/>
              <a:cs typeface="Tahoma" panose="020B0604030504040204" pitchFamily="34" charset="0"/>
            </a:endParaRPr>
          </a:p>
        </p:txBody>
      </p:sp>
      <p:cxnSp>
        <p:nvCxnSpPr>
          <p:cNvPr id="31" name="Straight Arrow Connector 30">
            <a:extLst>
              <a:ext uri="{FF2B5EF4-FFF2-40B4-BE49-F238E27FC236}">
                <a16:creationId xmlns:a16="http://schemas.microsoft.com/office/drawing/2014/main" id="{E27B013A-47FE-4ED2-BA3F-00B3E7F03D44}"/>
              </a:ext>
            </a:extLst>
          </p:cNvPr>
          <p:cNvCxnSpPr>
            <a:cxnSpLocks/>
          </p:cNvCxnSpPr>
          <p:nvPr/>
        </p:nvCxnSpPr>
        <p:spPr>
          <a:xfrm flipH="1">
            <a:off x="5013299" y="3111377"/>
            <a:ext cx="509954"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AEC6968C-3FC7-46D6-A3AD-9B6C6094E4AC}"/>
              </a:ext>
            </a:extLst>
          </p:cNvPr>
          <p:cNvCxnSpPr>
            <a:cxnSpLocks/>
          </p:cNvCxnSpPr>
          <p:nvPr/>
        </p:nvCxnSpPr>
        <p:spPr>
          <a:xfrm>
            <a:off x="3099736" y="2999276"/>
            <a:ext cx="509954" cy="0"/>
          </a:xfrm>
          <a:prstGeom prst="straightConnector1">
            <a:avLst/>
          </a:prstGeom>
          <a:ln w="28575">
            <a:solidFill>
              <a:srgbClr val="FFC000"/>
            </a:solidFill>
            <a:tailEnd type="triangle"/>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C4639B57-AB8A-440C-AEC7-E75D422B50EF}"/>
              </a:ext>
            </a:extLst>
          </p:cNvPr>
          <p:cNvSpPr txBox="1"/>
          <p:nvPr/>
        </p:nvSpPr>
        <p:spPr>
          <a:xfrm>
            <a:off x="5298467" y="3223478"/>
            <a:ext cx="1913419" cy="261610"/>
          </a:xfrm>
          <a:prstGeom prst="rect">
            <a:avLst/>
          </a:prstGeom>
          <a:noFill/>
        </p:spPr>
        <p:txBody>
          <a:bodyPr wrap="square" rtlCol="0">
            <a:spAutoFit/>
          </a:bodyPr>
          <a:lstStyle/>
          <a:p>
            <a:pPr algn="ctr"/>
            <a:r>
              <a:rPr lang="en-GB" sz="1050" dirty="0">
                <a:latin typeface="Tahoma" panose="020B0604030504040204" pitchFamily="34" charset="0"/>
                <a:ea typeface="Tahoma" panose="020B0604030504040204" pitchFamily="34" charset="0"/>
                <a:cs typeface="Tahoma" panose="020B0604030504040204" pitchFamily="34" charset="0"/>
              </a:rPr>
              <a:t>Existing LV Panel</a:t>
            </a:r>
            <a:endParaRPr lang="en-US" sz="1050" dirty="0">
              <a:latin typeface="Tahoma" panose="020B0604030504040204" pitchFamily="34" charset="0"/>
              <a:ea typeface="Tahoma" panose="020B0604030504040204" pitchFamily="34" charset="0"/>
              <a:cs typeface="Tahoma" panose="020B0604030504040204" pitchFamily="34" charset="0"/>
            </a:endParaRPr>
          </a:p>
        </p:txBody>
      </p:sp>
      <p:pic>
        <p:nvPicPr>
          <p:cNvPr id="35" name="Picture 34">
            <a:extLst>
              <a:ext uri="{FF2B5EF4-FFF2-40B4-BE49-F238E27FC236}">
                <a16:creationId xmlns:a16="http://schemas.microsoft.com/office/drawing/2014/main" id="{70069663-0708-4823-87FC-B749DE2389A9}"/>
              </a:ext>
            </a:extLst>
          </p:cNvPr>
          <p:cNvPicPr>
            <a:picLocks noChangeAspect="1"/>
          </p:cNvPicPr>
          <p:nvPr/>
        </p:nvPicPr>
        <p:blipFill>
          <a:blip r:embed="rId7">
            <a:duotone>
              <a:schemeClr val="accent2">
                <a:shade val="45000"/>
                <a:satMod val="135000"/>
              </a:schemeClr>
              <a:prstClr val="white"/>
            </a:duotone>
          </a:blip>
          <a:stretch>
            <a:fillRect/>
          </a:stretch>
        </p:blipFill>
        <p:spPr>
          <a:xfrm>
            <a:off x="7457381" y="575928"/>
            <a:ext cx="753783" cy="1122751"/>
          </a:xfrm>
          <a:prstGeom prst="rect">
            <a:avLst/>
          </a:prstGeom>
          <a:solidFill>
            <a:srgbClr val="FFFFFF"/>
          </a:solidFill>
        </p:spPr>
      </p:pic>
      <p:cxnSp>
        <p:nvCxnSpPr>
          <p:cNvPr id="38" name="Straight Arrow Connector 37">
            <a:extLst>
              <a:ext uri="{FF2B5EF4-FFF2-40B4-BE49-F238E27FC236}">
                <a16:creationId xmlns:a16="http://schemas.microsoft.com/office/drawing/2014/main" id="{E723089E-0D9D-4929-ACE6-026D15D2F97C}"/>
              </a:ext>
            </a:extLst>
          </p:cNvPr>
          <p:cNvCxnSpPr>
            <a:cxnSpLocks/>
          </p:cNvCxnSpPr>
          <p:nvPr/>
        </p:nvCxnSpPr>
        <p:spPr>
          <a:xfrm>
            <a:off x="6140823" y="3575553"/>
            <a:ext cx="0" cy="514350"/>
          </a:xfrm>
          <a:prstGeom prst="straightConnector1">
            <a:avLst/>
          </a:prstGeom>
          <a:ln w="28575">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5D2E6F81-CD05-4F80-AA55-A77CA9016A11}"/>
              </a:ext>
            </a:extLst>
          </p:cNvPr>
          <p:cNvCxnSpPr>
            <a:cxnSpLocks/>
          </p:cNvCxnSpPr>
          <p:nvPr/>
        </p:nvCxnSpPr>
        <p:spPr>
          <a:xfrm>
            <a:off x="6249771" y="3575553"/>
            <a:ext cx="0" cy="51435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 name="Straight Arrow Connector 4">
            <a:extLst>
              <a:ext uri="{FF2B5EF4-FFF2-40B4-BE49-F238E27FC236}">
                <a16:creationId xmlns:a16="http://schemas.microsoft.com/office/drawing/2014/main" id="{D7714505-D986-42F3-8ADE-E638263961DE}"/>
              </a:ext>
            </a:extLst>
          </p:cNvPr>
          <p:cNvCxnSpPr>
            <a:cxnSpLocks/>
          </p:cNvCxnSpPr>
          <p:nvPr/>
        </p:nvCxnSpPr>
        <p:spPr>
          <a:xfrm>
            <a:off x="7544183" y="4763261"/>
            <a:ext cx="509954" cy="0"/>
          </a:xfrm>
          <a:prstGeom prst="straightConnector1">
            <a:avLst/>
          </a:prstGeom>
          <a:ln w="28575">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2D5D95FE-78DA-4613-BBEC-1DED75DEF0C9}"/>
              </a:ext>
            </a:extLst>
          </p:cNvPr>
          <p:cNvCxnSpPr>
            <a:cxnSpLocks/>
          </p:cNvCxnSpPr>
          <p:nvPr/>
        </p:nvCxnSpPr>
        <p:spPr>
          <a:xfrm>
            <a:off x="7544183" y="4991861"/>
            <a:ext cx="509954"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A51C85E9-C17A-41E8-A662-F38E1C732998}"/>
              </a:ext>
            </a:extLst>
          </p:cNvPr>
          <p:cNvSpPr txBox="1"/>
          <p:nvPr/>
        </p:nvSpPr>
        <p:spPr>
          <a:xfrm>
            <a:off x="7820660" y="4646730"/>
            <a:ext cx="1549549" cy="230832"/>
          </a:xfrm>
          <a:prstGeom prst="rect">
            <a:avLst/>
          </a:prstGeom>
          <a:noFill/>
        </p:spPr>
        <p:txBody>
          <a:bodyPr wrap="square" rtlCol="0">
            <a:spAutoFit/>
          </a:bodyPr>
          <a:lstStyle/>
          <a:p>
            <a:pPr algn="ctr"/>
            <a:r>
              <a:rPr lang="en-GB" sz="900" dirty="0">
                <a:latin typeface="Tahoma" panose="020B0604030504040204" pitchFamily="34" charset="0"/>
                <a:ea typeface="Tahoma" panose="020B0604030504040204" pitchFamily="34" charset="0"/>
                <a:cs typeface="Tahoma" panose="020B0604030504040204" pitchFamily="34" charset="0"/>
              </a:rPr>
              <a:t>Solar Energy Flow</a:t>
            </a:r>
            <a:endParaRPr lang="en-US" sz="900" dirty="0">
              <a:latin typeface="Tahoma" panose="020B0604030504040204" pitchFamily="34" charset="0"/>
              <a:ea typeface="Tahoma" panose="020B0604030504040204" pitchFamily="34" charset="0"/>
              <a:cs typeface="Tahoma" panose="020B0604030504040204" pitchFamily="34" charset="0"/>
            </a:endParaRPr>
          </a:p>
        </p:txBody>
      </p:sp>
      <p:sp>
        <p:nvSpPr>
          <p:cNvPr id="44" name="TextBox 43">
            <a:extLst>
              <a:ext uri="{FF2B5EF4-FFF2-40B4-BE49-F238E27FC236}">
                <a16:creationId xmlns:a16="http://schemas.microsoft.com/office/drawing/2014/main" id="{35FA4BCF-BF20-4754-9369-6C2196F9AAFD}"/>
              </a:ext>
            </a:extLst>
          </p:cNvPr>
          <p:cNvSpPr txBox="1"/>
          <p:nvPr/>
        </p:nvSpPr>
        <p:spPr>
          <a:xfrm>
            <a:off x="7820660" y="4859435"/>
            <a:ext cx="1549549" cy="230832"/>
          </a:xfrm>
          <a:prstGeom prst="rect">
            <a:avLst/>
          </a:prstGeom>
          <a:noFill/>
        </p:spPr>
        <p:txBody>
          <a:bodyPr wrap="square" rtlCol="0">
            <a:spAutoFit/>
          </a:bodyPr>
          <a:lstStyle/>
          <a:p>
            <a:pPr algn="ctr"/>
            <a:r>
              <a:rPr lang="en-GB" sz="900" dirty="0">
                <a:latin typeface="Tahoma" panose="020B0604030504040204" pitchFamily="34" charset="0"/>
                <a:ea typeface="Tahoma" panose="020B0604030504040204" pitchFamily="34" charset="0"/>
                <a:cs typeface="Tahoma" panose="020B0604030504040204" pitchFamily="34" charset="0"/>
              </a:rPr>
              <a:t>Grid Energy Flow</a:t>
            </a:r>
            <a:endParaRPr lang="en-US" sz="900" dirty="0">
              <a:latin typeface="Tahoma" panose="020B0604030504040204" pitchFamily="34" charset="0"/>
              <a:ea typeface="Tahoma" panose="020B0604030504040204" pitchFamily="34" charset="0"/>
              <a:cs typeface="Tahoma" panose="020B0604030504040204" pitchFamily="34" charset="0"/>
            </a:endParaRPr>
          </a:p>
        </p:txBody>
      </p:sp>
      <p:sp>
        <p:nvSpPr>
          <p:cNvPr id="40" name="TextBox 39">
            <a:extLst>
              <a:ext uri="{FF2B5EF4-FFF2-40B4-BE49-F238E27FC236}">
                <a16:creationId xmlns:a16="http://schemas.microsoft.com/office/drawing/2014/main" id="{2F473BF2-9F14-4DAB-A104-49FBAEE7BFC4}"/>
              </a:ext>
            </a:extLst>
          </p:cNvPr>
          <p:cNvSpPr txBox="1"/>
          <p:nvPr/>
        </p:nvSpPr>
        <p:spPr>
          <a:xfrm>
            <a:off x="1666555" y="1171180"/>
            <a:ext cx="1106539" cy="415498"/>
          </a:xfrm>
          <a:prstGeom prst="rect">
            <a:avLst/>
          </a:prstGeom>
          <a:noFill/>
        </p:spPr>
        <p:txBody>
          <a:bodyPr wrap="square" rtlCol="0">
            <a:spAutoFit/>
          </a:bodyPr>
          <a:lstStyle/>
          <a:p>
            <a:pPr algn="ctr"/>
            <a:r>
              <a:rPr lang="en-GB" sz="1050" dirty="0">
                <a:latin typeface="Tahoma" panose="020B0604030504040204" pitchFamily="34" charset="0"/>
                <a:ea typeface="Tahoma" panose="020B0604030504040204" pitchFamily="34" charset="0"/>
                <a:cs typeface="Tahoma" panose="020B0604030504040204" pitchFamily="34" charset="0"/>
              </a:rPr>
              <a:t>PV Array</a:t>
            </a:r>
          </a:p>
          <a:p>
            <a:pPr algn="ctr"/>
            <a:r>
              <a:rPr lang="en-GB" sz="1050" dirty="0" err="1">
                <a:latin typeface="Tahoma" panose="020B0604030504040204" pitchFamily="34" charset="0"/>
                <a:ea typeface="Tahoma" panose="020B0604030504040204" pitchFamily="34" charset="0"/>
                <a:cs typeface="Tahoma" panose="020B0604030504040204" pitchFamily="34" charset="0"/>
              </a:rPr>
              <a:t>kWp</a:t>
            </a:r>
            <a:endParaRPr lang="en-GB" sz="1050" dirty="0">
              <a:latin typeface="Tahoma" panose="020B0604030504040204" pitchFamily="34" charset="0"/>
              <a:ea typeface="Tahoma" panose="020B0604030504040204" pitchFamily="34" charset="0"/>
              <a:cs typeface="Tahoma" panose="020B0604030504040204" pitchFamily="34" charset="0"/>
            </a:endParaRPr>
          </a:p>
        </p:txBody>
      </p:sp>
      <p:pic>
        <p:nvPicPr>
          <p:cNvPr id="3" name="Picture 2">
            <a:extLst>
              <a:ext uri="{FF2B5EF4-FFF2-40B4-BE49-F238E27FC236}">
                <a16:creationId xmlns:a16="http://schemas.microsoft.com/office/drawing/2014/main" id="{0922D027-E8D3-4535-B153-077A1529090B}"/>
              </a:ext>
            </a:extLst>
          </p:cNvPr>
          <p:cNvPicPr>
            <a:picLocks noChangeAspect="1"/>
          </p:cNvPicPr>
          <p:nvPr/>
        </p:nvPicPr>
        <p:blipFill>
          <a:blip r:embed="rId8"/>
          <a:stretch>
            <a:fillRect/>
          </a:stretch>
        </p:blipFill>
        <p:spPr>
          <a:xfrm>
            <a:off x="5913382" y="4111515"/>
            <a:ext cx="629458" cy="727200"/>
          </a:xfrm>
          <a:prstGeom prst="rect">
            <a:avLst/>
          </a:prstGeom>
        </p:spPr>
      </p:pic>
      <p:pic>
        <p:nvPicPr>
          <p:cNvPr id="12" name="Picture 11">
            <a:extLst>
              <a:ext uri="{FF2B5EF4-FFF2-40B4-BE49-F238E27FC236}">
                <a16:creationId xmlns:a16="http://schemas.microsoft.com/office/drawing/2014/main" id="{58E71620-ADD3-42A2-9036-008609D9A0C7}"/>
              </a:ext>
            </a:extLst>
          </p:cNvPr>
          <p:cNvPicPr>
            <a:picLocks noChangeAspect="1"/>
          </p:cNvPicPr>
          <p:nvPr/>
        </p:nvPicPr>
        <p:blipFill>
          <a:blip r:embed="rId9"/>
          <a:stretch>
            <a:fillRect/>
          </a:stretch>
        </p:blipFill>
        <p:spPr>
          <a:xfrm>
            <a:off x="3907457" y="4110858"/>
            <a:ext cx="830036" cy="727200"/>
          </a:xfrm>
          <a:prstGeom prst="rect">
            <a:avLst/>
          </a:prstGeom>
        </p:spPr>
      </p:pic>
      <p:cxnSp>
        <p:nvCxnSpPr>
          <p:cNvPr id="41" name="Straight Arrow Connector 40">
            <a:extLst>
              <a:ext uri="{FF2B5EF4-FFF2-40B4-BE49-F238E27FC236}">
                <a16:creationId xmlns:a16="http://schemas.microsoft.com/office/drawing/2014/main" id="{511E7D36-66D6-48F3-B07A-DADD1E765CC7}"/>
              </a:ext>
            </a:extLst>
          </p:cNvPr>
          <p:cNvCxnSpPr>
            <a:cxnSpLocks/>
          </p:cNvCxnSpPr>
          <p:nvPr/>
        </p:nvCxnSpPr>
        <p:spPr>
          <a:xfrm>
            <a:off x="4256823" y="3559237"/>
            <a:ext cx="0" cy="514350"/>
          </a:xfrm>
          <a:prstGeom prst="straightConnector1">
            <a:avLst/>
          </a:prstGeom>
          <a:ln w="28575">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3D99AD54-4D54-4C8C-B931-961F82CA2C25}"/>
              </a:ext>
            </a:extLst>
          </p:cNvPr>
          <p:cNvCxnSpPr>
            <a:cxnSpLocks/>
          </p:cNvCxnSpPr>
          <p:nvPr/>
        </p:nvCxnSpPr>
        <p:spPr>
          <a:xfrm>
            <a:off x="4365771" y="3559237"/>
            <a:ext cx="0" cy="51435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0C2E7A65-500F-4A90-A500-EFAC607DDEAE}"/>
              </a:ext>
            </a:extLst>
          </p:cNvPr>
          <p:cNvSpPr txBox="1"/>
          <p:nvPr/>
        </p:nvSpPr>
        <p:spPr>
          <a:xfrm>
            <a:off x="3432722" y="4817323"/>
            <a:ext cx="1876087" cy="253916"/>
          </a:xfrm>
          <a:prstGeom prst="rect">
            <a:avLst/>
          </a:prstGeom>
          <a:noFill/>
        </p:spPr>
        <p:txBody>
          <a:bodyPr wrap="square" rtlCol="0">
            <a:spAutoFit/>
          </a:bodyPr>
          <a:lstStyle/>
          <a:p>
            <a:pPr algn="ctr"/>
            <a:r>
              <a:rPr lang="en-GB" sz="1050" dirty="0">
                <a:latin typeface="Tahoma" panose="020B0604030504040204" pitchFamily="34" charset="0"/>
                <a:ea typeface="Tahoma" panose="020B0604030504040204" pitchFamily="34" charset="0"/>
                <a:cs typeface="Tahoma" panose="020B0604030504040204" pitchFamily="34" charset="0"/>
              </a:rPr>
              <a:t>PV Monitoring System Load</a:t>
            </a:r>
            <a:endParaRPr lang="en-US" sz="1050" dirty="0">
              <a:latin typeface="Tahoma" panose="020B0604030504040204" pitchFamily="34" charset="0"/>
              <a:ea typeface="Tahoma" panose="020B0604030504040204" pitchFamily="34" charset="0"/>
              <a:cs typeface="Tahoma" panose="020B0604030504040204" pitchFamily="34" charset="0"/>
            </a:endParaRPr>
          </a:p>
        </p:txBody>
      </p:sp>
      <p:sp>
        <p:nvSpPr>
          <p:cNvPr id="2" name="TextBox 1">
            <a:extLst>
              <a:ext uri="{FF2B5EF4-FFF2-40B4-BE49-F238E27FC236}">
                <a16:creationId xmlns:a16="http://schemas.microsoft.com/office/drawing/2014/main" id="{64173F35-118E-D6CD-B209-CA426C57DB82}"/>
              </a:ext>
            </a:extLst>
          </p:cNvPr>
          <p:cNvSpPr txBox="1"/>
          <p:nvPr/>
        </p:nvSpPr>
        <p:spPr>
          <a:xfrm>
            <a:off x="384866" y="3849955"/>
            <a:ext cx="1925162" cy="900246"/>
          </a:xfrm>
          <a:prstGeom prst="rect">
            <a:avLst/>
          </a:prstGeom>
          <a:noFill/>
        </p:spPr>
        <p:txBody>
          <a:bodyPr wrap="square" rtlCol="0">
            <a:spAutoFit/>
          </a:bodyPr>
          <a:lstStyle/>
          <a:p>
            <a:pPr algn="just"/>
            <a:r>
              <a:rPr lang="en-US" sz="1050" dirty="0">
                <a:solidFill>
                  <a:srgbClr val="D08C31"/>
                </a:solidFill>
                <a:latin typeface="Tahoma" panose="020B0604030504040204" pitchFamily="34" charset="0"/>
                <a:ea typeface="Tahoma" panose="020B0604030504040204" pitchFamily="34" charset="0"/>
                <a:cs typeface="Tahoma" panose="020B0604030504040204" pitchFamily="34" charset="0"/>
              </a:rPr>
              <a:t>Solar PV panels generate DC electricity, which the inverter converts to AC energy. As most of the appliances utilize AC Energy</a:t>
            </a:r>
            <a:endParaRPr lang="en-GB" sz="1050" dirty="0">
              <a:solidFill>
                <a:srgbClr val="D08C31"/>
              </a:solidFill>
              <a:latin typeface="Tahoma" panose="020B0604030504040204" pitchFamily="34" charset="0"/>
              <a:ea typeface="Tahoma" panose="020B0604030504040204" pitchFamily="34" charset="0"/>
              <a:cs typeface="Tahoma" panose="020B0604030504040204" pitchFamily="34" charset="0"/>
            </a:endParaRPr>
          </a:p>
        </p:txBody>
      </p:sp>
      <p:sp>
        <p:nvSpPr>
          <p:cNvPr id="4" name="TextBox 3">
            <a:extLst>
              <a:ext uri="{FF2B5EF4-FFF2-40B4-BE49-F238E27FC236}">
                <a16:creationId xmlns:a16="http://schemas.microsoft.com/office/drawing/2014/main" id="{D551352F-B1DC-D106-AC39-47CF3468BC02}"/>
              </a:ext>
            </a:extLst>
          </p:cNvPr>
          <p:cNvSpPr txBox="1"/>
          <p:nvPr/>
        </p:nvSpPr>
        <p:spPr>
          <a:xfrm>
            <a:off x="3284101" y="889987"/>
            <a:ext cx="2484152" cy="1061829"/>
          </a:xfrm>
          <a:prstGeom prst="rect">
            <a:avLst/>
          </a:prstGeom>
          <a:noFill/>
        </p:spPr>
        <p:txBody>
          <a:bodyPr wrap="square" rtlCol="0">
            <a:spAutoFit/>
          </a:bodyPr>
          <a:lstStyle/>
          <a:p>
            <a:pPr algn="just"/>
            <a:r>
              <a:rPr lang="en-US" sz="1050" dirty="0">
                <a:solidFill>
                  <a:srgbClr val="2F9F8E"/>
                </a:solidFill>
                <a:latin typeface="Tahoma" panose="020B0604030504040204" pitchFamily="34" charset="0"/>
                <a:ea typeface="Tahoma" panose="020B0604030504040204" pitchFamily="34" charset="0"/>
                <a:cs typeface="Tahoma" panose="020B0604030504040204" pitchFamily="34" charset="0"/>
              </a:rPr>
              <a:t>Energy generation is measured by a meter in the LV panel, which also houses all the necessary monitoring and protection systems. The energy powers building loads, with any surplus exported to NEDC’s Grid. </a:t>
            </a:r>
            <a:endParaRPr lang="en-GB" sz="1050" dirty="0">
              <a:solidFill>
                <a:srgbClr val="2F9F8E"/>
              </a:solidFill>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3829460869"/>
      </p:ext>
    </p:extLst>
  </p:cSld>
  <p:clrMapOvr>
    <a:masterClrMapping/>
  </p:clrMapOvr>
  <p:transition spd="slow">
    <p:push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F16EB4-BE76-ADE7-5939-F5D4FED3AF22}"/>
            </a:ext>
          </a:extLst>
        </p:cNvPr>
        <p:cNvGrpSpPr/>
        <p:nvPr/>
      </p:nvGrpSpPr>
      <p:grpSpPr>
        <a:xfrm>
          <a:off x="0" y="0"/>
          <a:ext cx="0" cy="0"/>
          <a:chOff x="0" y="0"/>
          <a:chExt cx="0" cy="0"/>
        </a:xfrm>
      </p:grpSpPr>
      <p:pic>
        <p:nvPicPr>
          <p:cNvPr id="28" name="Picture Placeholder 27">
            <a:extLst>
              <a:ext uri="{FF2B5EF4-FFF2-40B4-BE49-F238E27FC236}">
                <a16:creationId xmlns:a16="http://schemas.microsoft.com/office/drawing/2014/main" id="{1B9A6255-742C-3075-FF7C-B10E9CA553F8}"/>
              </a:ext>
            </a:extLst>
          </p:cNvPr>
          <p:cNvPicPr>
            <a:picLocks noGrp="1" noChangeAspect="1"/>
          </p:cNvPicPr>
          <p:nvPr>
            <p:ph type="pic" sz="quarter" idx="13"/>
          </p:nvPr>
        </p:nvPicPr>
        <p:blipFill>
          <a:blip r:embed="rId2" cstate="print">
            <a:extLst>
              <a:ext uri="{28A0092B-C50C-407E-A947-70E740481C1C}">
                <a14:useLocalDpi xmlns:a14="http://schemas.microsoft.com/office/drawing/2010/main" val="0"/>
              </a:ext>
            </a:extLst>
          </a:blip>
          <a:srcRect t="13479" b="13479"/>
          <a:stretch>
            <a:fillRect/>
          </a:stretch>
        </p:blipFill>
        <p:spPr/>
      </p:pic>
      <p:sp>
        <p:nvSpPr>
          <p:cNvPr id="19" name="Freeform 18">
            <a:extLst>
              <a:ext uri="{FF2B5EF4-FFF2-40B4-BE49-F238E27FC236}">
                <a16:creationId xmlns:a16="http://schemas.microsoft.com/office/drawing/2014/main" id="{2E925CD8-C99C-7A7E-1BD8-0BF9DEBBE751}"/>
              </a:ext>
            </a:extLst>
          </p:cNvPr>
          <p:cNvSpPr/>
          <p:nvPr/>
        </p:nvSpPr>
        <p:spPr bwMode="auto">
          <a:xfrm>
            <a:off x="0" y="1"/>
            <a:ext cx="5315942" cy="5147251"/>
          </a:xfrm>
          <a:custGeom>
            <a:avLst/>
            <a:gdLst>
              <a:gd name="connsiteX0" fmla="*/ 0 w 5315942"/>
              <a:gd name="connsiteY0" fmla="*/ 0 h 5147251"/>
              <a:gd name="connsiteX1" fmla="*/ 3200400 w 5315942"/>
              <a:gd name="connsiteY1" fmla="*/ 0 h 5147251"/>
              <a:gd name="connsiteX2" fmla="*/ 3200400 w 5315942"/>
              <a:gd name="connsiteY2" fmla="*/ 1 h 5147251"/>
              <a:gd name="connsiteX3" fmla="*/ 5315942 w 5315942"/>
              <a:gd name="connsiteY3" fmla="*/ 1 h 5147251"/>
              <a:gd name="connsiteX4" fmla="*/ 3801683 w 5315942"/>
              <a:gd name="connsiteY4" fmla="*/ 5147251 h 5147251"/>
              <a:gd name="connsiteX5" fmla="*/ 1048742 w 5315942"/>
              <a:gd name="connsiteY5" fmla="*/ 5147251 h 5147251"/>
              <a:gd name="connsiteX6" fmla="*/ 1049846 w 5315942"/>
              <a:gd name="connsiteY6" fmla="*/ 5143499 h 5147251"/>
              <a:gd name="connsiteX7" fmla="*/ 0 w 5315942"/>
              <a:gd name="connsiteY7" fmla="*/ 5143499 h 51472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315942" h="5147251">
                <a:moveTo>
                  <a:pt x="0" y="0"/>
                </a:moveTo>
                <a:lnTo>
                  <a:pt x="3200400" y="0"/>
                </a:lnTo>
                <a:lnTo>
                  <a:pt x="3200400" y="1"/>
                </a:lnTo>
                <a:lnTo>
                  <a:pt x="5315942" y="1"/>
                </a:lnTo>
                <a:lnTo>
                  <a:pt x="3801683" y="5147251"/>
                </a:lnTo>
                <a:lnTo>
                  <a:pt x="1048742" y="5147251"/>
                </a:lnTo>
                <a:lnTo>
                  <a:pt x="1049846" y="5143499"/>
                </a:lnTo>
                <a:lnTo>
                  <a:pt x="0" y="5143499"/>
                </a:lnTo>
                <a:close/>
              </a:path>
            </a:pathLst>
          </a:custGeom>
          <a:solidFill>
            <a:schemeClr val="accent3"/>
          </a:solidFill>
          <a:ln w="19050">
            <a:noFill/>
            <a:round/>
            <a:headEnd/>
            <a:tailEnd/>
          </a:ln>
          <a:scene3d>
            <a:camera prst="orthographicFront"/>
            <a:lightRig rig="threePt" dir="t"/>
          </a:scene3d>
          <a:sp3d>
            <a:bevelT prst="convex"/>
          </a:sp3d>
        </p:spPr>
        <p:txBody>
          <a:bodyPr vert="horz" wrap="square" lIns="91440" tIns="45720" rIns="91440" bIns="45720" numCol="1" rtlCol="0" anchor="t" anchorCtr="0" compatLnSpc="1">
            <a:prstTxWarp prst="textNoShape">
              <a:avLst/>
            </a:prstTxWarp>
            <a:noAutofit/>
          </a:bodyPr>
          <a:lstStyle/>
          <a:p>
            <a:pPr>
              <a:lnSpc>
                <a:spcPct val="150000"/>
              </a:lnSpc>
            </a:pPr>
            <a:endParaRPr lang="en-US" sz="1600" b="1" cap="all" dirty="0">
              <a:solidFill>
                <a:schemeClr val="bg1"/>
              </a:solidFill>
              <a:ea typeface="Roboto" panose="02000000000000000000" pitchFamily="2" charset="0"/>
            </a:endParaRPr>
          </a:p>
        </p:txBody>
      </p:sp>
      <p:sp>
        <p:nvSpPr>
          <p:cNvPr id="6" name="Rectangle 5">
            <a:extLst>
              <a:ext uri="{FF2B5EF4-FFF2-40B4-BE49-F238E27FC236}">
                <a16:creationId xmlns:a16="http://schemas.microsoft.com/office/drawing/2014/main" id="{7D15F115-1D70-8082-199B-A1BFF16BC3CB}"/>
              </a:ext>
            </a:extLst>
          </p:cNvPr>
          <p:cNvSpPr/>
          <p:nvPr/>
        </p:nvSpPr>
        <p:spPr>
          <a:xfrm>
            <a:off x="381000" y="2377539"/>
            <a:ext cx="3339388" cy="210390"/>
          </a:xfrm>
          <a:prstGeom prst="rect">
            <a:avLst/>
          </a:prstGeom>
        </p:spPr>
        <p:txBody>
          <a:bodyPr wrap="square" lIns="0" tIns="0" rIns="0" bIns="0" anchor="b">
            <a:spAutoFit/>
          </a:bodyPr>
          <a:lstStyle/>
          <a:p>
            <a:pPr>
              <a:lnSpc>
                <a:spcPct val="150000"/>
              </a:lnSpc>
            </a:pPr>
            <a:endParaRPr lang="en-US" sz="1200" dirty="0">
              <a:solidFill>
                <a:schemeClr val="bg1"/>
              </a:solidFill>
            </a:endParaRPr>
          </a:p>
        </p:txBody>
      </p:sp>
      <p:cxnSp>
        <p:nvCxnSpPr>
          <p:cNvPr id="9" name="Straight Connector 8">
            <a:extLst>
              <a:ext uri="{FF2B5EF4-FFF2-40B4-BE49-F238E27FC236}">
                <a16:creationId xmlns:a16="http://schemas.microsoft.com/office/drawing/2014/main" id="{9745182A-CF10-DE62-A658-1D96D1A4D863}"/>
              </a:ext>
            </a:extLst>
          </p:cNvPr>
          <p:cNvCxnSpPr/>
          <p:nvPr/>
        </p:nvCxnSpPr>
        <p:spPr>
          <a:xfrm>
            <a:off x="381000" y="3045128"/>
            <a:ext cx="2438400"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4085FBF5-53A3-FD7A-81F5-5117FEC1114B}"/>
              </a:ext>
            </a:extLst>
          </p:cNvPr>
          <p:cNvSpPr txBox="1"/>
          <p:nvPr/>
        </p:nvSpPr>
        <p:spPr>
          <a:xfrm>
            <a:off x="152400" y="1504950"/>
            <a:ext cx="4641668" cy="1446550"/>
          </a:xfrm>
          <a:prstGeom prst="rect">
            <a:avLst/>
          </a:prstGeom>
          <a:noFill/>
        </p:spPr>
        <p:txBody>
          <a:bodyPr wrap="square">
            <a:spAutoFit/>
          </a:bodyPr>
          <a:lstStyle/>
          <a:p>
            <a:pPr>
              <a:lnSpc>
                <a:spcPct val="150000"/>
              </a:lnSpc>
            </a:pPr>
            <a:r>
              <a:rPr lang="en-US" sz="1600" b="1" cap="all" dirty="0">
                <a:solidFill>
                  <a:schemeClr val="bg1"/>
                </a:solidFill>
                <a:ea typeface="Roboto" panose="02000000000000000000" pitchFamily="2" charset="0"/>
              </a:rPr>
              <a:t>PV Layout, shadow analysis, &amp; mounting structure Location for Solar PV Installation. </a:t>
            </a:r>
          </a:p>
          <a:p>
            <a:pPr>
              <a:lnSpc>
                <a:spcPct val="150000"/>
              </a:lnSpc>
            </a:pPr>
            <a:r>
              <a:rPr lang="en-US" sz="1200" b="1" cap="all" dirty="0">
                <a:solidFill>
                  <a:schemeClr val="bg1"/>
                </a:solidFill>
                <a:ea typeface="Roboto" panose="02000000000000000000" pitchFamily="2" charset="0"/>
              </a:rPr>
              <a:t>Shadow Analysis, &amp; Mounting Structure</a:t>
            </a:r>
            <a:endParaRPr lang="en-OM" sz="1200" b="1" cap="all" dirty="0">
              <a:solidFill>
                <a:schemeClr val="bg1"/>
              </a:solidFill>
              <a:ea typeface="Roboto" panose="02000000000000000000" pitchFamily="2" charset="0"/>
            </a:endParaRPr>
          </a:p>
        </p:txBody>
      </p:sp>
    </p:spTree>
    <p:extLst>
      <p:ext uri="{BB962C8B-B14F-4D97-AF65-F5344CB8AC3E}">
        <p14:creationId xmlns:p14="http://schemas.microsoft.com/office/powerpoint/2010/main" val="108599393"/>
      </p:ext>
    </p:extLst>
  </p:cSld>
  <p:clrMapOvr>
    <a:masterClrMapping/>
  </p:clrMapOvr>
  <p:transition spd="slow">
    <p:push dir="u"/>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3C85241C-B4CC-45B7-B904-17D678AC0698}"/>
              </a:ext>
            </a:extLst>
          </p:cNvPr>
          <p:cNvSpPr>
            <a:spLocks noGrp="1"/>
          </p:cNvSpPr>
          <p:nvPr>
            <p:ph type="title"/>
          </p:nvPr>
        </p:nvSpPr>
        <p:spPr>
          <a:xfrm>
            <a:off x="250257" y="265938"/>
            <a:ext cx="8643486" cy="353524"/>
          </a:xfrm>
        </p:spPr>
        <p:txBody>
          <a:bodyPr/>
          <a:lstStyle/>
          <a:p>
            <a:r>
              <a:rPr lang="en-US" dirty="0">
                <a:solidFill>
                  <a:schemeClr val="tx1">
                    <a:lumMod val="50000"/>
                    <a:lumOff val="50000"/>
                  </a:schemeClr>
                </a:solidFill>
              </a:rPr>
              <a:t>PV Layout, Shadow Analysis, &amp; Mounting Structure</a:t>
            </a:r>
            <a:endParaRPr lang="en-US" sz="1600" dirty="0">
              <a:solidFill>
                <a:schemeClr val="tx1">
                  <a:lumMod val="50000"/>
                  <a:lumOff val="50000"/>
                </a:schemeClr>
              </a:solidFill>
            </a:endParaRPr>
          </a:p>
        </p:txBody>
      </p:sp>
      <p:sp>
        <p:nvSpPr>
          <p:cNvPr id="92" name="Text Placeholder 3">
            <a:extLst>
              <a:ext uri="{FF2B5EF4-FFF2-40B4-BE49-F238E27FC236}">
                <a16:creationId xmlns:a16="http://schemas.microsoft.com/office/drawing/2014/main" id="{43D07869-DAD8-4D41-AF01-8934F433B6EF}"/>
              </a:ext>
            </a:extLst>
          </p:cNvPr>
          <p:cNvSpPr>
            <a:spLocks noGrp="1"/>
          </p:cNvSpPr>
          <p:nvPr>
            <p:ph type="body" sz="half" idx="2"/>
          </p:nvPr>
        </p:nvSpPr>
        <p:spPr>
          <a:xfrm>
            <a:off x="250257" y="619462"/>
            <a:ext cx="8643485" cy="200746"/>
          </a:xfrm>
        </p:spPr>
        <p:txBody>
          <a:bodyPr/>
          <a:lstStyle/>
          <a:p>
            <a:r>
              <a:rPr lang="en-GB" dirty="0">
                <a:solidFill>
                  <a:schemeClr val="accent3"/>
                </a:solidFill>
              </a:rPr>
              <a:t>Proposed Location for Solar PV Installation</a:t>
            </a:r>
            <a:endParaRPr lang="en-US" dirty="0">
              <a:solidFill>
                <a:schemeClr val="accent3"/>
              </a:solidFill>
            </a:endParaRPr>
          </a:p>
        </p:txBody>
      </p:sp>
      <p:sp>
        <p:nvSpPr>
          <p:cNvPr id="7" name="TextBox 6">
            <a:extLst>
              <a:ext uri="{FF2B5EF4-FFF2-40B4-BE49-F238E27FC236}">
                <a16:creationId xmlns:a16="http://schemas.microsoft.com/office/drawing/2014/main" id="{AC78386C-0438-4610-8604-6FEDBFF19C72}"/>
              </a:ext>
            </a:extLst>
          </p:cNvPr>
          <p:cNvSpPr txBox="1"/>
          <p:nvPr/>
        </p:nvSpPr>
        <p:spPr>
          <a:xfrm>
            <a:off x="746755" y="4620502"/>
            <a:ext cx="4038600" cy="338554"/>
          </a:xfrm>
          <a:prstGeom prst="rect">
            <a:avLst/>
          </a:prstGeom>
          <a:solidFill>
            <a:schemeClr val="bg1"/>
          </a:solidFill>
        </p:spPr>
        <p:txBody>
          <a:bodyPr wrap="square" rtlCol="0">
            <a:spAutoFit/>
          </a:bodyPr>
          <a:lstStyle/>
          <a:p>
            <a:pPr algn="ctr"/>
            <a:r>
              <a:rPr lang="en-US" sz="1600" b="1" dirty="0"/>
              <a:t>Proposed PV Array Structures</a:t>
            </a:r>
          </a:p>
        </p:txBody>
      </p:sp>
      <p:sp>
        <p:nvSpPr>
          <p:cNvPr id="2" name="TextBox 1">
            <a:extLst>
              <a:ext uri="{FF2B5EF4-FFF2-40B4-BE49-F238E27FC236}">
                <a16:creationId xmlns:a16="http://schemas.microsoft.com/office/drawing/2014/main" id="{4276A370-0546-5B57-36F2-9E158273C9BD}"/>
              </a:ext>
            </a:extLst>
          </p:cNvPr>
          <p:cNvSpPr txBox="1"/>
          <p:nvPr/>
        </p:nvSpPr>
        <p:spPr>
          <a:xfrm>
            <a:off x="5562600" y="1352550"/>
            <a:ext cx="2926085" cy="2862322"/>
          </a:xfrm>
          <a:prstGeom prst="rect">
            <a:avLst/>
          </a:prstGeom>
          <a:noFill/>
        </p:spPr>
        <p:txBody>
          <a:bodyPr wrap="square" rtlCol="0">
            <a:spAutoFit/>
          </a:bodyPr>
          <a:lstStyle/>
          <a:p>
            <a:r>
              <a:rPr lang="en-US" sz="1200" dirty="0"/>
              <a:t>This solar PV design has been planned to optimize roof space utilization while strategically mitigating shading losses from existing structures. Additionally, careful consideration has been given to ensuring adequate clearance around panel structures, facilitating easy access for inspection, maintenance, and operational activities. </a:t>
            </a:r>
            <a:br>
              <a:rPr lang="en-US" sz="1200" dirty="0"/>
            </a:br>
            <a:br>
              <a:rPr lang="en-US" sz="1200" dirty="0"/>
            </a:br>
            <a:r>
              <a:rPr lang="en-US" sz="1200" dirty="0"/>
              <a:t>This approach not only enhances system efficiency and longevity but also prioritizes the safety of personnel during ongoing operations and maintenance (O&amp;M).</a:t>
            </a:r>
          </a:p>
        </p:txBody>
      </p:sp>
    </p:spTree>
    <p:extLst>
      <p:ext uri="{BB962C8B-B14F-4D97-AF65-F5344CB8AC3E}">
        <p14:creationId xmlns:p14="http://schemas.microsoft.com/office/powerpoint/2010/main" val="2277819635"/>
      </p:ext>
    </p:extLst>
  </p:cSld>
  <p:clrMapOvr>
    <a:masterClrMapping/>
  </p:clrMapOvr>
  <p:transition spd="slow">
    <p:push dir="u"/>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3C85241C-B4CC-45B7-B904-17D678AC0698}"/>
              </a:ext>
            </a:extLst>
          </p:cNvPr>
          <p:cNvSpPr>
            <a:spLocks noGrp="1"/>
          </p:cNvSpPr>
          <p:nvPr>
            <p:ph type="title"/>
          </p:nvPr>
        </p:nvSpPr>
        <p:spPr>
          <a:xfrm>
            <a:off x="250257" y="265938"/>
            <a:ext cx="8643486" cy="353524"/>
          </a:xfrm>
        </p:spPr>
        <p:txBody>
          <a:bodyPr/>
          <a:lstStyle/>
          <a:p>
            <a:r>
              <a:rPr lang="en-US" dirty="0">
                <a:solidFill>
                  <a:schemeClr val="tx1">
                    <a:lumMod val="50000"/>
                    <a:lumOff val="50000"/>
                  </a:schemeClr>
                </a:solidFill>
              </a:rPr>
              <a:t>PV Layout, Shadow Analysis, &amp; Mounting Structure</a:t>
            </a:r>
            <a:endParaRPr lang="en-US" sz="1600" dirty="0">
              <a:solidFill>
                <a:schemeClr val="tx1">
                  <a:lumMod val="50000"/>
                  <a:lumOff val="50000"/>
                </a:schemeClr>
              </a:solidFill>
            </a:endParaRPr>
          </a:p>
        </p:txBody>
      </p:sp>
      <p:sp>
        <p:nvSpPr>
          <p:cNvPr id="92" name="Text Placeholder 3">
            <a:extLst>
              <a:ext uri="{FF2B5EF4-FFF2-40B4-BE49-F238E27FC236}">
                <a16:creationId xmlns:a16="http://schemas.microsoft.com/office/drawing/2014/main" id="{43D07869-DAD8-4D41-AF01-8934F433B6EF}"/>
              </a:ext>
            </a:extLst>
          </p:cNvPr>
          <p:cNvSpPr>
            <a:spLocks noGrp="1"/>
          </p:cNvSpPr>
          <p:nvPr>
            <p:ph type="body" sz="half" idx="2"/>
          </p:nvPr>
        </p:nvSpPr>
        <p:spPr>
          <a:xfrm>
            <a:off x="250257" y="619462"/>
            <a:ext cx="8643485" cy="200746"/>
          </a:xfrm>
        </p:spPr>
        <p:txBody>
          <a:bodyPr/>
          <a:lstStyle/>
          <a:p>
            <a:r>
              <a:rPr lang="en-GB" dirty="0">
                <a:solidFill>
                  <a:schemeClr val="accent3"/>
                </a:solidFill>
              </a:rPr>
              <a:t>Design Summary</a:t>
            </a:r>
            <a:endParaRPr lang="en-US" dirty="0">
              <a:solidFill>
                <a:schemeClr val="accent3"/>
              </a:solidFill>
            </a:endParaRPr>
          </a:p>
        </p:txBody>
      </p:sp>
      <p:graphicFrame>
        <p:nvGraphicFramePr>
          <p:cNvPr id="3" name="Table 2">
            <a:extLst>
              <a:ext uri="{FF2B5EF4-FFF2-40B4-BE49-F238E27FC236}">
                <a16:creationId xmlns:a16="http://schemas.microsoft.com/office/drawing/2014/main" id="{C18C29DD-0740-4A7C-A20B-B6816B861298}"/>
              </a:ext>
            </a:extLst>
          </p:cNvPr>
          <p:cNvGraphicFramePr>
            <a:graphicFrameLocks noGrp="1"/>
          </p:cNvGraphicFramePr>
          <p:nvPr>
            <p:extLst>
              <p:ext uri="{D42A27DB-BD31-4B8C-83A1-F6EECF244321}">
                <p14:modId xmlns:p14="http://schemas.microsoft.com/office/powerpoint/2010/main" val="2602742648"/>
              </p:ext>
            </p:extLst>
          </p:nvPr>
        </p:nvGraphicFramePr>
        <p:xfrm>
          <a:off x="1943100" y="860012"/>
          <a:ext cx="5257800" cy="3605238"/>
        </p:xfrm>
        <a:graphic>
          <a:graphicData uri="http://schemas.openxmlformats.org/drawingml/2006/table">
            <a:tbl>
              <a:tblPr firstRow="1" bandRow="1">
                <a:tableStyleId>{EB344D84-9AFB-497E-A393-DC336BA19D2E}</a:tableStyleId>
              </a:tblPr>
              <a:tblGrid>
                <a:gridCol w="2410460">
                  <a:extLst>
                    <a:ext uri="{9D8B030D-6E8A-4147-A177-3AD203B41FA5}">
                      <a16:colId xmlns:a16="http://schemas.microsoft.com/office/drawing/2014/main" val="1142408784"/>
                    </a:ext>
                  </a:extLst>
                </a:gridCol>
                <a:gridCol w="2847340">
                  <a:extLst>
                    <a:ext uri="{9D8B030D-6E8A-4147-A177-3AD203B41FA5}">
                      <a16:colId xmlns:a16="http://schemas.microsoft.com/office/drawing/2014/main" val="3438089721"/>
                    </a:ext>
                  </a:extLst>
                </a:gridCol>
              </a:tblGrid>
              <a:tr h="318192">
                <a:tc gridSpan="2">
                  <a:txBody>
                    <a:bodyPr/>
                    <a:lstStyle/>
                    <a:p>
                      <a:pPr algn="ctr" fontAlgn="t">
                        <a:spcBef>
                          <a:spcPts val="0"/>
                        </a:spcBef>
                        <a:spcAft>
                          <a:spcPts val="0"/>
                        </a:spcAft>
                      </a:pPr>
                      <a:r>
                        <a:rPr lang="en-US" sz="1100" b="1" u="none" strike="noStrike" dirty="0">
                          <a:solidFill>
                            <a:schemeClr val="bg1"/>
                          </a:solidFill>
                          <a:effectLst/>
                        </a:rPr>
                        <a:t>Basic PV Plant Information </a:t>
                      </a:r>
                    </a:p>
                  </a:txBody>
                  <a:tcPr marL="64816" marR="64816" marT="32408" marB="32408" anchor="ctr"/>
                </a:tc>
                <a:tc hMerge="1">
                  <a:txBody>
                    <a:bodyPr/>
                    <a:lstStyle/>
                    <a:p>
                      <a:endParaRPr lang="en-US"/>
                    </a:p>
                  </a:txBody>
                  <a:tcPr/>
                </a:tc>
                <a:extLst>
                  <a:ext uri="{0D108BD9-81ED-4DB2-BD59-A6C34878D82A}">
                    <a16:rowId xmlns:a16="http://schemas.microsoft.com/office/drawing/2014/main" val="3134233401"/>
                  </a:ext>
                </a:extLst>
              </a:tr>
              <a:tr h="355130">
                <a:tc>
                  <a:txBody>
                    <a:bodyPr/>
                    <a:lstStyle/>
                    <a:p>
                      <a:pPr marL="0" marR="0" algn="ctr">
                        <a:lnSpc>
                          <a:spcPct val="115000"/>
                        </a:lnSpc>
                        <a:spcBef>
                          <a:spcPts val="0"/>
                        </a:spcBef>
                        <a:spcAft>
                          <a:spcPts val="0"/>
                        </a:spcAft>
                      </a:pPr>
                      <a:r>
                        <a:rPr lang="en-GB" sz="1050" b="1" dirty="0">
                          <a:solidFill>
                            <a:schemeClr val="tx1">
                              <a:lumMod val="75000"/>
                              <a:lumOff val="25000"/>
                            </a:schemeClr>
                          </a:solidFill>
                          <a:effectLst/>
                        </a:rPr>
                        <a:t>Type of Installation</a:t>
                      </a:r>
                      <a:endParaRPr lang="en-US" sz="1050" b="1" dirty="0">
                        <a:solidFill>
                          <a:schemeClr val="tx1">
                            <a:lumMod val="75000"/>
                            <a:lumOff val="25000"/>
                          </a:schemeClr>
                        </a:solidFill>
                        <a:effectLst/>
                        <a:latin typeface="+mn-lt"/>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defTabSz="914377" rtl="0" eaLnBrk="1" latinLnBrk="0" hangingPunct="1">
                        <a:lnSpc>
                          <a:spcPct val="115000"/>
                        </a:lnSpc>
                        <a:spcBef>
                          <a:spcPts val="0"/>
                        </a:spcBef>
                        <a:spcAft>
                          <a:spcPts val="0"/>
                        </a:spcAft>
                      </a:pPr>
                      <a:r>
                        <a:rPr lang="en-US" sz="900" b="0" kern="1200" dirty="0">
                          <a:solidFill>
                            <a:schemeClr val="tx1">
                              <a:lumMod val="75000"/>
                              <a:lumOff val="25000"/>
                            </a:schemeClr>
                          </a:solidFill>
                          <a:effectLst/>
                          <a:latin typeface="+mn-lt"/>
                          <a:ea typeface="Calibri" panose="020F0502020204030204" pitchFamily="34" charset="0"/>
                          <a:cs typeface="Times New Roman" panose="02020603050405020304" pitchFamily="18" charset="0"/>
                        </a:rPr>
                        <a:t>Installation</a:t>
                      </a:r>
                    </a:p>
                  </a:txBody>
                  <a:tcPr marL="68580" marR="68580" marT="0" marB="0" anchor="ctr"/>
                </a:tc>
                <a:extLst>
                  <a:ext uri="{0D108BD9-81ED-4DB2-BD59-A6C34878D82A}">
                    <a16:rowId xmlns:a16="http://schemas.microsoft.com/office/drawing/2014/main" val="3529660186"/>
                  </a:ext>
                </a:extLst>
              </a:tr>
              <a:tr h="417935">
                <a:tc>
                  <a:txBody>
                    <a:bodyPr/>
                    <a:lstStyle/>
                    <a:p>
                      <a:pPr marL="0" marR="0" algn="ctr">
                        <a:lnSpc>
                          <a:spcPct val="115000"/>
                        </a:lnSpc>
                        <a:spcBef>
                          <a:spcPts val="0"/>
                        </a:spcBef>
                        <a:spcAft>
                          <a:spcPts val="0"/>
                        </a:spcAft>
                      </a:pPr>
                      <a:r>
                        <a:rPr lang="en-GB" sz="1050" b="1" dirty="0">
                          <a:solidFill>
                            <a:schemeClr val="tx1">
                              <a:lumMod val="75000"/>
                              <a:lumOff val="25000"/>
                            </a:schemeClr>
                          </a:solidFill>
                          <a:effectLst/>
                        </a:rPr>
                        <a:t>Total no. of PV modules installed</a:t>
                      </a:r>
                      <a:endParaRPr lang="en-US" sz="1050" b="1" dirty="0">
                        <a:solidFill>
                          <a:schemeClr val="tx1">
                            <a:lumMod val="75000"/>
                            <a:lumOff val="25000"/>
                          </a:schemeClr>
                        </a:solidFill>
                        <a:effectLst/>
                        <a:latin typeface="+mn-lt"/>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defTabSz="914377" rtl="0" eaLnBrk="1" latinLnBrk="0" hangingPunct="1">
                        <a:lnSpc>
                          <a:spcPct val="115000"/>
                        </a:lnSpc>
                        <a:spcBef>
                          <a:spcPts val="0"/>
                        </a:spcBef>
                        <a:spcAft>
                          <a:spcPts val="0"/>
                        </a:spcAft>
                      </a:pPr>
                      <a:r>
                        <a:rPr lang="en-US" sz="1050" b="0" kern="1200" dirty="0">
                          <a:solidFill>
                            <a:schemeClr val="tx1">
                              <a:lumMod val="75000"/>
                              <a:lumOff val="25000"/>
                            </a:schemeClr>
                          </a:solidFill>
                          <a:effectLst/>
                          <a:latin typeface="+mn-lt"/>
                          <a:ea typeface="Calibri" panose="020F0502020204030204" pitchFamily="34" charset="0"/>
                          <a:cs typeface="Times New Roman" panose="02020603050405020304" pitchFamily="18" charset="0"/>
                        </a:rPr>
                        <a:t>modules</a:t>
                      </a:r>
                    </a:p>
                  </a:txBody>
                  <a:tcPr marL="68580" marR="68580" marT="0" marB="0" anchor="ctr"/>
                </a:tc>
                <a:extLst>
                  <a:ext uri="{0D108BD9-81ED-4DB2-BD59-A6C34878D82A}">
                    <a16:rowId xmlns:a16="http://schemas.microsoft.com/office/drawing/2014/main" val="2673027898"/>
                  </a:ext>
                </a:extLst>
              </a:tr>
              <a:tr h="417935">
                <a:tc>
                  <a:txBody>
                    <a:bodyPr/>
                    <a:lstStyle/>
                    <a:p>
                      <a:pPr marL="0" marR="0" algn="ctr">
                        <a:lnSpc>
                          <a:spcPct val="115000"/>
                        </a:lnSpc>
                        <a:spcBef>
                          <a:spcPts val="0"/>
                        </a:spcBef>
                        <a:spcAft>
                          <a:spcPts val="0"/>
                        </a:spcAft>
                      </a:pPr>
                      <a:r>
                        <a:rPr lang="en-GB" sz="1050" b="1" dirty="0">
                          <a:solidFill>
                            <a:schemeClr val="tx1">
                              <a:lumMod val="75000"/>
                              <a:lumOff val="25000"/>
                            </a:schemeClr>
                          </a:solidFill>
                          <a:effectLst/>
                        </a:rPr>
                        <a:t>PV Module Type</a:t>
                      </a:r>
                      <a:endParaRPr lang="en-US" sz="1050" b="1" dirty="0">
                        <a:solidFill>
                          <a:schemeClr val="tx1">
                            <a:lumMod val="75000"/>
                            <a:lumOff val="25000"/>
                          </a:schemeClr>
                        </a:solidFill>
                        <a:effectLst/>
                        <a:latin typeface="+mn-lt"/>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defTabSz="914377" rtl="0" eaLnBrk="1" latinLnBrk="0" hangingPunct="1">
                        <a:lnSpc>
                          <a:spcPct val="115000"/>
                        </a:lnSpc>
                        <a:spcBef>
                          <a:spcPts val="0"/>
                        </a:spcBef>
                        <a:spcAft>
                          <a:spcPts val="0"/>
                        </a:spcAft>
                      </a:pPr>
                      <a:r>
                        <a:rPr lang="en-US" sz="1050" b="0" kern="1200" dirty="0">
                          <a:solidFill>
                            <a:schemeClr val="tx1">
                              <a:lumMod val="75000"/>
                              <a:lumOff val="25000"/>
                            </a:schemeClr>
                          </a:solidFill>
                          <a:effectLst/>
                          <a:latin typeface="+mn-lt"/>
                          <a:ea typeface="Calibri" panose="020F0502020204030204" pitchFamily="34" charset="0"/>
                          <a:cs typeface="Times New Roman" panose="02020603050405020304" pitchFamily="18" charset="0"/>
                        </a:rPr>
                        <a:t>N-type Bifacial</a:t>
                      </a:r>
                    </a:p>
                  </a:txBody>
                  <a:tcPr marL="68580" marR="68580" marT="0" marB="0" anchor="ctr"/>
                </a:tc>
                <a:extLst>
                  <a:ext uri="{0D108BD9-81ED-4DB2-BD59-A6C34878D82A}">
                    <a16:rowId xmlns:a16="http://schemas.microsoft.com/office/drawing/2014/main" val="1309454641"/>
                  </a:ext>
                </a:extLst>
              </a:tr>
              <a:tr h="212153">
                <a:tc>
                  <a:txBody>
                    <a:bodyPr/>
                    <a:lstStyle/>
                    <a:p>
                      <a:pPr marL="0" marR="0" algn="ctr">
                        <a:lnSpc>
                          <a:spcPct val="115000"/>
                        </a:lnSpc>
                        <a:spcBef>
                          <a:spcPts val="0"/>
                        </a:spcBef>
                        <a:spcAft>
                          <a:spcPts val="0"/>
                        </a:spcAft>
                      </a:pPr>
                      <a:r>
                        <a:rPr lang="en-GB" sz="1050" b="1" dirty="0">
                          <a:solidFill>
                            <a:schemeClr val="tx1">
                              <a:lumMod val="75000"/>
                              <a:lumOff val="25000"/>
                            </a:schemeClr>
                          </a:solidFill>
                          <a:effectLst/>
                        </a:rPr>
                        <a:t>PV Module Rating (W</a:t>
                      </a:r>
                      <a:r>
                        <a:rPr lang="en-GB" sz="1050" b="1" baseline="-25000" dirty="0">
                          <a:solidFill>
                            <a:schemeClr val="tx1">
                              <a:lumMod val="75000"/>
                              <a:lumOff val="25000"/>
                            </a:schemeClr>
                          </a:solidFill>
                          <a:effectLst/>
                        </a:rPr>
                        <a:t>p</a:t>
                      </a:r>
                      <a:r>
                        <a:rPr lang="en-GB" sz="1050" b="1" dirty="0">
                          <a:solidFill>
                            <a:schemeClr val="tx1">
                              <a:lumMod val="75000"/>
                              <a:lumOff val="25000"/>
                            </a:schemeClr>
                          </a:solidFill>
                          <a:effectLst/>
                        </a:rPr>
                        <a:t>)</a:t>
                      </a:r>
                      <a:endParaRPr lang="en-US" sz="1050" b="1" dirty="0">
                        <a:solidFill>
                          <a:schemeClr val="tx1">
                            <a:lumMod val="75000"/>
                            <a:lumOff val="25000"/>
                          </a:schemeClr>
                        </a:solidFill>
                        <a:effectLst/>
                        <a:latin typeface="+mn-lt"/>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defTabSz="914377" rtl="0" eaLnBrk="1" latinLnBrk="0" hangingPunct="1">
                        <a:lnSpc>
                          <a:spcPct val="115000"/>
                        </a:lnSpc>
                        <a:spcBef>
                          <a:spcPts val="0"/>
                        </a:spcBef>
                        <a:spcAft>
                          <a:spcPts val="0"/>
                        </a:spcAft>
                      </a:pPr>
                      <a:endParaRPr lang="en-US" sz="1050" b="0" kern="1200" dirty="0">
                        <a:solidFill>
                          <a:schemeClr val="tx1">
                            <a:lumMod val="75000"/>
                            <a:lumOff val="25000"/>
                          </a:schemeClr>
                        </a:solidFill>
                        <a:effectLst/>
                        <a:latin typeface="+mn-lt"/>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4228659985"/>
                  </a:ext>
                </a:extLst>
              </a:tr>
              <a:tr h="417935">
                <a:tc>
                  <a:txBody>
                    <a:bodyPr/>
                    <a:lstStyle/>
                    <a:p>
                      <a:pPr marL="0" marR="0" algn="ctr">
                        <a:lnSpc>
                          <a:spcPct val="115000"/>
                        </a:lnSpc>
                        <a:spcBef>
                          <a:spcPts val="0"/>
                        </a:spcBef>
                        <a:spcAft>
                          <a:spcPts val="0"/>
                        </a:spcAft>
                      </a:pPr>
                      <a:r>
                        <a:rPr lang="en-GB" sz="1050" b="1" dirty="0">
                          <a:solidFill>
                            <a:schemeClr val="tx1">
                              <a:lumMod val="75000"/>
                              <a:lumOff val="25000"/>
                            </a:schemeClr>
                          </a:solidFill>
                          <a:effectLst/>
                        </a:rPr>
                        <a:t>PV Module Make</a:t>
                      </a:r>
                      <a:endParaRPr lang="en-US" sz="1050" b="1" dirty="0">
                        <a:solidFill>
                          <a:schemeClr val="tx1">
                            <a:lumMod val="75000"/>
                            <a:lumOff val="25000"/>
                          </a:schemeClr>
                        </a:solidFill>
                        <a:effectLst/>
                        <a:latin typeface="+mn-lt"/>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defTabSz="914377" rtl="0" eaLnBrk="1" latinLnBrk="0" hangingPunct="1">
                        <a:lnSpc>
                          <a:spcPct val="115000"/>
                        </a:lnSpc>
                        <a:spcBef>
                          <a:spcPts val="0"/>
                        </a:spcBef>
                        <a:spcAft>
                          <a:spcPts val="0"/>
                        </a:spcAft>
                      </a:pPr>
                      <a:r>
                        <a:rPr lang="en-GB" sz="1050" b="0" kern="1200" dirty="0">
                          <a:solidFill>
                            <a:schemeClr val="tx1">
                              <a:lumMod val="75000"/>
                              <a:lumOff val="25000"/>
                            </a:schemeClr>
                          </a:solidFill>
                          <a:effectLst/>
                        </a:rPr>
                        <a:t>Jinko Solar</a:t>
                      </a:r>
                      <a:endParaRPr lang="en-US" sz="1050" b="0" kern="1200" dirty="0">
                        <a:solidFill>
                          <a:schemeClr val="tx1">
                            <a:lumMod val="75000"/>
                            <a:lumOff val="25000"/>
                          </a:schemeClr>
                        </a:solidFill>
                        <a:effectLst/>
                        <a:latin typeface="+mn-lt"/>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761613488"/>
                  </a:ext>
                </a:extLst>
              </a:tr>
              <a:tr h="417935">
                <a:tc>
                  <a:txBody>
                    <a:bodyPr/>
                    <a:lstStyle/>
                    <a:p>
                      <a:pPr marL="0" marR="0" algn="ctr">
                        <a:lnSpc>
                          <a:spcPct val="115000"/>
                        </a:lnSpc>
                        <a:spcBef>
                          <a:spcPts val="0"/>
                        </a:spcBef>
                        <a:spcAft>
                          <a:spcPts val="0"/>
                        </a:spcAft>
                      </a:pPr>
                      <a:r>
                        <a:rPr lang="en-GB" sz="1050" b="1" dirty="0">
                          <a:solidFill>
                            <a:schemeClr val="tx1">
                              <a:lumMod val="75000"/>
                              <a:lumOff val="25000"/>
                            </a:schemeClr>
                          </a:solidFill>
                          <a:effectLst/>
                        </a:rPr>
                        <a:t>Total Installed DC Capacity (kW</a:t>
                      </a:r>
                      <a:r>
                        <a:rPr lang="en-GB" sz="1050" b="1" baseline="-25000" dirty="0">
                          <a:solidFill>
                            <a:schemeClr val="tx1">
                              <a:lumMod val="75000"/>
                              <a:lumOff val="25000"/>
                            </a:schemeClr>
                          </a:solidFill>
                          <a:effectLst/>
                        </a:rPr>
                        <a:t>p</a:t>
                      </a:r>
                      <a:r>
                        <a:rPr lang="en-GB" sz="1050" b="1" dirty="0">
                          <a:solidFill>
                            <a:schemeClr val="tx1">
                              <a:lumMod val="75000"/>
                              <a:lumOff val="25000"/>
                            </a:schemeClr>
                          </a:solidFill>
                          <a:effectLst/>
                        </a:rPr>
                        <a:t>)</a:t>
                      </a:r>
                      <a:endParaRPr lang="en-US" sz="1050" b="1" dirty="0">
                        <a:solidFill>
                          <a:schemeClr val="tx1">
                            <a:lumMod val="75000"/>
                            <a:lumOff val="25000"/>
                          </a:schemeClr>
                        </a:solidFill>
                        <a:effectLst/>
                        <a:latin typeface="+mn-lt"/>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defTabSz="914377" rtl="0" eaLnBrk="1" latinLnBrk="0" hangingPunct="1">
                        <a:lnSpc>
                          <a:spcPct val="115000"/>
                        </a:lnSpc>
                        <a:spcBef>
                          <a:spcPts val="0"/>
                        </a:spcBef>
                        <a:spcAft>
                          <a:spcPts val="0"/>
                        </a:spcAft>
                      </a:pPr>
                      <a:endParaRPr lang="en-US" sz="1050" b="0" kern="1200" dirty="0">
                        <a:solidFill>
                          <a:schemeClr val="tx1">
                            <a:lumMod val="75000"/>
                            <a:lumOff val="25000"/>
                          </a:schemeClr>
                        </a:solidFill>
                        <a:effectLst/>
                        <a:latin typeface="+mn-lt"/>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414723168"/>
                  </a:ext>
                </a:extLst>
              </a:tr>
              <a:tr h="417935">
                <a:tc>
                  <a:txBody>
                    <a:bodyPr/>
                    <a:lstStyle/>
                    <a:p>
                      <a:pPr marL="0" marR="0" algn="ctr">
                        <a:lnSpc>
                          <a:spcPct val="115000"/>
                        </a:lnSpc>
                        <a:spcBef>
                          <a:spcPts val="0"/>
                        </a:spcBef>
                        <a:spcAft>
                          <a:spcPts val="0"/>
                        </a:spcAft>
                      </a:pPr>
                      <a:r>
                        <a:rPr lang="en-GB" sz="1050" b="1" dirty="0">
                          <a:solidFill>
                            <a:schemeClr val="tx1">
                              <a:lumMod val="75000"/>
                              <a:lumOff val="25000"/>
                            </a:schemeClr>
                          </a:solidFill>
                          <a:effectLst/>
                        </a:rPr>
                        <a:t>PV Inverter Make</a:t>
                      </a:r>
                      <a:endParaRPr lang="en-US" sz="1050" b="1" dirty="0">
                        <a:solidFill>
                          <a:schemeClr val="tx1">
                            <a:lumMod val="75000"/>
                            <a:lumOff val="25000"/>
                          </a:schemeClr>
                        </a:solidFill>
                        <a:effectLst/>
                        <a:latin typeface="+mn-lt"/>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defTabSz="914377" rtl="0" eaLnBrk="1" latinLnBrk="0" hangingPunct="1">
                        <a:lnSpc>
                          <a:spcPct val="115000"/>
                        </a:lnSpc>
                        <a:spcBef>
                          <a:spcPts val="0"/>
                        </a:spcBef>
                        <a:spcAft>
                          <a:spcPts val="0"/>
                        </a:spcAft>
                      </a:pPr>
                      <a:r>
                        <a:rPr lang="en-GB" sz="1050" b="0" kern="1200" dirty="0">
                          <a:solidFill>
                            <a:schemeClr val="tx1">
                              <a:lumMod val="75000"/>
                              <a:lumOff val="25000"/>
                            </a:schemeClr>
                          </a:solidFill>
                          <a:effectLst/>
                        </a:rPr>
                        <a:t>Sungrow</a:t>
                      </a:r>
                      <a:r>
                        <a:rPr lang="en-US" sz="1050" b="0" kern="1200" dirty="0">
                          <a:solidFill>
                            <a:schemeClr val="tx1">
                              <a:lumMod val="75000"/>
                              <a:lumOff val="25000"/>
                            </a:schemeClr>
                          </a:solidFill>
                          <a:effectLst/>
                          <a:latin typeface="+mn-lt"/>
                          <a:ea typeface="Calibri" panose="020F0502020204030204" pitchFamily="34" charset="0"/>
                          <a:cs typeface="Times New Roman" panose="02020603050405020304" pitchFamily="18" charset="0"/>
                        </a:rPr>
                        <a:t> / Huawei </a:t>
                      </a:r>
                      <a:endParaRPr lang="en-GB" sz="1050" b="0" kern="1200" dirty="0">
                        <a:solidFill>
                          <a:schemeClr val="tx1">
                            <a:lumMod val="75000"/>
                            <a:lumOff val="25000"/>
                          </a:schemeClr>
                        </a:solidFill>
                        <a:effectLst/>
                      </a:endParaRPr>
                    </a:p>
                  </a:txBody>
                  <a:tcPr marL="68580" marR="68580" marT="0" marB="0" anchor="ctr"/>
                </a:tc>
                <a:extLst>
                  <a:ext uri="{0D108BD9-81ED-4DB2-BD59-A6C34878D82A}">
                    <a16:rowId xmlns:a16="http://schemas.microsoft.com/office/drawing/2014/main" val="2599421424"/>
                  </a:ext>
                </a:extLst>
              </a:tr>
              <a:tr h="417935">
                <a:tc>
                  <a:txBody>
                    <a:bodyPr/>
                    <a:lstStyle/>
                    <a:p>
                      <a:pPr marL="0" marR="0" algn="ctr">
                        <a:lnSpc>
                          <a:spcPct val="115000"/>
                        </a:lnSpc>
                        <a:spcBef>
                          <a:spcPts val="0"/>
                        </a:spcBef>
                        <a:spcAft>
                          <a:spcPts val="0"/>
                        </a:spcAft>
                      </a:pPr>
                      <a:r>
                        <a:rPr lang="en-GB" sz="1050" b="1" dirty="0">
                          <a:solidFill>
                            <a:schemeClr val="tx1">
                              <a:lumMod val="75000"/>
                              <a:lumOff val="25000"/>
                            </a:schemeClr>
                          </a:solidFill>
                          <a:effectLst/>
                        </a:rPr>
                        <a:t>Total Installed AC Capacity (kW</a:t>
                      </a:r>
                      <a:r>
                        <a:rPr lang="en-GB" sz="1050" b="1" baseline="-25000" dirty="0">
                          <a:solidFill>
                            <a:schemeClr val="tx1">
                              <a:lumMod val="75000"/>
                              <a:lumOff val="25000"/>
                            </a:schemeClr>
                          </a:solidFill>
                          <a:effectLst/>
                        </a:rPr>
                        <a:t>AC</a:t>
                      </a:r>
                      <a:r>
                        <a:rPr lang="en-GB" sz="1050" b="1" dirty="0">
                          <a:solidFill>
                            <a:schemeClr val="tx1">
                              <a:lumMod val="75000"/>
                              <a:lumOff val="25000"/>
                            </a:schemeClr>
                          </a:solidFill>
                          <a:effectLst/>
                        </a:rPr>
                        <a:t>)</a:t>
                      </a:r>
                      <a:endParaRPr lang="en-US" sz="1050" b="1" dirty="0">
                        <a:solidFill>
                          <a:schemeClr val="tx1">
                            <a:lumMod val="75000"/>
                            <a:lumOff val="25000"/>
                          </a:schemeClr>
                        </a:solidFill>
                        <a:effectLst/>
                        <a:latin typeface="+mn-lt"/>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defTabSz="914377" rtl="0" eaLnBrk="1" latinLnBrk="0" hangingPunct="1">
                        <a:lnSpc>
                          <a:spcPct val="115000"/>
                        </a:lnSpc>
                        <a:spcBef>
                          <a:spcPts val="0"/>
                        </a:spcBef>
                        <a:spcAft>
                          <a:spcPts val="0"/>
                        </a:spcAft>
                      </a:pPr>
                      <a:endParaRPr lang="en-US" sz="1050" b="0" kern="1200" dirty="0">
                        <a:solidFill>
                          <a:schemeClr val="tx1">
                            <a:lumMod val="75000"/>
                            <a:lumOff val="25000"/>
                          </a:schemeClr>
                        </a:solidFill>
                        <a:effectLst/>
                        <a:latin typeface="+mn-lt"/>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578434831"/>
                  </a:ext>
                </a:extLst>
              </a:tr>
              <a:tr h="212153">
                <a:tc>
                  <a:txBody>
                    <a:bodyPr/>
                    <a:lstStyle/>
                    <a:p>
                      <a:pPr marL="0" marR="0" algn="ctr">
                        <a:lnSpc>
                          <a:spcPct val="115000"/>
                        </a:lnSpc>
                        <a:spcBef>
                          <a:spcPts val="0"/>
                        </a:spcBef>
                        <a:spcAft>
                          <a:spcPts val="0"/>
                        </a:spcAft>
                      </a:pPr>
                      <a:r>
                        <a:rPr lang="en-GB" sz="1050" b="1" dirty="0">
                          <a:solidFill>
                            <a:schemeClr val="tx1">
                              <a:lumMod val="75000"/>
                              <a:lumOff val="25000"/>
                            </a:schemeClr>
                          </a:solidFill>
                          <a:effectLst/>
                        </a:rPr>
                        <a:t>DC/AC Ratio</a:t>
                      </a:r>
                      <a:endParaRPr lang="en-US" sz="1050" b="1" dirty="0">
                        <a:solidFill>
                          <a:schemeClr val="tx1">
                            <a:lumMod val="75000"/>
                            <a:lumOff val="25000"/>
                          </a:schemeClr>
                        </a:solidFill>
                        <a:effectLst/>
                        <a:latin typeface="+mn-lt"/>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defTabSz="914377" rtl="0" eaLnBrk="1" latinLnBrk="0" hangingPunct="1">
                        <a:lnSpc>
                          <a:spcPct val="115000"/>
                        </a:lnSpc>
                        <a:spcBef>
                          <a:spcPts val="0"/>
                        </a:spcBef>
                        <a:spcAft>
                          <a:spcPts val="0"/>
                        </a:spcAft>
                      </a:pPr>
                      <a:r>
                        <a:rPr lang="en-US" sz="1050" b="0" kern="1200" dirty="0">
                          <a:solidFill>
                            <a:schemeClr val="tx1">
                              <a:lumMod val="75000"/>
                              <a:lumOff val="25000"/>
                            </a:schemeClr>
                          </a:solidFill>
                          <a:effectLst/>
                          <a:latin typeface="+mn-lt"/>
                          <a:ea typeface="Calibri" panose="020F0502020204030204" pitchFamily="34" charset="0"/>
                          <a:cs typeface="Times New Roman" panose="02020603050405020304" pitchFamily="18" charset="0"/>
                        </a:rPr>
                        <a:t>%</a:t>
                      </a:r>
                    </a:p>
                  </a:txBody>
                  <a:tcPr marL="68580" marR="68580" marT="0" marB="0" anchor="ctr"/>
                </a:tc>
                <a:extLst>
                  <a:ext uri="{0D108BD9-81ED-4DB2-BD59-A6C34878D82A}">
                    <a16:rowId xmlns:a16="http://schemas.microsoft.com/office/drawing/2014/main" val="703114075"/>
                  </a:ext>
                </a:extLst>
              </a:tr>
            </a:tbl>
          </a:graphicData>
        </a:graphic>
      </p:graphicFrame>
    </p:spTree>
    <p:extLst>
      <p:ext uri="{BB962C8B-B14F-4D97-AF65-F5344CB8AC3E}">
        <p14:creationId xmlns:p14="http://schemas.microsoft.com/office/powerpoint/2010/main" val="1040610341"/>
      </p:ext>
    </p:extLst>
  </p:cSld>
  <p:clrMapOvr>
    <a:masterClrMapping/>
  </p:clrMapOvr>
  <p:transition spd="slow">
    <p:push dir="u"/>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3C85241C-B4CC-45B7-B904-17D678AC0698}"/>
              </a:ext>
            </a:extLst>
          </p:cNvPr>
          <p:cNvSpPr>
            <a:spLocks noGrp="1"/>
          </p:cNvSpPr>
          <p:nvPr>
            <p:ph type="title"/>
          </p:nvPr>
        </p:nvSpPr>
        <p:spPr>
          <a:xfrm>
            <a:off x="250257" y="265938"/>
            <a:ext cx="8643486" cy="353524"/>
          </a:xfrm>
        </p:spPr>
        <p:txBody>
          <a:bodyPr/>
          <a:lstStyle/>
          <a:p>
            <a:r>
              <a:rPr lang="en-US" dirty="0">
                <a:solidFill>
                  <a:schemeClr val="tx1">
                    <a:lumMod val="50000"/>
                    <a:lumOff val="50000"/>
                  </a:schemeClr>
                </a:solidFill>
              </a:rPr>
              <a:t>PV Layout, Shadow Analysis, &amp; Mounting Structure</a:t>
            </a:r>
            <a:endParaRPr lang="en-US" sz="1600" dirty="0">
              <a:solidFill>
                <a:schemeClr val="tx1">
                  <a:lumMod val="50000"/>
                  <a:lumOff val="50000"/>
                </a:schemeClr>
              </a:solidFill>
            </a:endParaRPr>
          </a:p>
        </p:txBody>
      </p:sp>
      <p:sp>
        <p:nvSpPr>
          <p:cNvPr id="92" name="Text Placeholder 3">
            <a:extLst>
              <a:ext uri="{FF2B5EF4-FFF2-40B4-BE49-F238E27FC236}">
                <a16:creationId xmlns:a16="http://schemas.microsoft.com/office/drawing/2014/main" id="{43D07869-DAD8-4D41-AF01-8934F433B6EF}"/>
              </a:ext>
            </a:extLst>
          </p:cNvPr>
          <p:cNvSpPr>
            <a:spLocks noGrp="1"/>
          </p:cNvSpPr>
          <p:nvPr>
            <p:ph type="body" sz="half" idx="2"/>
          </p:nvPr>
        </p:nvSpPr>
        <p:spPr>
          <a:xfrm>
            <a:off x="250257" y="619462"/>
            <a:ext cx="8643485" cy="200746"/>
          </a:xfrm>
        </p:spPr>
        <p:txBody>
          <a:bodyPr/>
          <a:lstStyle/>
          <a:p>
            <a:r>
              <a:rPr lang="en-GB" dirty="0">
                <a:solidFill>
                  <a:schemeClr val="accent3"/>
                </a:solidFill>
              </a:rPr>
              <a:t>Shadow Analysis</a:t>
            </a:r>
            <a:endParaRPr lang="en-US" dirty="0">
              <a:solidFill>
                <a:schemeClr val="accent3"/>
              </a:solidFill>
            </a:endParaRPr>
          </a:p>
        </p:txBody>
      </p:sp>
      <p:pic>
        <p:nvPicPr>
          <p:cNvPr id="2" name="Picture 1" descr="A close up of a sign&#10;&#10;Description automatically generated">
            <a:extLst>
              <a:ext uri="{FF2B5EF4-FFF2-40B4-BE49-F238E27FC236}">
                <a16:creationId xmlns:a16="http://schemas.microsoft.com/office/drawing/2014/main" id="{BB74FE83-1D4A-908D-98F1-A05F85DDDD8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33400" y="1352550"/>
            <a:ext cx="762000" cy="46505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3" name="TextBox 2">
            <a:extLst>
              <a:ext uri="{FF2B5EF4-FFF2-40B4-BE49-F238E27FC236}">
                <a16:creationId xmlns:a16="http://schemas.microsoft.com/office/drawing/2014/main" id="{13D2F54D-2048-B2EB-D18A-416E5E9FE38C}"/>
              </a:ext>
            </a:extLst>
          </p:cNvPr>
          <p:cNvSpPr txBox="1"/>
          <p:nvPr/>
        </p:nvSpPr>
        <p:spPr>
          <a:xfrm>
            <a:off x="5686201" y="1173732"/>
            <a:ext cx="2819399" cy="3046988"/>
          </a:xfrm>
          <a:prstGeom prst="rect">
            <a:avLst/>
          </a:prstGeom>
          <a:noFill/>
        </p:spPr>
        <p:txBody>
          <a:bodyPr wrap="square" rtlCol="0">
            <a:spAutoFit/>
          </a:bodyPr>
          <a:lstStyle/>
          <a:p>
            <a:r>
              <a:rPr lang="en-US" sz="1200" b="1" dirty="0"/>
              <a:t>As demonstrated in the simulation results, all solar panels experience minimal to no shading losses during peak sun hours, ensuring optimal energy generation. </a:t>
            </a:r>
          </a:p>
          <a:p>
            <a:endParaRPr lang="en-US" sz="1200" dirty="0"/>
          </a:p>
          <a:p>
            <a:r>
              <a:rPr lang="en-US" sz="1200" dirty="0"/>
              <a:t>This is visually confirmed in the bottom-left section of the report, where all panels are highlighted in green, indicating unobstructed sunlight exposure. </a:t>
            </a:r>
          </a:p>
          <a:p>
            <a:endParaRPr lang="en-US" sz="1200" dirty="0"/>
          </a:p>
          <a:p>
            <a:r>
              <a:rPr lang="en-US" sz="1200" dirty="0"/>
              <a:t>The uniform shading analysis further validates the effectiveness of the design in maximizing solar potential while mitigating performance losses.</a:t>
            </a:r>
          </a:p>
        </p:txBody>
      </p:sp>
    </p:spTree>
    <p:extLst>
      <p:ext uri="{BB962C8B-B14F-4D97-AF65-F5344CB8AC3E}">
        <p14:creationId xmlns:p14="http://schemas.microsoft.com/office/powerpoint/2010/main" val="947743617"/>
      </p:ext>
    </p:extLst>
  </p:cSld>
  <p:clrMapOvr>
    <a:masterClrMapping/>
  </p:clrMapOvr>
  <p:transition spd="slow">
    <p:push dir="u"/>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3C85241C-B4CC-45B7-B904-17D678AC0698}"/>
              </a:ext>
            </a:extLst>
          </p:cNvPr>
          <p:cNvSpPr>
            <a:spLocks noGrp="1"/>
          </p:cNvSpPr>
          <p:nvPr>
            <p:ph type="title"/>
          </p:nvPr>
        </p:nvSpPr>
        <p:spPr>
          <a:xfrm>
            <a:off x="250257" y="265938"/>
            <a:ext cx="8643486" cy="353524"/>
          </a:xfrm>
        </p:spPr>
        <p:txBody>
          <a:bodyPr/>
          <a:lstStyle/>
          <a:p>
            <a:r>
              <a:rPr lang="en-US" dirty="0">
                <a:solidFill>
                  <a:schemeClr val="tx1">
                    <a:lumMod val="50000"/>
                    <a:lumOff val="50000"/>
                  </a:schemeClr>
                </a:solidFill>
              </a:rPr>
              <a:t>PV Layout, Shadow Analysis, &amp; Mounting Structure</a:t>
            </a:r>
            <a:endParaRPr lang="en-US" sz="1600" dirty="0">
              <a:solidFill>
                <a:schemeClr val="tx1">
                  <a:lumMod val="50000"/>
                  <a:lumOff val="50000"/>
                </a:schemeClr>
              </a:solidFill>
            </a:endParaRPr>
          </a:p>
        </p:txBody>
      </p:sp>
      <p:sp>
        <p:nvSpPr>
          <p:cNvPr id="92" name="Text Placeholder 3">
            <a:extLst>
              <a:ext uri="{FF2B5EF4-FFF2-40B4-BE49-F238E27FC236}">
                <a16:creationId xmlns:a16="http://schemas.microsoft.com/office/drawing/2014/main" id="{43D07869-DAD8-4D41-AF01-8934F433B6EF}"/>
              </a:ext>
            </a:extLst>
          </p:cNvPr>
          <p:cNvSpPr>
            <a:spLocks noGrp="1"/>
          </p:cNvSpPr>
          <p:nvPr>
            <p:ph type="body" sz="half" idx="2"/>
          </p:nvPr>
        </p:nvSpPr>
        <p:spPr>
          <a:xfrm>
            <a:off x="250257" y="619462"/>
            <a:ext cx="8643485" cy="200746"/>
          </a:xfrm>
        </p:spPr>
        <p:txBody>
          <a:bodyPr/>
          <a:lstStyle/>
          <a:p>
            <a:r>
              <a:rPr lang="en-GB" dirty="0">
                <a:solidFill>
                  <a:schemeClr val="accent3"/>
                </a:solidFill>
              </a:rPr>
              <a:t>Solar PV Installation Overview</a:t>
            </a:r>
            <a:endParaRPr lang="en-US" dirty="0">
              <a:solidFill>
                <a:schemeClr val="accent3"/>
              </a:solidFill>
            </a:endParaRPr>
          </a:p>
        </p:txBody>
      </p:sp>
      <p:sp>
        <p:nvSpPr>
          <p:cNvPr id="12" name="TextBox 11">
            <a:extLst>
              <a:ext uri="{FF2B5EF4-FFF2-40B4-BE49-F238E27FC236}">
                <a16:creationId xmlns:a16="http://schemas.microsoft.com/office/drawing/2014/main" id="{3C3EE32C-7EF1-45F8-BE51-C57A229F0A40}"/>
              </a:ext>
            </a:extLst>
          </p:cNvPr>
          <p:cNvSpPr txBox="1"/>
          <p:nvPr/>
        </p:nvSpPr>
        <p:spPr>
          <a:xfrm>
            <a:off x="533400" y="4033771"/>
            <a:ext cx="3733800" cy="577081"/>
          </a:xfrm>
          <a:prstGeom prst="rect">
            <a:avLst/>
          </a:prstGeom>
          <a:noFill/>
        </p:spPr>
        <p:txBody>
          <a:bodyPr wrap="square" rtlCol="0">
            <a:spAutoFit/>
          </a:bodyPr>
          <a:lstStyle/>
          <a:p>
            <a:pPr marL="171450" indent="-171450">
              <a:buFont typeface="Arial" panose="020B0604020202020204" pitchFamily="34" charset="0"/>
              <a:buChar char="•"/>
            </a:pPr>
            <a:r>
              <a:rPr lang="en-GB" sz="1050" b="1" dirty="0">
                <a:solidFill>
                  <a:schemeClr val="tx1">
                    <a:lumMod val="75000"/>
                    <a:lumOff val="25000"/>
                  </a:schemeClr>
                </a:solidFill>
              </a:rPr>
              <a:t>Installation Type:</a:t>
            </a:r>
            <a:br>
              <a:rPr lang="en-GB" sz="1050" b="1" dirty="0">
                <a:solidFill>
                  <a:schemeClr val="tx1">
                    <a:lumMod val="75000"/>
                    <a:lumOff val="25000"/>
                  </a:schemeClr>
                </a:solidFill>
              </a:rPr>
            </a:br>
            <a:r>
              <a:rPr lang="en-GB" sz="1050" b="1" dirty="0">
                <a:solidFill>
                  <a:schemeClr val="tx1">
                    <a:lumMod val="75000"/>
                    <a:lumOff val="25000"/>
                  </a:schemeClr>
                </a:solidFill>
              </a:rPr>
              <a:t>Design Wind load: </a:t>
            </a:r>
            <a:r>
              <a:rPr lang="en-GB" sz="1050" dirty="0">
                <a:solidFill>
                  <a:schemeClr val="tx1">
                    <a:lumMod val="75000"/>
                    <a:lumOff val="25000"/>
                  </a:schemeClr>
                </a:solidFill>
              </a:rPr>
              <a:t>160km/hr</a:t>
            </a:r>
          </a:p>
          <a:p>
            <a:pPr marL="171450" indent="-171450">
              <a:buFont typeface="Arial" panose="020B0604020202020204" pitchFamily="34" charset="0"/>
              <a:buChar char="•"/>
            </a:pPr>
            <a:r>
              <a:rPr lang="en-GB" sz="1050" b="1" dirty="0">
                <a:solidFill>
                  <a:schemeClr val="tx1">
                    <a:lumMod val="75000"/>
                    <a:lumOff val="25000"/>
                  </a:schemeClr>
                </a:solidFill>
              </a:rPr>
              <a:t>Tilt / Orientation:</a:t>
            </a:r>
            <a:endParaRPr lang="en-GB" sz="1050" dirty="0">
              <a:solidFill>
                <a:schemeClr val="tx1">
                  <a:lumMod val="75000"/>
                  <a:lumOff val="25000"/>
                </a:schemeClr>
              </a:solidFill>
            </a:endParaRPr>
          </a:p>
        </p:txBody>
      </p:sp>
      <p:sp>
        <p:nvSpPr>
          <p:cNvPr id="14" name="TextBox 13">
            <a:extLst>
              <a:ext uri="{FF2B5EF4-FFF2-40B4-BE49-F238E27FC236}">
                <a16:creationId xmlns:a16="http://schemas.microsoft.com/office/drawing/2014/main" id="{4DCE9A21-F37D-47E2-A20B-A506D0FF76C0}"/>
              </a:ext>
            </a:extLst>
          </p:cNvPr>
          <p:cNvSpPr txBox="1"/>
          <p:nvPr/>
        </p:nvSpPr>
        <p:spPr>
          <a:xfrm>
            <a:off x="4267200" y="4071871"/>
            <a:ext cx="4267200" cy="738664"/>
          </a:xfrm>
          <a:prstGeom prst="rect">
            <a:avLst/>
          </a:prstGeom>
          <a:noFill/>
        </p:spPr>
        <p:txBody>
          <a:bodyPr wrap="square" rtlCol="0">
            <a:spAutoFit/>
          </a:bodyPr>
          <a:lstStyle/>
          <a:p>
            <a:pPr marL="171450" indent="-171450">
              <a:buFont typeface="Arial" panose="020B0604020202020204" pitchFamily="34" charset="0"/>
              <a:buChar char="•"/>
            </a:pPr>
            <a:r>
              <a:rPr lang="en-GB" sz="1050" b="1" dirty="0">
                <a:solidFill>
                  <a:schemeClr val="tx1">
                    <a:lumMod val="75000"/>
                    <a:lumOff val="25000"/>
                  </a:schemeClr>
                </a:solidFill>
              </a:rPr>
              <a:t>Shade Analysis: </a:t>
            </a:r>
            <a:r>
              <a:rPr lang="en-GB" sz="1050" dirty="0">
                <a:solidFill>
                  <a:schemeClr val="tx1">
                    <a:lumMod val="75000"/>
                    <a:lumOff val="25000"/>
                  </a:schemeClr>
                </a:solidFill>
              </a:rPr>
              <a:t>Designed for shade-free up to 8 hours (Solar Hours)</a:t>
            </a:r>
            <a:endParaRPr lang="en-GB" sz="1050" b="1" dirty="0">
              <a:solidFill>
                <a:schemeClr val="tx1">
                  <a:lumMod val="75000"/>
                  <a:lumOff val="25000"/>
                </a:schemeClr>
              </a:solidFill>
            </a:endParaRPr>
          </a:p>
          <a:p>
            <a:pPr marL="171450" indent="-171450">
              <a:buFont typeface="Arial" panose="020B0604020202020204" pitchFamily="34" charset="0"/>
              <a:buChar char="•"/>
            </a:pPr>
            <a:r>
              <a:rPr lang="en-GB" sz="1050" b="1" dirty="0">
                <a:solidFill>
                  <a:schemeClr val="tx1">
                    <a:lumMod val="75000"/>
                    <a:lumOff val="25000"/>
                  </a:schemeClr>
                </a:solidFill>
              </a:rPr>
              <a:t>Structure Material: </a:t>
            </a:r>
            <a:r>
              <a:rPr lang="en-GB" sz="1050" dirty="0">
                <a:solidFill>
                  <a:schemeClr val="tx1">
                    <a:lumMod val="75000"/>
                    <a:lumOff val="25000"/>
                  </a:schemeClr>
                </a:solidFill>
              </a:rPr>
              <a:t>Aluminium</a:t>
            </a:r>
          </a:p>
          <a:p>
            <a:pPr marL="171450" indent="-171450">
              <a:buFont typeface="Arial" panose="020B0604020202020204" pitchFamily="34" charset="0"/>
              <a:buChar char="•"/>
            </a:pPr>
            <a:r>
              <a:rPr lang="en-GB" sz="1050" b="1" dirty="0">
                <a:solidFill>
                  <a:schemeClr val="tx1">
                    <a:lumMod val="75000"/>
                    <a:lumOff val="25000"/>
                  </a:schemeClr>
                </a:solidFill>
              </a:rPr>
              <a:t>Height: m</a:t>
            </a:r>
            <a:endParaRPr lang="en-US" sz="1050" dirty="0"/>
          </a:p>
        </p:txBody>
      </p:sp>
      <p:pic>
        <p:nvPicPr>
          <p:cNvPr id="2" name="Picture 1" descr="A close up of a sign&#10;&#10;Description automatically generated">
            <a:extLst>
              <a:ext uri="{FF2B5EF4-FFF2-40B4-BE49-F238E27FC236}">
                <a16:creationId xmlns:a16="http://schemas.microsoft.com/office/drawing/2014/main" id="{20ED30A2-1D03-FABA-C273-A09E3FFBF9A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391400" y="1249644"/>
            <a:ext cx="768417" cy="468966"/>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11" name="Picture 10" descr="A close up of a sign&#10;&#10;Description automatically generated">
            <a:extLst>
              <a:ext uri="{FF2B5EF4-FFF2-40B4-BE49-F238E27FC236}">
                <a16:creationId xmlns:a16="http://schemas.microsoft.com/office/drawing/2014/main" id="{F32C37BD-82ED-8DCA-31D4-3B5993FF7E2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85749" y="1276284"/>
            <a:ext cx="761949" cy="465018"/>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1406041448"/>
      </p:ext>
    </p:extLst>
  </p:cSld>
  <p:clrMapOvr>
    <a:masterClrMapping/>
  </p:clrMapOvr>
  <p:transition spd="slow">
    <p:push dir="u"/>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11B76C-EEA2-DD3C-2399-6113CE080391}"/>
            </a:ext>
          </a:extLst>
        </p:cNvPr>
        <p:cNvGrpSpPr/>
        <p:nvPr/>
      </p:nvGrpSpPr>
      <p:grpSpPr>
        <a:xfrm>
          <a:off x="0" y="0"/>
          <a:ext cx="0" cy="0"/>
          <a:chOff x="0" y="0"/>
          <a:chExt cx="0" cy="0"/>
        </a:xfrm>
      </p:grpSpPr>
      <p:pic>
        <p:nvPicPr>
          <p:cNvPr id="28" name="Picture Placeholder 27">
            <a:extLst>
              <a:ext uri="{FF2B5EF4-FFF2-40B4-BE49-F238E27FC236}">
                <a16:creationId xmlns:a16="http://schemas.microsoft.com/office/drawing/2014/main" id="{F6ADA9B2-4CE5-2C4C-94D1-3D8F664C3095}"/>
              </a:ext>
            </a:extLst>
          </p:cNvPr>
          <p:cNvPicPr>
            <a:picLocks noGrp="1" noChangeAspect="1"/>
          </p:cNvPicPr>
          <p:nvPr>
            <p:ph type="pic" sz="quarter" idx="13"/>
          </p:nvPr>
        </p:nvPicPr>
        <p:blipFill>
          <a:blip r:embed="rId2" cstate="print">
            <a:extLst>
              <a:ext uri="{28A0092B-C50C-407E-A947-70E740481C1C}">
                <a14:useLocalDpi xmlns:a14="http://schemas.microsoft.com/office/drawing/2010/main" val="0"/>
              </a:ext>
            </a:extLst>
          </a:blip>
          <a:srcRect t="13479" b="13479"/>
          <a:stretch>
            <a:fillRect/>
          </a:stretch>
        </p:blipFill>
        <p:spPr/>
      </p:pic>
      <p:sp>
        <p:nvSpPr>
          <p:cNvPr id="19" name="Freeform 18">
            <a:extLst>
              <a:ext uri="{FF2B5EF4-FFF2-40B4-BE49-F238E27FC236}">
                <a16:creationId xmlns:a16="http://schemas.microsoft.com/office/drawing/2014/main" id="{5119F309-C9F3-6E29-F718-31757350256C}"/>
              </a:ext>
            </a:extLst>
          </p:cNvPr>
          <p:cNvSpPr/>
          <p:nvPr/>
        </p:nvSpPr>
        <p:spPr bwMode="auto">
          <a:xfrm>
            <a:off x="0" y="1"/>
            <a:ext cx="5315942" cy="5147251"/>
          </a:xfrm>
          <a:custGeom>
            <a:avLst/>
            <a:gdLst>
              <a:gd name="connsiteX0" fmla="*/ 0 w 5315942"/>
              <a:gd name="connsiteY0" fmla="*/ 0 h 5147251"/>
              <a:gd name="connsiteX1" fmla="*/ 3200400 w 5315942"/>
              <a:gd name="connsiteY1" fmla="*/ 0 h 5147251"/>
              <a:gd name="connsiteX2" fmla="*/ 3200400 w 5315942"/>
              <a:gd name="connsiteY2" fmla="*/ 1 h 5147251"/>
              <a:gd name="connsiteX3" fmla="*/ 5315942 w 5315942"/>
              <a:gd name="connsiteY3" fmla="*/ 1 h 5147251"/>
              <a:gd name="connsiteX4" fmla="*/ 3801683 w 5315942"/>
              <a:gd name="connsiteY4" fmla="*/ 5147251 h 5147251"/>
              <a:gd name="connsiteX5" fmla="*/ 1048742 w 5315942"/>
              <a:gd name="connsiteY5" fmla="*/ 5147251 h 5147251"/>
              <a:gd name="connsiteX6" fmla="*/ 1049846 w 5315942"/>
              <a:gd name="connsiteY6" fmla="*/ 5143499 h 5147251"/>
              <a:gd name="connsiteX7" fmla="*/ 0 w 5315942"/>
              <a:gd name="connsiteY7" fmla="*/ 5143499 h 51472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315942" h="5147251">
                <a:moveTo>
                  <a:pt x="0" y="0"/>
                </a:moveTo>
                <a:lnTo>
                  <a:pt x="3200400" y="0"/>
                </a:lnTo>
                <a:lnTo>
                  <a:pt x="3200400" y="1"/>
                </a:lnTo>
                <a:lnTo>
                  <a:pt x="5315942" y="1"/>
                </a:lnTo>
                <a:lnTo>
                  <a:pt x="3801683" y="5147251"/>
                </a:lnTo>
                <a:lnTo>
                  <a:pt x="1048742" y="5147251"/>
                </a:lnTo>
                <a:lnTo>
                  <a:pt x="1049846" y="5143499"/>
                </a:lnTo>
                <a:lnTo>
                  <a:pt x="0" y="5143499"/>
                </a:lnTo>
                <a:close/>
              </a:path>
            </a:pathLst>
          </a:custGeom>
          <a:solidFill>
            <a:srgbClr val="009051"/>
          </a:solidFill>
          <a:ln w="19050">
            <a:noFill/>
            <a:round/>
            <a:headEnd/>
            <a:tailEnd/>
          </a:ln>
          <a:scene3d>
            <a:camera prst="orthographicFront"/>
            <a:lightRig rig="threePt" dir="t"/>
          </a:scene3d>
          <a:sp3d>
            <a:bevelT prst="convex"/>
          </a:sp3d>
        </p:spPr>
        <p:txBody>
          <a:bodyPr vert="horz" wrap="square" lIns="91440" tIns="45720" rIns="91440" bIns="45720" numCol="1" rtlCol="0" anchor="t" anchorCtr="0" compatLnSpc="1">
            <a:prstTxWarp prst="textNoShape">
              <a:avLst/>
            </a:prstTxWarp>
            <a:noAutofit/>
          </a:bodyPr>
          <a:lstStyle/>
          <a:p>
            <a:pPr algn="ctr"/>
            <a:endParaRPr lang="en-US" dirty="0"/>
          </a:p>
        </p:txBody>
      </p:sp>
      <p:grpSp>
        <p:nvGrpSpPr>
          <p:cNvPr id="13" name="Group 12">
            <a:extLst>
              <a:ext uri="{FF2B5EF4-FFF2-40B4-BE49-F238E27FC236}">
                <a16:creationId xmlns:a16="http://schemas.microsoft.com/office/drawing/2014/main" id="{8C47BA57-B954-7687-CE5F-81C17450C5E5}"/>
              </a:ext>
            </a:extLst>
          </p:cNvPr>
          <p:cNvGrpSpPr/>
          <p:nvPr/>
        </p:nvGrpSpPr>
        <p:grpSpPr>
          <a:xfrm>
            <a:off x="381000" y="2051844"/>
            <a:ext cx="3886200" cy="861774"/>
            <a:chOff x="1447799" y="4406668"/>
            <a:chExt cx="5498002" cy="1008544"/>
          </a:xfrm>
        </p:grpSpPr>
        <p:sp>
          <p:nvSpPr>
            <p:cNvPr id="22" name="Inhaltsplatzhalter 4">
              <a:extLst>
                <a:ext uri="{FF2B5EF4-FFF2-40B4-BE49-F238E27FC236}">
                  <a16:creationId xmlns:a16="http://schemas.microsoft.com/office/drawing/2014/main" id="{D7A10133-655B-772B-B0AC-6D5B46938557}"/>
                </a:ext>
              </a:extLst>
            </p:cNvPr>
            <p:cNvSpPr txBox="1">
              <a:spLocks/>
            </p:cNvSpPr>
            <p:nvPr/>
          </p:nvSpPr>
          <p:spPr>
            <a:xfrm>
              <a:off x="1447799" y="4406668"/>
              <a:ext cx="5498002" cy="1008544"/>
            </a:xfrm>
            <a:prstGeom prst="rect">
              <a:avLst/>
            </a:prstGeom>
          </p:spPr>
          <p:txBody>
            <a:bodyPr wrap="square" lIns="0" tIns="0" rIns="0" bIns="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800" b="1" cap="all" dirty="0">
                  <a:solidFill>
                    <a:schemeClr val="bg1"/>
                  </a:solidFill>
                  <a:ea typeface="Roboto" panose="02000000000000000000" pitchFamily="2" charset="0"/>
                </a:rPr>
                <a:t>Component Specifications</a:t>
              </a:r>
            </a:p>
          </p:txBody>
        </p:sp>
        <p:sp>
          <p:nvSpPr>
            <p:cNvPr id="6" name="Rectangle 5">
              <a:extLst>
                <a:ext uri="{FF2B5EF4-FFF2-40B4-BE49-F238E27FC236}">
                  <a16:creationId xmlns:a16="http://schemas.microsoft.com/office/drawing/2014/main" id="{4285968D-91B2-C758-52BD-32C35355CE9A}"/>
                </a:ext>
              </a:extLst>
            </p:cNvPr>
            <p:cNvSpPr/>
            <p:nvPr/>
          </p:nvSpPr>
          <p:spPr>
            <a:xfrm>
              <a:off x="1447799" y="4787830"/>
              <a:ext cx="4724400" cy="246221"/>
            </a:xfrm>
            <a:prstGeom prst="rect">
              <a:avLst/>
            </a:prstGeom>
          </p:spPr>
          <p:txBody>
            <a:bodyPr wrap="square" lIns="0" tIns="0" rIns="0" bIns="0" anchor="b">
              <a:spAutoFit/>
            </a:bodyPr>
            <a:lstStyle/>
            <a:p>
              <a:pPr>
                <a:lnSpc>
                  <a:spcPct val="150000"/>
                </a:lnSpc>
              </a:pPr>
              <a:endParaRPr lang="en-US" sz="1200" dirty="0">
                <a:solidFill>
                  <a:schemeClr val="bg1"/>
                </a:solidFill>
              </a:endParaRPr>
            </a:p>
          </p:txBody>
        </p:sp>
      </p:grpSp>
      <p:cxnSp>
        <p:nvCxnSpPr>
          <p:cNvPr id="9" name="Straight Connector 8">
            <a:extLst>
              <a:ext uri="{FF2B5EF4-FFF2-40B4-BE49-F238E27FC236}">
                <a16:creationId xmlns:a16="http://schemas.microsoft.com/office/drawing/2014/main" id="{260C21B7-0ACC-8275-AC02-B9E137138993}"/>
              </a:ext>
            </a:extLst>
          </p:cNvPr>
          <p:cNvCxnSpPr/>
          <p:nvPr/>
        </p:nvCxnSpPr>
        <p:spPr>
          <a:xfrm>
            <a:off x="381000" y="3045128"/>
            <a:ext cx="2438400"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0076146"/>
      </p:ext>
    </p:extLst>
  </p:cSld>
  <p:clrMapOvr>
    <a:masterClrMapping/>
  </p:clrMapOvr>
  <p:transition spd="slow">
    <p:push dir="u"/>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48463752-23EF-A64B-0737-2284E28A7CCC}"/>
              </a:ext>
            </a:extLst>
          </p:cNvPr>
          <p:cNvSpPr>
            <a:spLocks noGrp="1"/>
          </p:cNvSpPr>
          <p:nvPr>
            <p:ph type="title"/>
          </p:nvPr>
        </p:nvSpPr>
        <p:spPr/>
        <p:txBody>
          <a:bodyPr/>
          <a:lstStyle/>
          <a:p>
            <a:r>
              <a:rPr lang="en-US" dirty="0"/>
              <a:t>Component Specification</a:t>
            </a:r>
          </a:p>
        </p:txBody>
      </p:sp>
      <p:sp>
        <p:nvSpPr>
          <p:cNvPr id="7" name="Text Placeholder 6">
            <a:extLst>
              <a:ext uri="{FF2B5EF4-FFF2-40B4-BE49-F238E27FC236}">
                <a16:creationId xmlns:a16="http://schemas.microsoft.com/office/drawing/2014/main" id="{21E3D63B-82C7-69CB-42B4-0BAF97AB2D8D}"/>
              </a:ext>
            </a:extLst>
          </p:cNvPr>
          <p:cNvSpPr>
            <a:spLocks noGrp="1"/>
          </p:cNvSpPr>
          <p:nvPr>
            <p:ph type="body" sz="half" idx="2"/>
          </p:nvPr>
        </p:nvSpPr>
        <p:spPr/>
        <p:txBody>
          <a:bodyPr/>
          <a:lstStyle/>
          <a:p>
            <a:r>
              <a:rPr lang="en-US" dirty="0">
                <a:solidFill>
                  <a:srgbClr val="55AB60"/>
                </a:solidFill>
              </a:rPr>
              <a:t>PV Module Specification from Manufacturer’s Datasheet</a:t>
            </a:r>
          </a:p>
        </p:txBody>
      </p:sp>
      <p:pic>
        <p:nvPicPr>
          <p:cNvPr id="18" name="Picture 17">
            <a:extLst>
              <a:ext uri="{FF2B5EF4-FFF2-40B4-BE49-F238E27FC236}">
                <a16:creationId xmlns:a16="http://schemas.microsoft.com/office/drawing/2014/main" id="{77DAC1F1-DD04-4A97-689D-FAD40A48928C}"/>
              </a:ext>
            </a:extLst>
          </p:cNvPr>
          <p:cNvPicPr>
            <a:picLocks noChangeAspect="1"/>
          </p:cNvPicPr>
          <p:nvPr/>
        </p:nvPicPr>
        <p:blipFill>
          <a:blip r:embed="rId2"/>
          <a:stretch>
            <a:fillRect/>
          </a:stretch>
        </p:blipFill>
        <p:spPr>
          <a:xfrm>
            <a:off x="5410200" y="1658911"/>
            <a:ext cx="3262942" cy="3474720"/>
          </a:xfrm>
          <a:prstGeom prst="rect">
            <a:avLst/>
          </a:prstGeom>
        </p:spPr>
      </p:pic>
      <p:pic>
        <p:nvPicPr>
          <p:cNvPr id="3" name="Picture 2">
            <a:extLst>
              <a:ext uri="{FF2B5EF4-FFF2-40B4-BE49-F238E27FC236}">
                <a16:creationId xmlns:a16="http://schemas.microsoft.com/office/drawing/2014/main" id="{C9D2683D-7588-9E24-FBFA-AF86E428964A}"/>
              </a:ext>
            </a:extLst>
          </p:cNvPr>
          <p:cNvPicPr>
            <a:picLocks noChangeAspect="1"/>
          </p:cNvPicPr>
          <p:nvPr/>
        </p:nvPicPr>
        <p:blipFill>
          <a:blip r:embed="rId3"/>
          <a:stretch>
            <a:fillRect/>
          </a:stretch>
        </p:blipFill>
        <p:spPr>
          <a:xfrm>
            <a:off x="285091" y="1172199"/>
            <a:ext cx="4917452" cy="3159204"/>
          </a:xfrm>
          <a:prstGeom prst="rect">
            <a:avLst/>
          </a:prstGeom>
        </p:spPr>
      </p:pic>
    </p:spTree>
    <p:extLst>
      <p:ext uri="{BB962C8B-B14F-4D97-AF65-F5344CB8AC3E}">
        <p14:creationId xmlns:p14="http://schemas.microsoft.com/office/powerpoint/2010/main" val="32393512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69D65F-122E-19F6-4804-040FE8373D3F}"/>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8053413-9800-9F03-4ED1-9100038D8217}"/>
              </a:ext>
            </a:extLst>
          </p:cNvPr>
          <p:cNvSpPr>
            <a:spLocks noGrp="1"/>
          </p:cNvSpPr>
          <p:nvPr>
            <p:ph type="title"/>
          </p:nvPr>
        </p:nvSpPr>
        <p:spPr/>
        <p:txBody>
          <a:bodyPr/>
          <a:lstStyle/>
          <a:p>
            <a:r>
              <a:rPr lang="en-US" dirty="0"/>
              <a:t>Component Specification</a:t>
            </a:r>
          </a:p>
        </p:txBody>
      </p:sp>
      <p:sp>
        <p:nvSpPr>
          <p:cNvPr id="7" name="Text Placeholder 6">
            <a:extLst>
              <a:ext uri="{FF2B5EF4-FFF2-40B4-BE49-F238E27FC236}">
                <a16:creationId xmlns:a16="http://schemas.microsoft.com/office/drawing/2014/main" id="{3C192485-FDA4-5A21-74CB-387ADE461A12}"/>
              </a:ext>
            </a:extLst>
          </p:cNvPr>
          <p:cNvSpPr>
            <a:spLocks noGrp="1"/>
          </p:cNvSpPr>
          <p:nvPr>
            <p:ph type="body" sz="half" idx="2"/>
          </p:nvPr>
        </p:nvSpPr>
        <p:spPr/>
        <p:txBody>
          <a:bodyPr/>
          <a:lstStyle/>
          <a:p>
            <a:r>
              <a:rPr lang="en-US" dirty="0">
                <a:solidFill>
                  <a:srgbClr val="55AB60"/>
                </a:solidFill>
              </a:rPr>
              <a:t>PV Module Specification from Manufacturer’s Datasheet</a:t>
            </a:r>
          </a:p>
        </p:txBody>
      </p:sp>
      <p:pic>
        <p:nvPicPr>
          <p:cNvPr id="5" name="Picture 4">
            <a:extLst>
              <a:ext uri="{FF2B5EF4-FFF2-40B4-BE49-F238E27FC236}">
                <a16:creationId xmlns:a16="http://schemas.microsoft.com/office/drawing/2014/main" id="{513EE3F1-DD66-9DBE-6100-BFB1100C8052}"/>
              </a:ext>
            </a:extLst>
          </p:cNvPr>
          <p:cNvPicPr>
            <a:picLocks noChangeAspect="1"/>
          </p:cNvPicPr>
          <p:nvPr/>
        </p:nvPicPr>
        <p:blipFill>
          <a:blip r:embed="rId2"/>
          <a:stretch>
            <a:fillRect/>
          </a:stretch>
        </p:blipFill>
        <p:spPr>
          <a:xfrm>
            <a:off x="4343400" y="1109640"/>
            <a:ext cx="4322661" cy="3414398"/>
          </a:xfrm>
          <a:prstGeom prst="rect">
            <a:avLst/>
          </a:prstGeom>
        </p:spPr>
      </p:pic>
      <p:grpSp>
        <p:nvGrpSpPr>
          <p:cNvPr id="16" name="Group 15">
            <a:extLst>
              <a:ext uri="{FF2B5EF4-FFF2-40B4-BE49-F238E27FC236}">
                <a16:creationId xmlns:a16="http://schemas.microsoft.com/office/drawing/2014/main" id="{D3924DE3-C9C4-5E3A-79A9-81D6F90C1E9C}"/>
              </a:ext>
            </a:extLst>
          </p:cNvPr>
          <p:cNvGrpSpPr/>
          <p:nvPr/>
        </p:nvGrpSpPr>
        <p:grpSpPr>
          <a:xfrm>
            <a:off x="762000" y="1109640"/>
            <a:ext cx="2893251" cy="2095636"/>
            <a:chOff x="223869" y="1145019"/>
            <a:chExt cx="2893251" cy="2095636"/>
          </a:xfrm>
        </p:grpSpPr>
        <p:pic>
          <p:nvPicPr>
            <p:cNvPr id="10" name="Picture 9">
              <a:extLst>
                <a:ext uri="{FF2B5EF4-FFF2-40B4-BE49-F238E27FC236}">
                  <a16:creationId xmlns:a16="http://schemas.microsoft.com/office/drawing/2014/main" id="{6478C24A-4809-1F2F-984D-619B78FFBD81}"/>
                </a:ext>
              </a:extLst>
            </p:cNvPr>
            <p:cNvPicPr>
              <a:picLocks noChangeAspect="1"/>
            </p:cNvPicPr>
            <p:nvPr/>
          </p:nvPicPr>
          <p:blipFill>
            <a:blip r:embed="rId3"/>
            <a:stretch>
              <a:fillRect/>
            </a:stretch>
          </p:blipFill>
          <p:spPr>
            <a:xfrm>
              <a:off x="223869" y="1145019"/>
              <a:ext cx="1666972" cy="2071710"/>
            </a:xfrm>
            <a:prstGeom prst="rect">
              <a:avLst/>
            </a:prstGeom>
          </p:spPr>
        </p:pic>
        <p:pic>
          <p:nvPicPr>
            <p:cNvPr id="15" name="Picture 14">
              <a:extLst>
                <a:ext uri="{FF2B5EF4-FFF2-40B4-BE49-F238E27FC236}">
                  <a16:creationId xmlns:a16="http://schemas.microsoft.com/office/drawing/2014/main" id="{BD0905F6-20AC-FD30-898C-88160A0CD7E0}"/>
                </a:ext>
              </a:extLst>
            </p:cNvPr>
            <p:cNvPicPr>
              <a:picLocks noChangeAspect="1"/>
            </p:cNvPicPr>
            <p:nvPr/>
          </p:nvPicPr>
          <p:blipFill>
            <a:blip r:embed="rId4"/>
            <a:srcRect t="963"/>
            <a:stretch/>
          </p:blipFill>
          <p:spPr>
            <a:xfrm>
              <a:off x="1920772" y="1168945"/>
              <a:ext cx="1196348" cy="2071710"/>
            </a:xfrm>
            <a:prstGeom prst="rect">
              <a:avLst/>
            </a:prstGeom>
          </p:spPr>
        </p:pic>
      </p:grpSp>
      <p:pic>
        <p:nvPicPr>
          <p:cNvPr id="18" name="Picture 17">
            <a:extLst>
              <a:ext uri="{FF2B5EF4-FFF2-40B4-BE49-F238E27FC236}">
                <a16:creationId xmlns:a16="http://schemas.microsoft.com/office/drawing/2014/main" id="{85D485C8-E47B-CFDA-730F-A3A1AF347489}"/>
              </a:ext>
            </a:extLst>
          </p:cNvPr>
          <p:cNvPicPr>
            <a:picLocks noChangeAspect="1"/>
          </p:cNvPicPr>
          <p:nvPr/>
        </p:nvPicPr>
        <p:blipFill>
          <a:blip r:embed="rId5"/>
          <a:stretch>
            <a:fillRect/>
          </a:stretch>
        </p:blipFill>
        <p:spPr>
          <a:xfrm>
            <a:off x="421335" y="3257550"/>
            <a:ext cx="3710474" cy="1426325"/>
          </a:xfrm>
          <a:prstGeom prst="rect">
            <a:avLst/>
          </a:prstGeom>
        </p:spPr>
      </p:pic>
    </p:spTree>
    <p:extLst>
      <p:ext uri="{BB962C8B-B14F-4D97-AF65-F5344CB8AC3E}">
        <p14:creationId xmlns:p14="http://schemas.microsoft.com/office/powerpoint/2010/main" val="276557205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3C78D4C-F1ED-DAC3-0F15-77D4D46A15DC}"/>
              </a:ext>
            </a:extLst>
          </p:cNvPr>
          <p:cNvSpPr>
            <a:spLocks noGrp="1"/>
          </p:cNvSpPr>
          <p:nvPr>
            <p:ph type="title"/>
          </p:nvPr>
        </p:nvSpPr>
        <p:spPr/>
        <p:txBody>
          <a:bodyPr/>
          <a:lstStyle/>
          <a:p>
            <a:r>
              <a:rPr lang="en-US" dirty="0"/>
              <a:t>Component Specification</a:t>
            </a:r>
          </a:p>
        </p:txBody>
      </p:sp>
      <p:sp>
        <p:nvSpPr>
          <p:cNvPr id="7" name="Text Placeholder 6">
            <a:extLst>
              <a:ext uri="{FF2B5EF4-FFF2-40B4-BE49-F238E27FC236}">
                <a16:creationId xmlns:a16="http://schemas.microsoft.com/office/drawing/2014/main" id="{E7904965-693A-67FA-DD4A-CB4B11FD531D}"/>
              </a:ext>
            </a:extLst>
          </p:cNvPr>
          <p:cNvSpPr>
            <a:spLocks noGrp="1"/>
          </p:cNvSpPr>
          <p:nvPr>
            <p:ph type="body" sz="half" idx="2"/>
          </p:nvPr>
        </p:nvSpPr>
        <p:spPr/>
        <p:txBody>
          <a:bodyPr/>
          <a:lstStyle/>
          <a:p>
            <a:r>
              <a:rPr lang="en-US" dirty="0">
                <a:solidFill>
                  <a:srgbClr val="55AB60"/>
                </a:solidFill>
              </a:rPr>
              <a:t>PV Module Specification from Manufacturer’s Datasheet</a:t>
            </a:r>
          </a:p>
        </p:txBody>
      </p:sp>
      <p:pic>
        <p:nvPicPr>
          <p:cNvPr id="3" name="Picture 2">
            <a:extLst>
              <a:ext uri="{FF2B5EF4-FFF2-40B4-BE49-F238E27FC236}">
                <a16:creationId xmlns:a16="http://schemas.microsoft.com/office/drawing/2014/main" id="{99A2F3ED-5B86-DCBD-ED40-4867BB2843F3}"/>
              </a:ext>
            </a:extLst>
          </p:cNvPr>
          <p:cNvPicPr>
            <a:picLocks noChangeAspect="1"/>
          </p:cNvPicPr>
          <p:nvPr/>
        </p:nvPicPr>
        <p:blipFill>
          <a:blip r:embed="rId2"/>
          <a:stretch>
            <a:fillRect/>
          </a:stretch>
        </p:blipFill>
        <p:spPr>
          <a:xfrm>
            <a:off x="370404" y="972986"/>
            <a:ext cx="4049197" cy="3714750"/>
          </a:xfrm>
          <a:prstGeom prst="rect">
            <a:avLst/>
          </a:prstGeom>
        </p:spPr>
      </p:pic>
      <p:pic>
        <p:nvPicPr>
          <p:cNvPr id="5" name="Picture 4">
            <a:extLst>
              <a:ext uri="{FF2B5EF4-FFF2-40B4-BE49-F238E27FC236}">
                <a16:creationId xmlns:a16="http://schemas.microsoft.com/office/drawing/2014/main" id="{F35815E5-8ABE-082A-E7EF-F7969C258A56}"/>
              </a:ext>
            </a:extLst>
          </p:cNvPr>
          <p:cNvPicPr>
            <a:picLocks noChangeAspect="1"/>
          </p:cNvPicPr>
          <p:nvPr/>
        </p:nvPicPr>
        <p:blipFill>
          <a:blip r:embed="rId3"/>
          <a:stretch>
            <a:fillRect/>
          </a:stretch>
        </p:blipFill>
        <p:spPr>
          <a:xfrm>
            <a:off x="4953000" y="980660"/>
            <a:ext cx="3696152" cy="2206820"/>
          </a:xfrm>
          <a:prstGeom prst="rect">
            <a:avLst/>
          </a:prstGeom>
        </p:spPr>
      </p:pic>
      <p:pic>
        <p:nvPicPr>
          <p:cNvPr id="9" name="Picture 8">
            <a:extLst>
              <a:ext uri="{FF2B5EF4-FFF2-40B4-BE49-F238E27FC236}">
                <a16:creationId xmlns:a16="http://schemas.microsoft.com/office/drawing/2014/main" id="{71F163A7-ED19-6F38-CB14-DA8D8B2C9139}"/>
              </a:ext>
            </a:extLst>
          </p:cNvPr>
          <p:cNvPicPr>
            <a:picLocks noChangeAspect="1"/>
          </p:cNvPicPr>
          <p:nvPr/>
        </p:nvPicPr>
        <p:blipFill>
          <a:blip r:embed="rId4"/>
          <a:stretch>
            <a:fillRect/>
          </a:stretch>
        </p:blipFill>
        <p:spPr>
          <a:xfrm>
            <a:off x="4391298" y="3378921"/>
            <a:ext cx="4644000" cy="1315891"/>
          </a:xfrm>
          <a:prstGeom prst="rect">
            <a:avLst/>
          </a:prstGeom>
        </p:spPr>
      </p:pic>
    </p:spTree>
    <p:extLst>
      <p:ext uri="{BB962C8B-B14F-4D97-AF65-F5344CB8AC3E}">
        <p14:creationId xmlns:p14="http://schemas.microsoft.com/office/powerpoint/2010/main" val="11892998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13237F-E960-64F7-5BD5-1FACC0E91AF4}"/>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C05ABEC2-6602-A7E1-6ECB-F19EC76BFB67}"/>
              </a:ext>
            </a:extLst>
          </p:cNvPr>
          <p:cNvSpPr>
            <a:spLocks noGrp="1"/>
          </p:cNvSpPr>
          <p:nvPr>
            <p:ph type="title"/>
          </p:nvPr>
        </p:nvSpPr>
        <p:spPr/>
        <p:txBody>
          <a:bodyPr/>
          <a:lstStyle/>
          <a:p>
            <a:r>
              <a:rPr lang="en-US" dirty="0"/>
              <a:t>Component Specification</a:t>
            </a:r>
          </a:p>
        </p:txBody>
      </p:sp>
      <p:sp>
        <p:nvSpPr>
          <p:cNvPr id="7" name="Text Placeholder 6">
            <a:extLst>
              <a:ext uri="{FF2B5EF4-FFF2-40B4-BE49-F238E27FC236}">
                <a16:creationId xmlns:a16="http://schemas.microsoft.com/office/drawing/2014/main" id="{3FCB2C19-03D6-E7F6-503E-C3BC75505B44}"/>
              </a:ext>
            </a:extLst>
          </p:cNvPr>
          <p:cNvSpPr>
            <a:spLocks noGrp="1"/>
          </p:cNvSpPr>
          <p:nvPr>
            <p:ph type="body" sz="half" idx="2"/>
          </p:nvPr>
        </p:nvSpPr>
        <p:spPr/>
        <p:txBody>
          <a:bodyPr/>
          <a:lstStyle/>
          <a:p>
            <a:r>
              <a:rPr lang="en-US" dirty="0">
                <a:solidFill>
                  <a:srgbClr val="55AB60"/>
                </a:solidFill>
              </a:rPr>
              <a:t>Solar PV Inverter Specification from Manufacturer’s Datasheet</a:t>
            </a:r>
          </a:p>
        </p:txBody>
      </p:sp>
      <p:grpSp>
        <p:nvGrpSpPr>
          <p:cNvPr id="13" name="Group 12">
            <a:extLst>
              <a:ext uri="{FF2B5EF4-FFF2-40B4-BE49-F238E27FC236}">
                <a16:creationId xmlns:a16="http://schemas.microsoft.com/office/drawing/2014/main" id="{28845BED-5354-CD00-0D8E-B66DAB10BF82}"/>
              </a:ext>
            </a:extLst>
          </p:cNvPr>
          <p:cNvGrpSpPr/>
          <p:nvPr/>
        </p:nvGrpSpPr>
        <p:grpSpPr>
          <a:xfrm>
            <a:off x="1295399" y="957487"/>
            <a:ext cx="6553200" cy="4186013"/>
            <a:chOff x="245667" y="957487"/>
            <a:chExt cx="6553200" cy="4186013"/>
          </a:xfrm>
        </p:grpSpPr>
        <p:pic>
          <p:nvPicPr>
            <p:cNvPr id="3" name="Picture 2">
              <a:extLst>
                <a:ext uri="{FF2B5EF4-FFF2-40B4-BE49-F238E27FC236}">
                  <a16:creationId xmlns:a16="http://schemas.microsoft.com/office/drawing/2014/main" id="{0F7139DB-5C91-EEA1-3449-7BFDAB028CA0}"/>
                </a:ext>
              </a:extLst>
            </p:cNvPr>
            <p:cNvPicPr>
              <a:picLocks noChangeAspect="1"/>
            </p:cNvPicPr>
            <p:nvPr/>
          </p:nvPicPr>
          <p:blipFill>
            <a:blip r:embed="rId2"/>
            <a:stretch>
              <a:fillRect/>
            </a:stretch>
          </p:blipFill>
          <p:spPr>
            <a:xfrm>
              <a:off x="245667" y="957487"/>
              <a:ext cx="6553200" cy="4186013"/>
            </a:xfrm>
            <a:prstGeom prst="rect">
              <a:avLst/>
            </a:prstGeom>
          </p:spPr>
        </p:pic>
        <p:pic>
          <p:nvPicPr>
            <p:cNvPr id="8" name="Picture 7">
              <a:extLst>
                <a:ext uri="{FF2B5EF4-FFF2-40B4-BE49-F238E27FC236}">
                  <a16:creationId xmlns:a16="http://schemas.microsoft.com/office/drawing/2014/main" id="{A456389E-0CCB-B24F-CEE5-23940FE17C80}"/>
                </a:ext>
              </a:extLst>
            </p:cNvPr>
            <p:cNvPicPr>
              <a:picLocks noChangeAspect="1"/>
            </p:cNvPicPr>
            <p:nvPr/>
          </p:nvPicPr>
          <p:blipFill>
            <a:blip r:embed="rId3"/>
            <a:srcRect t="1" r="50000" b="-4177"/>
            <a:stretch/>
          </p:blipFill>
          <p:spPr>
            <a:xfrm>
              <a:off x="392375" y="2495550"/>
              <a:ext cx="2701267" cy="2286000"/>
            </a:xfrm>
            <a:prstGeom prst="rect">
              <a:avLst/>
            </a:prstGeom>
          </p:spPr>
        </p:pic>
      </p:grpSp>
      <p:pic>
        <p:nvPicPr>
          <p:cNvPr id="12" name="Picture 11">
            <a:extLst>
              <a:ext uri="{FF2B5EF4-FFF2-40B4-BE49-F238E27FC236}">
                <a16:creationId xmlns:a16="http://schemas.microsoft.com/office/drawing/2014/main" id="{0A6E50AB-EE41-89F7-F1D7-707BC0D934FE}"/>
              </a:ext>
            </a:extLst>
          </p:cNvPr>
          <p:cNvPicPr>
            <a:picLocks noChangeAspect="1"/>
          </p:cNvPicPr>
          <p:nvPr/>
        </p:nvPicPr>
        <p:blipFill>
          <a:blip r:embed="rId3"/>
          <a:srcRect l="50000" t="6479" b="44937"/>
          <a:stretch/>
        </p:blipFill>
        <p:spPr>
          <a:xfrm>
            <a:off x="5638800" y="1047750"/>
            <a:ext cx="2861968" cy="1129525"/>
          </a:xfrm>
          <a:prstGeom prst="rect">
            <a:avLst/>
          </a:prstGeom>
        </p:spPr>
      </p:pic>
    </p:spTree>
    <p:extLst>
      <p:ext uri="{BB962C8B-B14F-4D97-AF65-F5344CB8AC3E}">
        <p14:creationId xmlns:p14="http://schemas.microsoft.com/office/powerpoint/2010/main" val="13809598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74E7C1-0A38-4DB0-5B6E-E674984AFA2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15FB09A-5569-F940-1AAE-F8AA82EFC42D}"/>
              </a:ext>
            </a:extLst>
          </p:cNvPr>
          <p:cNvSpPr>
            <a:spLocks noGrp="1"/>
          </p:cNvSpPr>
          <p:nvPr>
            <p:ph type="title"/>
          </p:nvPr>
        </p:nvSpPr>
        <p:spPr/>
        <p:txBody>
          <a:bodyPr/>
          <a:lstStyle/>
          <a:p>
            <a:r>
              <a:rPr lang="en-US" dirty="0"/>
              <a:t>Component Specification</a:t>
            </a:r>
          </a:p>
        </p:txBody>
      </p:sp>
      <p:sp>
        <p:nvSpPr>
          <p:cNvPr id="7" name="Text Placeholder 6">
            <a:extLst>
              <a:ext uri="{FF2B5EF4-FFF2-40B4-BE49-F238E27FC236}">
                <a16:creationId xmlns:a16="http://schemas.microsoft.com/office/drawing/2014/main" id="{03B65FB0-ACD7-7409-B724-E7224C4BD493}"/>
              </a:ext>
            </a:extLst>
          </p:cNvPr>
          <p:cNvSpPr>
            <a:spLocks noGrp="1"/>
          </p:cNvSpPr>
          <p:nvPr>
            <p:ph type="body" sz="half" idx="2"/>
          </p:nvPr>
        </p:nvSpPr>
        <p:spPr/>
        <p:txBody>
          <a:bodyPr/>
          <a:lstStyle/>
          <a:p>
            <a:r>
              <a:rPr lang="en-US" dirty="0">
                <a:solidFill>
                  <a:srgbClr val="55AB60"/>
                </a:solidFill>
              </a:rPr>
              <a:t>150kW </a:t>
            </a:r>
            <a:r>
              <a:rPr lang="en-US" dirty="0" err="1">
                <a:solidFill>
                  <a:srgbClr val="55AB60"/>
                </a:solidFill>
              </a:rPr>
              <a:t>Sungrow</a:t>
            </a:r>
            <a:r>
              <a:rPr lang="en-US" dirty="0">
                <a:solidFill>
                  <a:srgbClr val="55AB60"/>
                </a:solidFill>
              </a:rPr>
              <a:t> (SG150CX) Solar PV Inverter Specification from Manufacturer’s Datasheet</a:t>
            </a:r>
          </a:p>
        </p:txBody>
      </p:sp>
      <p:pic>
        <p:nvPicPr>
          <p:cNvPr id="3" name="Picture 2">
            <a:extLst>
              <a:ext uri="{FF2B5EF4-FFF2-40B4-BE49-F238E27FC236}">
                <a16:creationId xmlns:a16="http://schemas.microsoft.com/office/drawing/2014/main" id="{ADA08841-23A8-290A-2EBF-C7EF25948A3C}"/>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155095" y="915679"/>
            <a:ext cx="6833810" cy="4015297"/>
          </a:xfrm>
          <a:prstGeom prst="rect">
            <a:avLst/>
          </a:prstGeom>
        </p:spPr>
      </p:pic>
    </p:spTree>
    <p:extLst>
      <p:ext uri="{BB962C8B-B14F-4D97-AF65-F5344CB8AC3E}">
        <p14:creationId xmlns:p14="http://schemas.microsoft.com/office/powerpoint/2010/main" val="298355873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750F6B-EDAE-BF07-BA1B-9ECD61DDE7B1}"/>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520247D4-E4C9-AC95-D798-0EB676AF74DF}"/>
              </a:ext>
            </a:extLst>
          </p:cNvPr>
          <p:cNvPicPr>
            <a:picLocks noChangeAspect="1"/>
          </p:cNvPicPr>
          <p:nvPr/>
        </p:nvPicPr>
        <p:blipFill>
          <a:blip r:embed="rId2"/>
          <a:stretch>
            <a:fillRect/>
          </a:stretch>
        </p:blipFill>
        <p:spPr>
          <a:xfrm>
            <a:off x="1828800" y="1172199"/>
            <a:ext cx="5139253" cy="3289122"/>
          </a:xfrm>
          <a:prstGeom prst="rect">
            <a:avLst/>
          </a:prstGeom>
        </p:spPr>
      </p:pic>
      <p:sp>
        <p:nvSpPr>
          <p:cNvPr id="6" name="Title 5">
            <a:extLst>
              <a:ext uri="{FF2B5EF4-FFF2-40B4-BE49-F238E27FC236}">
                <a16:creationId xmlns:a16="http://schemas.microsoft.com/office/drawing/2014/main" id="{A5136157-FE00-5087-B9FF-AFCC3D8F9C68}"/>
              </a:ext>
            </a:extLst>
          </p:cNvPr>
          <p:cNvSpPr>
            <a:spLocks noGrp="1"/>
          </p:cNvSpPr>
          <p:nvPr>
            <p:ph type="title"/>
          </p:nvPr>
        </p:nvSpPr>
        <p:spPr/>
        <p:txBody>
          <a:bodyPr/>
          <a:lstStyle/>
          <a:p>
            <a:r>
              <a:rPr lang="en-US" dirty="0"/>
              <a:t>Component Specification</a:t>
            </a:r>
          </a:p>
        </p:txBody>
      </p:sp>
      <p:sp>
        <p:nvSpPr>
          <p:cNvPr id="7" name="Text Placeholder 6">
            <a:extLst>
              <a:ext uri="{FF2B5EF4-FFF2-40B4-BE49-F238E27FC236}">
                <a16:creationId xmlns:a16="http://schemas.microsoft.com/office/drawing/2014/main" id="{872A9798-F1B7-95EE-B47E-A4F8F68125F2}"/>
              </a:ext>
            </a:extLst>
          </p:cNvPr>
          <p:cNvSpPr>
            <a:spLocks noGrp="1"/>
          </p:cNvSpPr>
          <p:nvPr>
            <p:ph type="body" sz="half" idx="2"/>
          </p:nvPr>
        </p:nvSpPr>
        <p:spPr/>
        <p:txBody>
          <a:bodyPr/>
          <a:lstStyle/>
          <a:p>
            <a:r>
              <a:rPr lang="en-US" dirty="0">
                <a:solidFill>
                  <a:srgbClr val="55AB60"/>
                </a:solidFill>
              </a:rPr>
              <a:t>Solar PV Inverter Specification from Manufacturer’s Datasheet</a:t>
            </a:r>
          </a:p>
        </p:txBody>
      </p:sp>
      <p:pic>
        <p:nvPicPr>
          <p:cNvPr id="9" name="Picture 8">
            <a:extLst>
              <a:ext uri="{FF2B5EF4-FFF2-40B4-BE49-F238E27FC236}">
                <a16:creationId xmlns:a16="http://schemas.microsoft.com/office/drawing/2014/main" id="{53B10D8A-D2AD-5114-8C3B-F8DFB772893E}"/>
              </a:ext>
            </a:extLst>
          </p:cNvPr>
          <p:cNvPicPr>
            <a:picLocks noChangeAspect="1"/>
          </p:cNvPicPr>
          <p:nvPr/>
        </p:nvPicPr>
        <p:blipFill>
          <a:blip r:embed="rId3"/>
          <a:stretch>
            <a:fillRect/>
          </a:stretch>
        </p:blipFill>
        <p:spPr>
          <a:xfrm>
            <a:off x="1219200" y="2818069"/>
            <a:ext cx="2329092" cy="1735005"/>
          </a:xfrm>
          <a:prstGeom prst="rect">
            <a:avLst/>
          </a:prstGeom>
        </p:spPr>
      </p:pic>
      <p:pic>
        <p:nvPicPr>
          <p:cNvPr id="11" name="Picture 10">
            <a:extLst>
              <a:ext uri="{FF2B5EF4-FFF2-40B4-BE49-F238E27FC236}">
                <a16:creationId xmlns:a16="http://schemas.microsoft.com/office/drawing/2014/main" id="{FF2251F9-3990-06D9-52E4-DFF978138954}"/>
              </a:ext>
            </a:extLst>
          </p:cNvPr>
          <p:cNvPicPr>
            <a:picLocks noChangeAspect="1"/>
          </p:cNvPicPr>
          <p:nvPr/>
        </p:nvPicPr>
        <p:blipFill>
          <a:blip r:embed="rId4"/>
          <a:stretch>
            <a:fillRect/>
          </a:stretch>
        </p:blipFill>
        <p:spPr>
          <a:xfrm>
            <a:off x="6525273" y="1055352"/>
            <a:ext cx="2104760" cy="1516398"/>
          </a:xfrm>
          <a:prstGeom prst="rect">
            <a:avLst/>
          </a:prstGeom>
        </p:spPr>
      </p:pic>
    </p:spTree>
    <p:extLst>
      <p:ext uri="{BB962C8B-B14F-4D97-AF65-F5344CB8AC3E}">
        <p14:creationId xmlns:p14="http://schemas.microsoft.com/office/powerpoint/2010/main" val="373654711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42BD6C-9D24-CE9F-77C6-A32C7D8926BB}"/>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218ED869-FCCC-EB0A-01D5-2A4C3315AC4B}"/>
              </a:ext>
            </a:extLst>
          </p:cNvPr>
          <p:cNvSpPr>
            <a:spLocks noGrp="1"/>
          </p:cNvSpPr>
          <p:nvPr>
            <p:ph type="title"/>
          </p:nvPr>
        </p:nvSpPr>
        <p:spPr/>
        <p:txBody>
          <a:bodyPr/>
          <a:lstStyle/>
          <a:p>
            <a:r>
              <a:rPr lang="en-US" dirty="0"/>
              <a:t>Component Specification</a:t>
            </a:r>
          </a:p>
        </p:txBody>
      </p:sp>
      <p:sp>
        <p:nvSpPr>
          <p:cNvPr id="7" name="Text Placeholder 6">
            <a:extLst>
              <a:ext uri="{FF2B5EF4-FFF2-40B4-BE49-F238E27FC236}">
                <a16:creationId xmlns:a16="http://schemas.microsoft.com/office/drawing/2014/main" id="{F7EA7D65-6E4A-BA24-66E3-DE210FE5440D}"/>
              </a:ext>
            </a:extLst>
          </p:cNvPr>
          <p:cNvSpPr>
            <a:spLocks noGrp="1"/>
          </p:cNvSpPr>
          <p:nvPr>
            <p:ph type="body" sz="half" idx="2"/>
          </p:nvPr>
        </p:nvSpPr>
        <p:spPr/>
        <p:txBody>
          <a:bodyPr/>
          <a:lstStyle/>
          <a:p>
            <a:r>
              <a:rPr lang="en-US" dirty="0">
                <a:solidFill>
                  <a:srgbClr val="55AB60"/>
                </a:solidFill>
              </a:rPr>
              <a:t>125kW </a:t>
            </a:r>
            <a:r>
              <a:rPr lang="en-US" dirty="0" err="1">
                <a:solidFill>
                  <a:srgbClr val="55AB60"/>
                </a:solidFill>
              </a:rPr>
              <a:t>Sungrow</a:t>
            </a:r>
            <a:r>
              <a:rPr lang="en-US" dirty="0">
                <a:solidFill>
                  <a:srgbClr val="55AB60"/>
                </a:solidFill>
              </a:rPr>
              <a:t> (SG125CX) Solar PV Inverter Specification from Manufacturer’s Datasheet</a:t>
            </a:r>
          </a:p>
        </p:txBody>
      </p:sp>
      <p:pic>
        <p:nvPicPr>
          <p:cNvPr id="4" name="Picture 3">
            <a:extLst>
              <a:ext uri="{FF2B5EF4-FFF2-40B4-BE49-F238E27FC236}">
                <a16:creationId xmlns:a16="http://schemas.microsoft.com/office/drawing/2014/main" id="{B38AB3E7-C354-4C91-CD03-171F4DB1A2E5}"/>
              </a:ext>
            </a:extLst>
          </p:cNvPr>
          <p:cNvPicPr>
            <a:picLocks noChangeAspect="1"/>
          </p:cNvPicPr>
          <p:nvPr/>
        </p:nvPicPr>
        <p:blipFill>
          <a:blip r:embed="rId2"/>
          <a:stretch>
            <a:fillRect/>
          </a:stretch>
        </p:blipFill>
        <p:spPr>
          <a:xfrm>
            <a:off x="1169570" y="889168"/>
            <a:ext cx="6804859" cy="3986861"/>
          </a:xfrm>
          <a:prstGeom prst="rect">
            <a:avLst/>
          </a:prstGeom>
        </p:spPr>
      </p:pic>
    </p:spTree>
    <p:extLst>
      <p:ext uri="{BB962C8B-B14F-4D97-AF65-F5344CB8AC3E}">
        <p14:creationId xmlns:p14="http://schemas.microsoft.com/office/powerpoint/2010/main" val="183664347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180899-6FA9-338B-6825-D3B7631F5F4E}"/>
            </a:ext>
          </a:extLst>
        </p:cNvPr>
        <p:cNvGrpSpPr/>
        <p:nvPr/>
      </p:nvGrpSpPr>
      <p:grpSpPr>
        <a:xfrm>
          <a:off x="0" y="0"/>
          <a:ext cx="0" cy="0"/>
          <a:chOff x="0" y="0"/>
          <a:chExt cx="0" cy="0"/>
        </a:xfrm>
      </p:grpSpPr>
      <p:pic>
        <p:nvPicPr>
          <p:cNvPr id="28" name="Picture Placeholder 27">
            <a:extLst>
              <a:ext uri="{FF2B5EF4-FFF2-40B4-BE49-F238E27FC236}">
                <a16:creationId xmlns:a16="http://schemas.microsoft.com/office/drawing/2014/main" id="{BC8EB7A5-8AFC-B885-BE70-74F7DAA5B9EB}"/>
              </a:ext>
            </a:extLst>
          </p:cNvPr>
          <p:cNvPicPr>
            <a:picLocks noGrp="1" noChangeAspect="1"/>
          </p:cNvPicPr>
          <p:nvPr>
            <p:ph type="pic" sz="quarter" idx="13"/>
          </p:nvPr>
        </p:nvPicPr>
        <p:blipFill>
          <a:blip r:embed="rId2" cstate="print">
            <a:extLst>
              <a:ext uri="{28A0092B-C50C-407E-A947-70E740481C1C}">
                <a14:useLocalDpi xmlns:a14="http://schemas.microsoft.com/office/drawing/2010/main" val="0"/>
              </a:ext>
            </a:extLst>
          </a:blip>
          <a:srcRect t="13479" b="13479"/>
          <a:stretch>
            <a:fillRect/>
          </a:stretch>
        </p:blipFill>
        <p:spPr/>
      </p:pic>
      <p:sp>
        <p:nvSpPr>
          <p:cNvPr id="19" name="Freeform 18">
            <a:extLst>
              <a:ext uri="{FF2B5EF4-FFF2-40B4-BE49-F238E27FC236}">
                <a16:creationId xmlns:a16="http://schemas.microsoft.com/office/drawing/2014/main" id="{5BEFCF1D-D919-61F1-FBF6-2F1577AD4C29}"/>
              </a:ext>
            </a:extLst>
          </p:cNvPr>
          <p:cNvSpPr/>
          <p:nvPr/>
        </p:nvSpPr>
        <p:spPr bwMode="auto">
          <a:xfrm>
            <a:off x="0" y="1"/>
            <a:ext cx="5315942" cy="5147251"/>
          </a:xfrm>
          <a:custGeom>
            <a:avLst/>
            <a:gdLst>
              <a:gd name="connsiteX0" fmla="*/ 0 w 5315942"/>
              <a:gd name="connsiteY0" fmla="*/ 0 h 5147251"/>
              <a:gd name="connsiteX1" fmla="*/ 3200400 w 5315942"/>
              <a:gd name="connsiteY1" fmla="*/ 0 h 5147251"/>
              <a:gd name="connsiteX2" fmla="*/ 3200400 w 5315942"/>
              <a:gd name="connsiteY2" fmla="*/ 1 h 5147251"/>
              <a:gd name="connsiteX3" fmla="*/ 5315942 w 5315942"/>
              <a:gd name="connsiteY3" fmla="*/ 1 h 5147251"/>
              <a:gd name="connsiteX4" fmla="*/ 3801683 w 5315942"/>
              <a:gd name="connsiteY4" fmla="*/ 5147251 h 5147251"/>
              <a:gd name="connsiteX5" fmla="*/ 1048742 w 5315942"/>
              <a:gd name="connsiteY5" fmla="*/ 5147251 h 5147251"/>
              <a:gd name="connsiteX6" fmla="*/ 1049846 w 5315942"/>
              <a:gd name="connsiteY6" fmla="*/ 5143499 h 5147251"/>
              <a:gd name="connsiteX7" fmla="*/ 0 w 5315942"/>
              <a:gd name="connsiteY7" fmla="*/ 5143499 h 51472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315942" h="5147251">
                <a:moveTo>
                  <a:pt x="0" y="0"/>
                </a:moveTo>
                <a:lnTo>
                  <a:pt x="3200400" y="0"/>
                </a:lnTo>
                <a:lnTo>
                  <a:pt x="3200400" y="1"/>
                </a:lnTo>
                <a:lnTo>
                  <a:pt x="5315942" y="1"/>
                </a:lnTo>
                <a:lnTo>
                  <a:pt x="3801683" y="5147251"/>
                </a:lnTo>
                <a:lnTo>
                  <a:pt x="1048742" y="5147251"/>
                </a:lnTo>
                <a:lnTo>
                  <a:pt x="1049846" y="5143499"/>
                </a:lnTo>
                <a:lnTo>
                  <a:pt x="0" y="5143499"/>
                </a:lnTo>
                <a:close/>
              </a:path>
            </a:pathLst>
          </a:custGeom>
          <a:solidFill>
            <a:schemeClr val="accent4"/>
          </a:solidFill>
          <a:ln w="19050">
            <a:noFill/>
            <a:round/>
            <a:headEnd/>
            <a:tailEnd/>
          </a:ln>
          <a:scene3d>
            <a:camera prst="orthographicFront"/>
            <a:lightRig rig="threePt" dir="t"/>
          </a:scene3d>
          <a:sp3d>
            <a:bevelT prst="convex"/>
          </a:sp3d>
        </p:spPr>
        <p:txBody>
          <a:bodyPr vert="horz" wrap="square" lIns="91440" tIns="45720" rIns="91440" bIns="45720" numCol="1" rtlCol="0" anchor="t" anchorCtr="0" compatLnSpc="1">
            <a:prstTxWarp prst="textNoShape">
              <a:avLst/>
            </a:prstTxWarp>
            <a:noAutofit/>
          </a:bodyPr>
          <a:lstStyle/>
          <a:p>
            <a:pPr>
              <a:lnSpc>
                <a:spcPct val="150000"/>
              </a:lnSpc>
            </a:pPr>
            <a:endParaRPr lang="en-US" sz="1600" b="1" cap="all" dirty="0">
              <a:solidFill>
                <a:schemeClr val="bg1"/>
              </a:solidFill>
              <a:ea typeface="Roboto" panose="02000000000000000000" pitchFamily="2" charset="0"/>
            </a:endParaRPr>
          </a:p>
        </p:txBody>
      </p:sp>
      <p:sp>
        <p:nvSpPr>
          <p:cNvPr id="6" name="Rectangle 5">
            <a:extLst>
              <a:ext uri="{FF2B5EF4-FFF2-40B4-BE49-F238E27FC236}">
                <a16:creationId xmlns:a16="http://schemas.microsoft.com/office/drawing/2014/main" id="{297E6D5B-B2F3-8C85-0C14-BC62AD69DA8E}"/>
              </a:ext>
            </a:extLst>
          </p:cNvPr>
          <p:cNvSpPr/>
          <p:nvPr/>
        </p:nvSpPr>
        <p:spPr>
          <a:xfrm>
            <a:off x="381000" y="2377539"/>
            <a:ext cx="3339388" cy="210390"/>
          </a:xfrm>
          <a:prstGeom prst="rect">
            <a:avLst/>
          </a:prstGeom>
        </p:spPr>
        <p:txBody>
          <a:bodyPr wrap="square" lIns="0" tIns="0" rIns="0" bIns="0" anchor="b">
            <a:spAutoFit/>
          </a:bodyPr>
          <a:lstStyle/>
          <a:p>
            <a:pPr>
              <a:lnSpc>
                <a:spcPct val="150000"/>
              </a:lnSpc>
            </a:pPr>
            <a:endParaRPr lang="en-US" sz="1200" dirty="0">
              <a:solidFill>
                <a:schemeClr val="bg1"/>
              </a:solidFill>
            </a:endParaRPr>
          </a:p>
        </p:txBody>
      </p:sp>
      <p:cxnSp>
        <p:nvCxnSpPr>
          <p:cNvPr id="9" name="Straight Connector 8">
            <a:extLst>
              <a:ext uri="{FF2B5EF4-FFF2-40B4-BE49-F238E27FC236}">
                <a16:creationId xmlns:a16="http://schemas.microsoft.com/office/drawing/2014/main" id="{41D4C6A7-2D73-A181-82EF-D9C1B81F07D9}"/>
              </a:ext>
            </a:extLst>
          </p:cNvPr>
          <p:cNvCxnSpPr/>
          <p:nvPr/>
        </p:nvCxnSpPr>
        <p:spPr>
          <a:xfrm>
            <a:off x="381000" y="3045128"/>
            <a:ext cx="2438400"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AB50A50E-ED6F-ED69-D569-61E683F61D9C}"/>
              </a:ext>
            </a:extLst>
          </p:cNvPr>
          <p:cNvSpPr txBox="1"/>
          <p:nvPr/>
        </p:nvSpPr>
        <p:spPr>
          <a:xfrm>
            <a:off x="267469" y="1581150"/>
            <a:ext cx="4641668" cy="1354217"/>
          </a:xfrm>
          <a:prstGeom prst="rect">
            <a:avLst/>
          </a:prstGeom>
          <a:noFill/>
        </p:spPr>
        <p:txBody>
          <a:bodyPr wrap="square">
            <a:spAutoFit/>
          </a:bodyPr>
          <a:lstStyle/>
          <a:p>
            <a:pPr>
              <a:lnSpc>
                <a:spcPct val="150000"/>
              </a:lnSpc>
            </a:pPr>
            <a:r>
              <a:rPr lang="en-GB" sz="1600" b="1" cap="all" dirty="0">
                <a:solidFill>
                  <a:schemeClr val="bg1"/>
                </a:solidFill>
                <a:ea typeface="Roboto" panose="02000000000000000000" pitchFamily="2" charset="0"/>
              </a:rPr>
              <a:t>Energy analysis &amp; Electrical connection</a:t>
            </a:r>
          </a:p>
          <a:p>
            <a:pPr>
              <a:lnSpc>
                <a:spcPct val="150000"/>
              </a:lnSpc>
            </a:pPr>
            <a:r>
              <a:rPr lang="en-US" sz="1200" b="1" cap="all" dirty="0" err="1">
                <a:solidFill>
                  <a:schemeClr val="bg1"/>
                </a:solidFill>
                <a:ea typeface="Roboto" panose="02000000000000000000" pitchFamily="2" charset="0"/>
              </a:rPr>
              <a:t>PVSyst</a:t>
            </a:r>
            <a:r>
              <a:rPr lang="en-US" sz="1200" b="1" cap="all" dirty="0">
                <a:solidFill>
                  <a:schemeClr val="bg1"/>
                </a:solidFill>
                <a:ea typeface="Roboto" panose="02000000000000000000" pitchFamily="2" charset="0"/>
              </a:rPr>
              <a:t> Simulation Figures</a:t>
            </a:r>
          </a:p>
          <a:p>
            <a:pPr>
              <a:lnSpc>
                <a:spcPct val="150000"/>
              </a:lnSpc>
            </a:pPr>
            <a:r>
              <a:rPr lang="en-US" sz="1200" b="1" cap="all" dirty="0">
                <a:solidFill>
                  <a:schemeClr val="bg1"/>
                </a:solidFill>
                <a:ea typeface="Roboto" panose="02000000000000000000" pitchFamily="2" charset="0"/>
              </a:rPr>
              <a:t>Proposed Electrical Point of Connection</a:t>
            </a:r>
          </a:p>
        </p:txBody>
      </p:sp>
    </p:spTree>
    <p:extLst>
      <p:ext uri="{BB962C8B-B14F-4D97-AF65-F5344CB8AC3E}">
        <p14:creationId xmlns:p14="http://schemas.microsoft.com/office/powerpoint/2010/main" val="3320102385"/>
      </p:ext>
    </p:extLst>
  </p:cSld>
  <p:clrMapOvr>
    <a:masterClrMapping/>
  </p:clrMapOvr>
  <p:transition spd="slow">
    <p:push dir="u"/>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3C85241C-B4CC-45B7-B904-17D678AC0698}"/>
              </a:ext>
            </a:extLst>
          </p:cNvPr>
          <p:cNvSpPr>
            <a:spLocks noGrp="1"/>
          </p:cNvSpPr>
          <p:nvPr>
            <p:ph type="title"/>
          </p:nvPr>
        </p:nvSpPr>
        <p:spPr>
          <a:xfrm>
            <a:off x="250257" y="265938"/>
            <a:ext cx="8643486" cy="353524"/>
          </a:xfrm>
        </p:spPr>
        <p:txBody>
          <a:bodyPr/>
          <a:lstStyle/>
          <a:p>
            <a:r>
              <a:rPr lang="en-US" dirty="0">
                <a:solidFill>
                  <a:schemeClr val="tx1">
                    <a:lumMod val="50000"/>
                    <a:lumOff val="50000"/>
                  </a:schemeClr>
                </a:solidFill>
              </a:rPr>
              <a:t>Design Engineering &amp; Energy Analysis Considerations</a:t>
            </a:r>
            <a:endParaRPr lang="en-US" sz="1600" dirty="0">
              <a:solidFill>
                <a:schemeClr val="tx1">
                  <a:lumMod val="50000"/>
                  <a:lumOff val="50000"/>
                </a:schemeClr>
              </a:solidFill>
            </a:endParaRPr>
          </a:p>
        </p:txBody>
      </p:sp>
      <p:sp>
        <p:nvSpPr>
          <p:cNvPr id="92" name="Text Placeholder 3">
            <a:extLst>
              <a:ext uri="{FF2B5EF4-FFF2-40B4-BE49-F238E27FC236}">
                <a16:creationId xmlns:a16="http://schemas.microsoft.com/office/drawing/2014/main" id="{43D07869-DAD8-4D41-AF01-8934F433B6EF}"/>
              </a:ext>
            </a:extLst>
          </p:cNvPr>
          <p:cNvSpPr>
            <a:spLocks noGrp="1"/>
          </p:cNvSpPr>
          <p:nvPr>
            <p:ph type="body" sz="half" idx="2"/>
          </p:nvPr>
        </p:nvSpPr>
        <p:spPr>
          <a:xfrm>
            <a:off x="250257" y="619462"/>
            <a:ext cx="8643485" cy="200746"/>
          </a:xfrm>
        </p:spPr>
        <p:txBody>
          <a:bodyPr/>
          <a:lstStyle/>
          <a:p>
            <a:r>
              <a:rPr lang="en-GB" dirty="0">
                <a:solidFill>
                  <a:schemeClr val="accent3"/>
                </a:solidFill>
              </a:rPr>
              <a:t>Engineering Approach and Justification</a:t>
            </a:r>
            <a:endParaRPr lang="en-US" dirty="0">
              <a:solidFill>
                <a:schemeClr val="accent3"/>
              </a:solidFill>
            </a:endParaRPr>
          </a:p>
        </p:txBody>
      </p:sp>
      <p:sp>
        <p:nvSpPr>
          <p:cNvPr id="2" name="TextBox 1">
            <a:extLst>
              <a:ext uri="{FF2B5EF4-FFF2-40B4-BE49-F238E27FC236}">
                <a16:creationId xmlns:a16="http://schemas.microsoft.com/office/drawing/2014/main" id="{C311D32A-3D5F-85B2-532D-6472C9C85388}"/>
              </a:ext>
            </a:extLst>
          </p:cNvPr>
          <p:cNvSpPr txBox="1"/>
          <p:nvPr/>
        </p:nvSpPr>
        <p:spPr>
          <a:xfrm>
            <a:off x="990600" y="1232922"/>
            <a:ext cx="6743700" cy="3416320"/>
          </a:xfrm>
          <a:prstGeom prst="rect">
            <a:avLst/>
          </a:prstGeom>
          <a:noFill/>
        </p:spPr>
        <p:txBody>
          <a:bodyPr wrap="square" rtlCol="0">
            <a:spAutoFit/>
          </a:bodyPr>
          <a:lstStyle/>
          <a:p>
            <a:pPr algn="just"/>
            <a:r>
              <a:rPr lang="en-US" sz="1200" b="1" dirty="0"/>
              <a:t>Design Engineering Consideration</a:t>
            </a:r>
          </a:p>
          <a:p>
            <a:pPr algn="just"/>
            <a:endParaRPr lang="en-US" sz="1200" b="1" dirty="0"/>
          </a:p>
          <a:p>
            <a:pPr marL="171450" indent="-171450" algn="just">
              <a:buFont typeface="Arial" panose="020B0604020202020204" pitchFamily="34" charset="0"/>
              <a:buChar char="•"/>
            </a:pPr>
            <a:r>
              <a:rPr lang="en-US" sz="1200" dirty="0"/>
              <a:t>The selection of </a:t>
            </a:r>
            <a:r>
              <a:rPr lang="en-US" sz="1200" b="1" i="1" dirty="0">
                <a:highlight>
                  <a:srgbClr val="FFFF00"/>
                </a:highlight>
              </a:rPr>
              <a:t>710Wp</a:t>
            </a:r>
            <a:r>
              <a:rPr lang="en-US" sz="1200" dirty="0">
                <a:highlight>
                  <a:srgbClr val="FFFF00"/>
                </a:highlight>
              </a:rPr>
              <a:t> module from </a:t>
            </a:r>
            <a:r>
              <a:rPr lang="en-US" sz="1200" dirty="0" err="1">
                <a:highlight>
                  <a:srgbClr val="FFFF00"/>
                </a:highlight>
              </a:rPr>
              <a:t>AstroEnergy</a:t>
            </a:r>
            <a:r>
              <a:rPr lang="en-US" sz="1200" dirty="0">
                <a:highlight>
                  <a:srgbClr val="FFFF00"/>
                </a:highlight>
              </a:rPr>
              <a:t> </a:t>
            </a:r>
            <a:r>
              <a:rPr lang="en-US" sz="1200" dirty="0"/>
              <a:t>is considered as it is the highest available Utility grade Solar PV module Available in the Industrial and commercial Application.</a:t>
            </a:r>
          </a:p>
          <a:p>
            <a:pPr marL="171450" indent="-171450" algn="just">
              <a:buFont typeface="Arial" panose="020B0604020202020204" pitchFamily="34" charset="0"/>
              <a:buChar char="•"/>
            </a:pPr>
            <a:r>
              <a:rPr lang="en-US" sz="1200" dirty="0"/>
              <a:t>HTC has considered inverters of </a:t>
            </a:r>
            <a:r>
              <a:rPr lang="en-US" sz="1200" b="1" i="1" dirty="0">
                <a:highlight>
                  <a:srgbClr val="FFFF00"/>
                </a:highlight>
              </a:rPr>
              <a:t>125kW </a:t>
            </a:r>
            <a:r>
              <a:rPr lang="en-US" sz="1200" dirty="0">
                <a:highlight>
                  <a:srgbClr val="FFFF00"/>
                </a:highlight>
              </a:rPr>
              <a:t>(125kW CX-P2) from </a:t>
            </a:r>
            <a:r>
              <a:rPr lang="en-US" sz="1200" dirty="0" err="1">
                <a:highlight>
                  <a:srgbClr val="FFFF00"/>
                </a:highlight>
              </a:rPr>
              <a:t>Sungrow</a:t>
            </a:r>
            <a:r>
              <a:rPr lang="en-US" sz="1200" dirty="0"/>
              <a:t>.</a:t>
            </a:r>
          </a:p>
          <a:p>
            <a:pPr marL="171450" indent="-171450" algn="just">
              <a:buFont typeface="Arial" panose="020B0604020202020204" pitchFamily="34" charset="0"/>
              <a:buChar char="•"/>
            </a:pPr>
            <a:r>
              <a:rPr lang="en-US" sz="1200" b="1" dirty="0"/>
              <a:t>Please note</a:t>
            </a:r>
            <a:r>
              <a:rPr lang="en-US" sz="1200" dirty="0"/>
              <a:t>, Design is subject to be changed based on the PV module and Inverter availability.</a:t>
            </a:r>
          </a:p>
          <a:p>
            <a:pPr marL="171450" indent="-171450" algn="just">
              <a:buFont typeface="Arial" panose="020B0604020202020204" pitchFamily="34" charset="0"/>
              <a:buChar char="•"/>
            </a:pPr>
            <a:r>
              <a:rPr lang="en-US" sz="1200" dirty="0"/>
              <a:t>All chosen components, as well as any alternatives proposed by HTC, are from Tier 1 suppliers. This is considered on par with industry standards.</a:t>
            </a:r>
          </a:p>
          <a:p>
            <a:pPr marL="171450" indent="-171450" algn="just">
              <a:buFont typeface="Arial" panose="020B0604020202020204" pitchFamily="34" charset="0"/>
              <a:buChar char="•"/>
            </a:pPr>
            <a:r>
              <a:rPr lang="en-US" sz="1200" dirty="0"/>
              <a:t>All design considerations have been developed in full compliance with the regulations of APSR, NEDC, and the relevant municipal authority for this project location.</a:t>
            </a:r>
          </a:p>
          <a:p>
            <a:pPr algn="just"/>
            <a:endParaRPr lang="en-US" sz="1200" dirty="0"/>
          </a:p>
          <a:p>
            <a:pPr algn="just"/>
            <a:r>
              <a:rPr lang="en-US" sz="1200" b="1" dirty="0"/>
              <a:t>Energy Yield Consideration</a:t>
            </a:r>
          </a:p>
          <a:p>
            <a:pPr marL="171450" indent="-171450" algn="just">
              <a:buFont typeface="Arial" panose="020B0604020202020204" pitchFamily="34" charset="0"/>
              <a:buChar char="•"/>
            </a:pPr>
            <a:endParaRPr lang="en-US" sz="1200" dirty="0"/>
          </a:p>
          <a:p>
            <a:pPr marL="171450" indent="-171450" algn="just">
              <a:buFont typeface="Arial" panose="020B0604020202020204" pitchFamily="34" charset="0"/>
              <a:buChar char="•"/>
            </a:pPr>
            <a:r>
              <a:rPr lang="en-US" sz="1200" dirty="0"/>
              <a:t>After Validating Shading scene in </a:t>
            </a:r>
            <a:r>
              <a:rPr lang="en-US" sz="1200" b="1" i="1" dirty="0"/>
              <a:t>Helioscope</a:t>
            </a:r>
            <a:r>
              <a:rPr lang="en-US" sz="1200" i="1" dirty="0"/>
              <a:t>, </a:t>
            </a:r>
            <a:r>
              <a:rPr lang="en-US" sz="1200" dirty="0"/>
              <a:t>which resulted in no major shading losses over the design PV area, an energy simulation was run on </a:t>
            </a:r>
            <a:r>
              <a:rPr lang="en-US" sz="1200" b="1" i="1" dirty="0" err="1"/>
              <a:t>PVSyst</a:t>
            </a:r>
            <a:r>
              <a:rPr lang="en-US" sz="1200" b="1" i="1" dirty="0"/>
              <a:t> </a:t>
            </a:r>
            <a:r>
              <a:rPr lang="en-US" sz="1200" dirty="0"/>
              <a:t>which also showed no major losses in other aspects of the design</a:t>
            </a:r>
            <a:r>
              <a:rPr lang="en-US" sz="1200" b="1" i="1" dirty="0"/>
              <a:t>.</a:t>
            </a:r>
          </a:p>
          <a:p>
            <a:pPr marL="171450" indent="-171450" algn="just">
              <a:buFont typeface="Arial" panose="020B0604020202020204" pitchFamily="34" charset="0"/>
              <a:buChar char="•"/>
            </a:pPr>
            <a:r>
              <a:rPr lang="en-US" sz="1200" dirty="0"/>
              <a:t>For year-on-year energy analysis, multi-year climatic uncertainty along-with equipment downtime uncertainty considered.</a:t>
            </a:r>
          </a:p>
        </p:txBody>
      </p:sp>
    </p:spTree>
    <p:extLst>
      <p:ext uri="{BB962C8B-B14F-4D97-AF65-F5344CB8AC3E}">
        <p14:creationId xmlns:p14="http://schemas.microsoft.com/office/powerpoint/2010/main" val="3819057371"/>
      </p:ext>
    </p:extLst>
  </p:cSld>
  <p:clrMapOvr>
    <a:masterClrMapping/>
  </p:clrMapOvr>
  <p:transition spd="slow">
    <p:push dir="u"/>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0D535BF-9DC2-9566-B71A-B136F1E9B1CC}"/>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2629558" y="984352"/>
            <a:ext cx="3884882" cy="4019448"/>
          </a:xfrm>
          <a:prstGeom prst="rect">
            <a:avLst/>
          </a:prstGeom>
        </p:spPr>
      </p:pic>
      <p:sp>
        <p:nvSpPr>
          <p:cNvPr id="10" name="Title 9">
            <a:extLst>
              <a:ext uri="{FF2B5EF4-FFF2-40B4-BE49-F238E27FC236}">
                <a16:creationId xmlns:a16="http://schemas.microsoft.com/office/drawing/2014/main" id="{3C85241C-B4CC-45B7-B904-17D678AC0698}"/>
              </a:ext>
            </a:extLst>
          </p:cNvPr>
          <p:cNvSpPr>
            <a:spLocks noGrp="1"/>
          </p:cNvSpPr>
          <p:nvPr>
            <p:ph type="title"/>
          </p:nvPr>
        </p:nvSpPr>
        <p:spPr>
          <a:xfrm>
            <a:off x="250257" y="265938"/>
            <a:ext cx="8643486" cy="353524"/>
          </a:xfrm>
        </p:spPr>
        <p:txBody>
          <a:bodyPr/>
          <a:lstStyle/>
          <a:p>
            <a:r>
              <a:rPr lang="en-US" dirty="0">
                <a:solidFill>
                  <a:schemeClr val="tx1">
                    <a:lumMod val="50000"/>
                    <a:lumOff val="50000"/>
                  </a:schemeClr>
                </a:solidFill>
              </a:rPr>
              <a:t>Carbon Footprint Reduction</a:t>
            </a:r>
            <a:endParaRPr lang="en-US" sz="1600" dirty="0">
              <a:solidFill>
                <a:schemeClr val="tx1">
                  <a:lumMod val="50000"/>
                  <a:lumOff val="50000"/>
                </a:schemeClr>
              </a:solidFill>
            </a:endParaRPr>
          </a:p>
        </p:txBody>
      </p:sp>
      <p:sp>
        <p:nvSpPr>
          <p:cNvPr id="92" name="Text Placeholder 3">
            <a:extLst>
              <a:ext uri="{FF2B5EF4-FFF2-40B4-BE49-F238E27FC236}">
                <a16:creationId xmlns:a16="http://schemas.microsoft.com/office/drawing/2014/main" id="{43D07869-DAD8-4D41-AF01-8934F433B6EF}"/>
              </a:ext>
            </a:extLst>
          </p:cNvPr>
          <p:cNvSpPr>
            <a:spLocks noGrp="1"/>
          </p:cNvSpPr>
          <p:nvPr>
            <p:ph type="body" sz="half" idx="2"/>
          </p:nvPr>
        </p:nvSpPr>
        <p:spPr>
          <a:xfrm>
            <a:off x="250257" y="619462"/>
            <a:ext cx="8643485" cy="200746"/>
          </a:xfrm>
        </p:spPr>
        <p:txBody>
          <a:bodyPr/>
          <a:lstStyle/>
          <a:p>
            <a:r>
              <a:rPr lang="en-GB" dirty="0">
                <a:solidFill>
                  <a:schemeClr val="accent3"/>
                </a:solidFill>
              </a:rPr>
              <a:t>Green House Gas Equivalents for PV System atop Chiller Building</a:t>
            </a:r>
            <a:endParaRPr lang="en-US" dirty="0">
              <a:solidFill>
                <a:schemeClr val="accent3"/>
              </a:solidFill>
            </a:endParaRPr>
          </a:p>
        </p:txBody>
      </p:sp>
    </p:spTree>
    <p:extLst>
      <p:ext uri="{BB962C8B-B14F-4D97-AF65-F5344CB8AC3E}">
        <p14:creationId xmlns:p14="http://schemas.microsoft.com/office/powerpoint/2010/main" val="1704978661"/>
      </p:ext>
    </p:extLst>
  </p:cSld>
  <p:clrMapOvr>
    <a:masterClrMapping/>
  </p:clrMapOvr>
  <p:transition spd="slow">
    <p:push dir="u"/>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19DA6AF-9BFF-7867-9724-97CE1DD9BDFC}"/>
              </a:ext>
            </a:extLst>
          </p:cNvPr>
          <p:cNvSpPr>
            <a:spLocks noGrp="1"/>
          </p:cNvSpPr>
          <p:nvPr>
            <p:ph type="title"/>
          </p:nvPr>
        </p:nvSpPr>
        <p:spPr/>
        <p:txBody>
          <a:bodyPr/>
          <a:lstStyle/>
          <a:p>
            <a:r>
              <a:rPr lang="en-US" dirty="0"/>
              <a:t>Energy Analysis</a:t>
            </a:r>
          </a:p>
        </p:txBody>
      </p:sp>
      <p:sp>
        <p:nvSpPr>
          <p:cNvPr id="7" name="Text Placeholder 6">
            <a:extLst>
              <a:ext uri="{FF2B5EF4-FFF2-40B4-BE49-F238E27FC236}">
                <a16:creationId xmlns:a16="http://schemas.microsoft.com/office/drawing/2014/main" id="{6054E182-1B72-8AD0-5AB4-A924A820E3F0}"/>
              </a:ext>
            </a:extLst>
          </p:cNvPr>
          <p:cNvSpPr>
            <a:spLocks noGrp="1"/>
          </p:cNvSpPr>
          <p:nvPr>
            <p:ph type="body" sz="half" idx="2"/>
          </p:nvPr>
        </p:nvSpPr>
        <p:spPr/>
        <p:txBody>
          <a:bodyPr/>
          <a:lstStyle/>
          <a:p>
            <a:r>
              <a:rPr lang="en-US" dirty="0">
                <a:solidFill>
                  <a:schemeClr val="accent4"/>
                </a:solidFill>
              </a:rPr>
              <a:t>Expected Energy Generation </a:t>
            </a:r>
          </a:p>
        </p:txBody>
      </p:sp>
      <p:graphicFrame>
        <p:nvGraphicFramePr>
          <p:cNvPr id="3" name="Table 2">
            <a:extLst>
              <a:ext uri="{FF2B5EF4-FFF2-40B4-BE49-F238E27FC236}">
                <a16:creationId xmlns:a16="http://schemas.microsoft.com/office/drawing/2014/main" id="{369C5254-E191-929D-8D7C-A983009B0CC8}"/>
              </a:ext>
            </a:extLst>
          </p:cNvPr>
          <p:cNvGraphicFramePr>
            <a:graphicFrameLocks noGrp="1"/>
          </p:cNvGraphicFramePr>
          <p:nvPr/>
        </p:nvGraphicFramePr>
        <p:xfrm>
          <a:off x="517186" y="972986"/>
          <a:ext cx="3292814" cy="3688289"/>
        </p:xfrm>
        <a:graphic>
          <a:graphicData uri="http://schemas.openxmlformats.org/drawingml/2006/table">
            <a:tbl>
              <a:tblPr firstRow="1" bandRow="1">
                <a:tableStyleId>{ED083AE6-46FA-4A59-8FB0-9F97EB10719F}</a:tableStyleId>
              </a:tblPr>
              <a:tblGrid>
                <a:gridCol w="1569405">
                  <a:extLst>
                    <a:ext uri="{9D8B030D-6E8A-4147-A177-3AD203B41FA5}">
                      <a16:colId xmlns:a16="http://schemas.microsoft.com/office/drawing/2014/main" val="2512378454"/>
                    </a:ext>
                  </a:extLst>
                </a:gridCol>
                <a:gridCol w="1723409">
                  <a:extLst>
                    <a:ext uri="{9D8B030D-6E8A-4147-A177-3AD203B41FA5}">
                      <a16:colId xmlns:a16="http://schemas.microsoft.com/office/drawing/2014/main" val="1938481583"/>
                    </a:ext>
                  </a:extLst>
                </a:gridCol>
              </a:tblGrid>
              <a:tr h="315379">
                <a:tc>
                  <a:txBody>
                    <a:bodyPr/>
                    <a:lstStyle/>
                    <a:p>
                      <a:pPr algn="ctr"/>
                      <a:r>
                        <a:rPr lang="en-US" sz="1050" b="1" kern="1200" dirty="0">
                          <a:solidFill>
                            <a:schemeClr val="tx1"/>
                          </a:solidFill>
                          <a:latin typeface="+mn-lt"/>
                          <a:ea typeface="+mn-ea"/>
                          <a:cs typeface="+mn-cs"/>
                        </a:rPr>
                        <a:t>Month</a:t>
                      </a:r>
                    </a:p>
                  </a:txBody>
                  <a:tcPr anchor="ctr"/>
                </a:tc>
                <a:tc>
                  <a:txBody>
                    <a:bodyPr/>
                    <a:lstStyle/>
                    <a:p>
                      <a:pPr algn="ctr" fontAlgn="b"/>
                      <a:r>
                        <a:rPr lang="en-US" sz="900" b="1" u="none" strike="noStrike" dirty="0">
                          <a:solidFill>
                            <a:schemeClr val="tx1"/>
                          </a:solidFill>
                          <a:effectLst/>
                        </a:rPr>
                        <a:t>Annual Energy Yield from Metal Roof PV System (kWh)</a:t>
                      </a:r>
                      <a:endParaRPr lang="en-US" sz="900" b="1" i="0" u="none" strike="noStrike" dirty="0">
                        <a:solidFill>
                          <a:schemeClr val="tx1"/>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741030409"/>
                  </a:ext>
                </a:extLst>
              </a:tr>
              <a:tr h="250909">
                <a:tc>
                  <a:txBody>
                    <a:bodyPr/>
                    <a:lstStyle/>
                    <a:p>
                      <a:pPr algn="ctr"/>
                      <a:r>
                        <a:rPr lang="en-US" sz="1100" dirty="0"/>
                        <a:t>Jan</a:t>
                      </a:r>
                    </a:p>
                  </a:txBody>
                  <a:tcPr anchor="ctr"/>
                </a:tc>
                <a:tc>
                  <a:txBody>
                    <a:bodyPr/>
                    <a:lstStyle/>
                    <a:p>
                      <a:pPr algn="ctr" fontAlgn="ctr"/>
                      <a:r>
                        <a:rPr lang="en-US" sz="1100" b="0" i="0" u="none" strike="noStrike">
                          <a:solidFill>
                            <a:srgbClr val="000000"/>
                          </a:solidFill>
                          <a:effectLst/>
                          <a:latin typeface="Roboto(body)"/>
                        </a:rPr>
                        <a:t>     482,800 </a:t>
                      </a:r>
                    </a:p>
                  </a:txBody>
                  <a:tcPr marL="9525" marR="9525" marT="9525" marB="0" anchor="ctr"/>
                </a:tc>
                <a:extLst>
                  <a:ext uri="{0D108BD9-81ED-4DB2-BD59-A6C34878D82A}">
                    <a16:rowId xmlns:a16="http://schemas.microsoft.com/office/drawing/2014/main" val="3637917742"/>
                  </a:ext>
                </a:extLst>
              </a:tr>
              <a:tr h="250909">
                <a:tc>
                  <a:txBody>
                    <a:bodyPr/>
                    <a:lstStyle/>
                    <a:p>
                      <a:pPr algn="ctr"/>
                      <a:r>
                        <a:rPr lang="en-US" sz="1100" dirty="0"/>
                        <a:t>Feb</a:t>
                      </a:r>
                    </a:p>
                  </a:txBody>
                  <a:tcPr anchor="ctr"/>
                </a:tc>
                <a:tc>
                  <a:txBody>
                    <a:bodyPr/>
                    <a:lstStyle/>
                    <a:p>
                      <a:pPr algn="ctr" fontAlgn="ctr"/>
                      <a:r>
                        <a:rPr lang="en-US" sz="1100" b="0" i="0" u="none" strike="noStrike">
                          <a:solidFill>
                            <a:srgbClr val="000000"/>
                          </a:solidFill>
                          <a:effectLst/>
                          <a:latin typeface="Roboto(body)"/>
                        </a:rPr>
                        <a:t>     500,100 </a:t>
                      </a:r>
                    </a:p>
                  </a:txBody>
                  <a:tcPr marL="9525" marR="9525" marT="9525" marB="0" anchor="ctr"/>
                </a:tc>
                <a:extLst>
                  <a:ext uri="{0D108BD9-81ED-4DB2-BD59-A6C34878D82A}">
                    <a16:rowId xmlns:a16="http://schemas.microsoft.com/office/drawing/2014/main" val="1998434090"/>
                  </a:ext>
                </a:extLst>
              </a:tr>
              <a:tr h="26395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1100" dirty="0"/>
                        <a:t>Mar</a:t>
                      </a:r>
                    </a:p>
                  </a:txBody>
                  <a:tcPr anchor="ctr"/>
                </a:tc>
                <a:tc>
                  <a:txBody>
                    <a:bodyPr/>
                    <a:lstStyle/>
                    <a:p>
                      <a:pPr algn="ctr" fontAlgn="ctr"/>
                      <a:r>
                        <a:rPr lang="en-US" sz="1100" b="0" i="0" u="none" strike="noStrike">
                          <a:solidFill>
                            <a:srgbClr val="000000"/>
                          </a:solidFill>
                          <a:effectLst/>
                          <a:latin typeface="Roboto(body)"/>
                        </a:rPr>
                        <a:t>     604,700 </a:t>
                      </a:r>
                    </a:p>
                  </a:txBody>
                  <a:tcPr marL="9525" marR="9525" marT="9525" marB="0" anchor="ctr"/>
                </a:tc>
                <a:extLst>
                  <a:ext uri="{0D108BD9-81ED-4DB2-BD59-A6C34878D82A}">
                    <a16:rowId xmlns:a16="http://schemas.microsoft.com/office/drawing/2014/main" val="169540556"/>
                  </a:ext>
                </a:extLst>
              </a:tr>
              <a:tr h="250909">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1100" dirty="0"/>
                        <a:t>Apr</a:t>
                      </a:r>
                    </a:p>
                  </a:txBody>
                  <a:tcPr anchor="ctr"/>
                </a:tc>
                <a:tc>
                  <a:txBody>
                    <a:bodyPr/>
                    <a:lstStyle/>
                    <a:p>
                      <a:pPr algn="ctr" fontAlgn="ctr"/>
                      <a:r>
                        <a:rPr lang="en-US" sz="1100" b="0" i="0" u="none" strike="noStrike">
                          <a:solidFill>
                            <a:srgbClr val="000000"/>
                          </a:solidFill>
                          <a:effectLst/>
                          <a:latin typeface="Roboto(body)"/>
                        </a:rPr>
                        <a:t>     662,300 </a:t>
                      </a:r>
                    </a:p>
                  </a:txBody>
                  <a:tcPr marL="9525" marR="9525" marT="9525" marB="0" anchor="ctr"/>
                </a:tc>
                <a:extLst>
                  <a:ext uri="{0D108BD9-81ED-4DB2-BD59-A6C34878D82A}">
                    <a16:rowId xmlns:a16="http://schemas.microsoft.com/office/drawing/2014/main" val="3590861836"/>
                  </a:ext>
                </a:extLst>
              </a:tr>
              <a:tr h="23697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1100" dirty="0"/>
                        <a:t>May</a:t>
                      </a:r>
                    </a:p>
                  </a:txBody>
                  <a:tcPr anchor="ctr"/>
                </a:tc>
                <a:tc>
                  <a:txBody>
                    <a:bodyPr/>
                    <a:lstStyle/>
                    <a:p>
                      <a:pPr algn="ctr" fontAlgn="ctr"/>
                      <a:r>
                        <a:rPr lang="en-US" sz="1100" b="0" i="0" u="none" strike="noStrike">
                          <a:solidFill>
                            <a:srgbClr val="000000"/>
                          </a:solidFill>
                          <a:effectLst/>
                          <a:latin typeface="Roboto(body)"/>
                        </a:rPr>
                        <a:t>     714,400 </a:t>
                      </a:r>
                    </a:p>
                  </a:txBody>
                  <a:tcPr marL="9525" marR="9525" marT="9525" marB="0" anchor="ctr"/>
                </a:tc>
                <a:extLst>
                  <a:ext uri="{0D108BD9-81ED-4DB2-BD59-A6C34878D82A}">
                    <a16:rowId xmlns:a16="http://schemas.microsoft.com/office/drawing/2014/main" val="3614374447"/>
                  </a:ext>
                </a:extLst>
              </a:tr>
              <a:tr h="250909">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1100" dirty="0"/>
                        <a:t>Jun</a:t>
                      </a:r>
                    </a:p>
                  </a:txBody>
                  <a:tcPr anchor="ctr"/>
                </a:tc>
                <a:tc>
                  <a:txBody>
                    <a:bodyPr/>
                    <a:lstStyle/>
                    <a:p>
                      <a:pPr algn="ctr" fontAlgn="ctr"/>
                      <a:r>
                        <a:rPr lang="en-US" sz="1100" b="0" i="0" u="none" strike="noStrike">
                          <a:solidFill>
                            <a:srgbClr val="000000"/>
                          </a:solidFill>
                          <a:effectLst/>
                          <a:latin typeface="Roboto(body)"/>
                        </a:rPr>
                        <a:t>     687,800 </a:t>
                      </a:r>
                    </a:p>
                  </a:txBody>
                  <a:tcPr marL="9525" marR="9525" marT="9525" marB="0" anchor="ctr"/>
                </a:tc>
                <a:extLst>
                  <a:ext uri="{0D108BD9-81ED-4DB2-BD59-A6C34878D82A}">
                    <a16:rowId xmlns:a16="http://schemas.microsoft.com/office/drawing/2014/main" val="3874172240"/>
                  </a:ext>
                </a:extLst>
              </a:tr>
              <a:tr h="250909">
                <a:tc>
                  <a:txBody>
                    <a:bodyPr/>
                    <a:lstStyle/>
                    <a:p>
                      <a:pPr algn="ctr"/>
                      <a:r>
                        <a:rPr lang="en-US" sz="1100" dirty="0"/>
                        <a:t>Jul</a:t>
                      </a:r>
                    </a:p>
                  </a:txBody>
                  <a:tcPr anchor="ctr"/>
                </a:tc>
                <a:tc>
                  <a:txBody>
                    <a:bodyPr/>
                    <a:lstStyle/>
                    <a:p>
                      <a:pPr algn="ctr" fontAlgn="ctr"/>
                      <a:r>
                        <a:rPr lang="en-US" sz="1100" b="0" i="0" u="none" strike="noStrike">
                          <a:solidFill>
                            <a:srgbClr val="000000"/>
                          </a:solidFill>
                          <a:effectLst/>
                          <a:latin typeface="Roboto(body)"/>
                        </a:rPr>
                        <a:t>     684,100 </a:t>
                      </a:r>
                    </a:p>
                  </a:txBody>
                  <a:tcPr marL="9525" marR="9525" marT="9525" marB="0" anchor="ctr"/>
                </a:tc>
                <a:extLst>
                  <a:ext uri="{0D108BD9-81ED-4DB2-BD59-A6C34878D82A}">
                    <a16:rowId xmlns:a16="http://schemas.microsoft.com/office/drawing/2014/main" val="3802194584"/>
                  </a:ext>
                </a:extLst>
              </a:tr>
              <a:tr h="236970">
                <a:tc>
                  <a:txBody>
                    <a:bodyPr/>
                    <a:lstStyle/>
                    <a:p>
                      <a:pPr algn="ctr"/>
                      <a:r>
                        <a:rPr lang="en-US" sz="1100" dirty="0"/>
                        <a:t>Aug</a:t>
                      </a:r>
                    </a:p>
                  </a:txBody>
                  <a:tcPr anchor="ctr"/>
                </a:tc>
                <a:tc>
                  <a:txBody>
                    <a:bodyPr/>
                    <a:lstStyle/>
                    <a:p>
                      <a:pPr algn="ctr" fontAlgn="ctr"/>
                      <a:r>
                        <a:rPr lang="en-US" sz="1100" b="0" i="0" u="none" strike="noStrike">
                          <a:solidFill>
                            <a:srgbClr val="000000"/>
                          </a:solidFill>
                          <a:effectLst/>
                          <a:latin typeface="Roboto(body)"/>
                        </a:rPr>
                        <a:t>     661,300 </a:t>
                      </a:r>
                    </a:p>
                  </a:txBody>
                  <a:tcPr marL="9525" marR="9525" marT="9525" marB="0" anchor="ctr"/>
                </a:tc>
                <a:extLst>
                  <a:ext uri="{0D108BD9-81ED-4DB2-BD59-A6C34878D82A}">
                    <a16:rowId xmlns:a16="http://schemas.microsoft.com/office/drawing/2014/main" val="1286897364"/>
                  </a:ext>
                </a:extLst>
              </a:tr>
              <a:tr h="250909">
                <a:tc>
                  <a:txBody>
                    <a:bodyPr/>
                    <a:lstStyle/>
                    <a:p>
                      <a:pPr algn="ctr"/>
                      <a:r>
                        <a:rPr lang="en-US" sz="1100" dirty="0"/>
                        <a:t>Sep</a:t>
                      </a:r>
                    </a:p>
                  </a:txBody>
                  <a:tcPr anchor="ctr"/>
                </a:tc>
                <a:tc>
                  <a:txBody>
                    <a:bodyPr/>
                    <a:lstStyle/>
                    <a:p>
                      <a:pPr algn="ctr" fontAlgn="ctr"/>
                      <a:r>
                        <a:rPr lang="en-US" sz="1100" b="0" i="0" u="none" strike="noStrike">
                          <a:solidFill>
                            <a:srgbClr val="000000"/>
                          </a:solidFill>
                          <a:effectLst/>
                          <a:latin typeface="Roboto(body)"/>
                        </a:rPr>
                        <a:t>     624,300 </a:t>
                      </a:r>
                    </a:p>
                  </a:txBody>
                  <a:tcPr marL="9525" marR="9525" marT="9525" marB="0" anchor="ctr"/>
                </a:tc>
                <a:extLst>
                  <a:ext uri="{0D108BD9-81ED-4DB2-BD59-A6C34878D82A}">
                    <a16:rowId xmlns:a16="http://schemas.microsoft.com/office/drawing/2014/main" val="2777288011"/>
                  </a:ext>
                </a:extLst>
              </a:tr>
              <a:tr h="250909">
                <a:tc>
                  <a:txBody>
                    <a:bodyPr/>
                    <a:lstStyle/>
                    <a:p>
                      <a:pPr algn="ctr"/>
                      <a:r>
                        <a:rPr lang="en-US" sz="1100" dirty="0"/>
                        <a:t>Oct</a:t>
                      </a:r>
                    </a:p>
                  </a:txBody>
                  <a:tcPr anchor="ctr"/>
                </a:tc>
                <a:tc>
                  <a:txBody>
                    <a:bodyPr/>
                    <a:lstStyle/>
                    <a:p>
                      <a:pPr algn="ctr" fontAlgn="ctr"/>
                      <a:r>
                        <a:rPr lang="en-US" sz="1100" b="0" i="0" u="none" strike="noStrike">
                          <a:solidFill>
                            <a:srgbClr val="000000"/>
                          </a:solidFill>
                          <a:effectLst/>
                          <a:latin typeface="Roboto(body)"/>
                        </a:rPr>
                        <a:t>     587,700 </a:t>
                      </a:r>
                    </a:p>
                  </a:txBody>
                  <a:tcPr marL="9525" marR="9525" marT="9525" marB="0" anchor="ctr"/>
                </a:tc>
                <a:extLst>
                  <a:ext uri="{0D108BD9-81ED-4DB2-BD59-A6C34878D82A}">
                    <a16:rowId xmlns:a16="http://schemas.microsoft.com/office/drawing/2014/main" val="2720549802"/>
                  </a:ext>
                </a:extLst>
              </a:tr>
              <a:tr h="250909">
                <a:tc>
                  <a:txBody>
                    <a:bodyPr/>
                    <a:lstStyle/>
                    <a:p>
                      <a:pPr algn="ctr"/>
                      <a:r>
                        <a:rPr lang="en-US" sz="1100" dirty="0"/>
                        <a:t>Nov</a:t>
                      </a:r>
                    </a:p>
                  </a:txBody>
                  <a:tcPr anchor="ctr"/>
                </a:tc>
                <a:tc>
                  <a:txBody>
                    <a:bodyPr/>
                    <a:lstStyle/>
                    <a:p>
                      <a:pPr algn="ctr" fontAlgn="ctr"/>
                      <a:r>
                        <a:rPr lang="en-US" sz="1100" b="0" i="0" u="none" strike="noStrike">
                          <a:solidFill>
                            <a:srgbClr val="000000"/>
                          </a:solidFill>
                          <a:effectLst/>
                          <a:latin typeface="Roboto(body)"/>
                        </a:rPr>
                        <a:t>     487,900 </a:t>
                      </a:r>
                    </a:p>
                  </a:txBody>
                  <a:tcPr marL="9525" marR="9525" marT="9525" marB="0" anchor="ctr"/>
                </a:tc>
                <a:extLst>
                  <a:ext uri="{0D108BD9-81ED-4DB2-BD59-A6C34878D82A}">
                    <a16:rowId xmlns:a16="http://schemas.microsoft.com/office/drawing/2014/main" val="4152209567"/>
                  </a:ext>
                </a:extLst>
              </a:tr>
              <a:tr h="250909">
                <a:tc>
                  <a:txBody>
                    <a:bodyPr/>
                    <a:lstStyle/>
                    <a:p>
                      <a:pPr algn="ctr"/>
                      <a:r>
                        <a:rPr lang="en-US" sz="1100" dirty="0"/>
                        <a:t>Dec</a:t>
                      </a:r>
                    </a:p>
                  </a:txBody>
                  <a:tcPr anchor="ctr"/>
                </a:tc>
                <a:tc>
                  <a:txBody>
                    <a:bodyPr/>
                    <a:lstStyle/>
                    <a:p>
                      <a:pPr algn="ctr" fontAlgn="ctr"/>
                      <a:r>
                        <a:rPr lang="en-US" sz="1100" b="0" i="0" u="none" strike="noStrike">
                          <a:solidFill>
                            <a:srgbClr val="000000"/>
                          </a:solidFill>
                          <a:effectLst/>
                          <a:latin typeface="Roboto(body)"/>
                        </a:rPr>
                        <a:t>     448,300 </a:t>
                      </a:r>
                    </a:p>
                  </a:txBody>
                  <a:tcPr marL="9525" marR="9525" marT="9525" marB="0" anchor="ctr"/>
                </a:tc>
                <a:extLst>
                  <a:ext uri="{0D108BD9-81ED-4DB2-BD59-A6C34878D82A}">
                    <a16:rowId xmlns:a16="http://schemas.microsoft.com/office/drawing/2014/main" val="966593806"/>
                  </a:ext>
                </a:extLst>
              </a:tr>
              <a:tr h="250909">
                <a:tc>
                  <a:txBody>
                    <a:bodyPr/>
                    <a:lstStyle/>
                    <a:p>
                      <a:pPr algn="ctr"/>
                      <a:r>
                        <a:rPr lang="en-US" sz="1100" b="1" dirty="0"/>
                        <a:t>Total</a:t>
                      </a:r>
                      <a:endParaRPr lang="en-US" sz="1100" b="1" i="1" dirty="0"/>
                    </a:p>
                  </a:txBody>
                  <a:tcPr anchor="ctr"/>
                </a:tc>
                <a:tc>
                  <a:txBody>
                    <a:bodyPr/>
                    <a:lstStyle/>
                    <a:p>
                      <a:pPr algn="ctr" fontAlgn="ctr"/>
                      <a:r>
                        <a:rPr lang="en-US" sz="1100" b="1" i="0" u="none" strike="noStrike" dirty="0">
                          <a:solidFill>
                            <a:srgbClr val="000000"/>
                          </a:solidFill>
                          <a:effectLst/>
                          <a:latin typeface="Roboto(body)"/>
                        </a:rPr>
                        <a:t>  7,145,700 </a:t>
                      </a:r>
                    </a:p>
                  </a:txBody>
                  <a:tcPr marL="9525" marR="9525" marT="9525" marB="0" anchor="ctr"/>
                </a:tc>
                <a:extLst>
                  <a:ext uri="{0D108BD9-81ED-4DB2-BD59-A6C34878D82A}">
                    <a16:rowId xmlns:a16="http://schemas.microsoft.com/office/drawing/2014/main" val="2544510917"/>
                  </a:ext>
                </a:extLst>
              </a:tr>
            </a:tbl>
          </a:graphicData>
        </a:graphic>
      </p:graphicFrame>
      <p:graphicFrame>
        <p:nvGraphicFramePr>
          <p:cNvPr id="2" name="Chart 1">
            <a:extLst>
              <a:ext uri="{FF2B5EF4-FFF2-40B4-BE49-F238E27FC236}">
                <a16:creationId xmlns:a16="http://schemas.microsoft.com/office/drawing/2014/main" id="{109BF2A3-EA1A-4AE4-A433-9127BEE8C1DC}"/>
              </a:ext>
            </a:extLst>
          </p:cNvPr>
          <p:cNvGraphicFramePr>
            <a:graphicFrameLocks/>
          </p:cNvGraphicFramePr>
          <p:nvPr/>
        </p:nvGraphicFramePr>
        <p:xfrm>
          <a:off x="3810000" y="972986"/>
          <a:ext cx="5120640" cy="384048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72434515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19DA6AF-9BFF-7867-9724-97CE1DD9BDFC}"/>
              </a:ext>
            </a:extLst>
          </p:cNvPr>
          <p:cNvSpPr>
            <a:spLocks noGrp="1"/>
          </p:cNvSpPr>
          <p:nvPr>
            <p:ph type="title"/>
          </p:nvPr>
        </p:nvSpPr>
        <p:spPr/>
        <p:txBody>
          <a:bodyPr/>
          <a:lstStyle/>
          <a:p>
            <a:r>
              <a:rPr lang="en-US" dirty="0"/>
              <a:t>Energy Analysis</a:t>
            </a:r>
          </a:p>
        </p:txBody>
      </p:sp>
      <p:sp>
        <p:nvSpPr>
          <p:cNvPr id="7" name="Text Placeholder 6">
            <a:extLst>
              <a:ext uri="{FF2B5EF4-FFF2-40B4-BE49-F238E27FC236}">
                <a16:creationId xmlns:a16="http://schemas.microsoft.com/office/drawing/2014/main" id="{6054E182-1B72-8AD0-5AB4-A924A820E3F0}"/>
              </a:ext>
            </a:extLst>
          </p:cNvPr>
          <p:cNvSpPr>
            <a:spLocks noGrp="1"/>
          </p:cNvSpPr>
          <p:nvPr>
            <p:ph type="body" sz="half" idx="2"/>
          </p:nvPr>
        </p:nvSpPr>
        <p:spPr/>
        <p:txBody>
          <a:bodyPr/>
          <a:lstStyle/>
          <a:p>
            <a:r>
              <a:rPr lang="en-US" dirty="0">
                <a:solidFill>
                  <a:schemeClr val="accent4"/>
                </a:solidFill>
              </a:rPr>
              <a:t>Year-On-Year Degradation Analysis – For 25 Years</a:t>
            </a:r>
          </a:p>
        </p:txBody>
      </p:sp>
      <p:graphicFrame>
        <p:nvGraphicFramePr>
          <p:cNvPr id="2" name="Table 1">
            <a:extLst>
              <a:ext uri="{FF2B5EF4-FFF2-40B4-BE49-F238E27FC236}">
                <a16:creationId xmlns:a16="http://schemas.microsoft.com/office/drawing/2014/main" id="{D5DFFC82-4530-7E75-92E7-3B351471151C}"/>
              </a:ext>
            </a:extLst>
          </p:cNvPr>
          <p:cNvGraphicFramePr>
            <a:graphicFrameLocks noGrp="1"/>
          </p:cNvGraphicFramePr>
          <p:nvPr/>
        </p:nvGraphicFramePr>
        <p:xfrm>
          <a:off x="1143000" y="914400"/>
          <a:ext cx="2926080" cy="3840480"/>
        </p:xfrm>
        <a:graphic>
          <a:graphicData uri="http://schemas.openxmlformats.org/drawingml/2006/table">
            <a:tbl>
              <a:tblPr firstRow="1" firstCol="1" bandRow="1">
                <a:tableStyleId>{ED083AE6-46FA-4A59-8FB0-9F97EB10719F}</a:tableStyleId>
              </a:tblPr>
              <a:tblGrid>
                <a:gridCol w="731520">
                  <a:extLst>
                    <a:ext uri="{9D8B030D-6E8A-4147-A177-3AD203B41FA5}">
                      <a16:colId xmlns:a16="http://schemas.microsoft.com/office/drawing/2014/main" val="1223419363"/>
                    </a:ext>
                  </a:extLst>
                </a:gridCol>
                <a:gridCol w="1097280">
                  <a:extLst>
                    <a:ext uri="{9D8B030D-6E8A-4147-A177-3AD203B41FA5}">
                      <a16:colId xmlns:a16="http://schemas.microsoft.com/office/drawing/2014/main" val="1821157322"/>
                    </a:ext>
                  </a:extLst>
                </a:gridCol>
                <a:gridCol w="1097280">
                  <a:extLst>
                    <a:ext uri="{9D8B030D-6E8A-4147-A177-3AD203B41FA5}">
                      <a16:colId xmlns:a16="http://schemas.microsoft.com/office/drawing/2014/main" val="918797190"/>
                    </a:ext>
                  </a:extLst>
                </a:gridCol>
              </a:tblGrid>
              <a:tr h="182880">
                <a:tc>
                  <a:txBody>
                    <a:bodyPr/>
                    <a:lstStyle/>
                    <a:p>
                      <a:pPr marL="0" marR="0" algn="ctr">
                        <a:spcBef>
                          <a:spcPts val="0"/>
                        </a:spcBef>
                        <a:spcAft>
                          <a:spcPts val="0"/>
                        </a:spcAft>
                      </a:pPr>
                      <a:r>
                        <a:rPr lang="en-US" sz="1000" b="1" dirty="0">
                          <a:effectLst/>
                        </a:rPr>
                        <a:t>Year</a:t>
                      </a:r>
                      <a:endParaRPr lang="en-US" sz="1000" b="1" dirty="0">
                        <a:effectLst/>
                        <a:latin typeface="Tahoma" panose="020B0604030504040204" pitchFamily="34" charset="0"/>
                        <a:ea typeface="Tahoma" panose="020B0604030504040204" pitchFamily="34" charset="0"/>
                        <a:cs typeface="Times New Roman" panose="02020603050405020304" pitchFamily="18" charset="0"/>
                      </a:endParaRPr>
                    </a:p>
                  </a:txBody>
                  <a:tcPr marL="68580" marR="68580" marT="0" marB="0" anchor="ctr"/>
                </a:tc>
                <a:tc>
                  <a:txBody>
                    <a:bodyPr/>
                    <a:lstStyle/>
                    <a:p>
                      <a:pPr marL="0" marR="0" algn="ctr">
                        <a:spcBef>
                          <a:spcPts val="0"/>
                        </a:spcBef>
                        <a:spcAft>
                          <a:spcPts val="0"/>
                        </a:spcAft>
                      </a:pPr>
                      <a:r>
                        <a:rPr lang="en-US" sz="1000" b="1" dirty="0" err="1">
                          <a:effectLst/>
                        </a:rPr>
                        <a:t>E_Grid</a:t>
                      </a:r>
                      <a:r>
                        <a:rPr lang="en-US" sz="1000" b="1" dirty="0">
                          <a:effectLst/>
                        </a:rPr>
                        <a:t> (MWh)</a:t>
                      </a:r>
                      <a:endParaRPr lang="en-US" sz="1000" b="1" dirty="0">
                        <a:effectLst/>
                        <a:latin typeface="Tahoma" panose="020B0604030504040204" pitchFamily="34" charset="0"/>
                        <a:ea typeface="Tahoma" panose="020B0604030504040204" pitchFamily="34" charset="0"/>
                        <a:cs typeface="Times New Roman" panose="02020603050405020304" pitchFamily="18" charset="0"/>
                      </a:endParaRPr>
                    </a:p>
                  </a:txBody>
                  <a:tcPr marL="68580" marR="68580" marT="0" marB="0" anchor="ctr"/>
                </a:tc>
                <a:tc>
                  <a:txBody>
                    <a:bodyPr/>
                    <a:lstStyle/>
                    <a:p>
                      <a:pPr marL="0" marR="0" algn="ctr">
                        <a:spcBef>
                          <a:spcPts val="0"/>
                        </a:spcBef>
                        <a:spcAft>
                          <a:spcPts val="0"/>
                        </a:spcAft>
                      </a:pPr>
                      <a:r>
                        <a:rPr lang="en-US" sz="1000" b="1" dirty="0">
                          <a:effectLst/>
                        </a:rPr>
                        <a:t>% Energy Loss</a:t>
                      </a:r>
                      <a:endParaRPr lang="en-US" sz="1000" b="1" dirty="0">
                        <a:effectLst/>
                        <a:latin typeface="Tahoma" panose="020B0604030504040204" pitchFamily="34" charset="0"/>
                        <a:ea typeface="Tahoma" panose="020B060403050404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822346283"/>
                  </a:ext>
                </a:extLst>
              </a:tr>
              <a:tr h="182880">
                <a:tc>
                  <a:txBody>
                    <a:bodyPr/>
                    <a:lstStyle/>
                    <a:p>
                      <a:pPr marL="0" algn="ctr" defTabSz="914377" rtl="0" eaLnBrk="1" fontAlgn="b" latinLnBrk="0" hangingPunct="1"/>
                      <a:r>
                        <a:rPr lang="en-US" sz="1100" b="0" i="0" u="none" strike="noStrike" kern="1200" dirty="0">
                          <a:solidFill>
                            <a:srgbClr val="000000"/>
                          </a:solidFill>
                          <a:effectLst/>
                          <a:latin typeface="+mn-lt"/>
                          <a:ea typeface="+mn-ea"/>
                          <a:cs typeface="+mn-cs"/>
                        </a:rPr>
                        <a:t>1</a:t>
                      </a:r>
                    </a:p>
                  </a:txBody>
                  <a:tcPr marL="9525" marR="9525" marT="9525" marB="0" anchor="ctr"/>
                </a:tc>
                <a:tc>
                  <a:txBody>
                    <a:bodyPr/>
                    <a:lstStyle/>
                    <a:p>
                      <a:pPr algn="ctr" fontAlgn="b"/>
                      <a:r>
                        <a:rPr lang="en-US" sz="1100" b="0" i="0" u="none" strike="noStrike">
                          <a:solidFill>
                            <a:srgbClr val="000000"/>
                          </a:solidFill>
                          <a:effectLst/>
                          <a:latin typeface="Roboto(body)"/>
                        </a:rPr>
                        <a:t>7,145.70</a:t>
                      </a:r>
                    </a:p>
                  </a:txBody>
                  <a:tcPr marL="9525" marR="9525" marT="9525" marB="0" anchor="b"/>
                </a:tc>
                <a:tc>
                  <a:txBody>
                    <a:bodyPr/>
                    <a:lstStyle/>
                    <a:p>
                      <a:pPr algn="ctr" fontAlgn="b"/>
                      <a:r>
                        <a:rPr lang="en-US" sz="1100" b="0" i="0" u="none" strike="noStrike">
                          <a:solidFill>
                            <a:srgbClr val="000000"/>
                          </a:solidFill>
                          <a:effectLst/>
                          <a:latin typeface="Roboto(body)"/>
                        </a:rPr>
                        <a:t>0.0%</a:t>
                      </a:r>
                    </a:p>
                  </a:txBody>
                  <a:tcPr marL="9525" marR="9525" marT="9525" marB="0" anchor="b"/>
                </a:tc>
                <a:extLst>
                  <a:ext uri="{0D108BD9-81ED-4DB2-BD59-A6C34878D82A}">
                    <a16:rowId xmlns:a16="http://schemas.microsoft.com/office/drawing/2014/main" val="2416735823"/>
                  </a:ext>
                </a:extLst>
              </a:tr>
              <a:tr h="182880">
                <a:tc>
                  <a:txBody>
                    <a:bodyPr/>
                    <a:lstStyle/>
                    <a:p>
                      <a:pPr marL="0" algn="ctr" defTabSz="914377" rtl="0" eaLnBrk="1" fontAlgn="b" latinLnBrk="0" hangingPunct="1"/>
                      <a:r>
                        <a:rPr lang="en-US" sz="1100" b="0" i="0" u="none" strike="noStrike" kern="1200" dirty="0">
                          <a:solidFill>
                            <a:srgbClr val="000000"/>
                          </a:solidFill>
                          <a:effectLst/>
                          <a:latin typeface="+mn-lt"/>
                          <a:ea typeface="+mn-ea"/>
                          <a:cs typeface="+mn-cs"/>
                        </a:rPr>
                        <a:t>2</a:t>
                      </a:r>
                    </a:p>
                  </a:txBody>
                  <a:tcPr marL="9525" marR="9525" marT="9525" marB="0" anchor="ctr"/>
                </a:tc>
                <a:tc>
                  <a:txBody>
                    <a:bodyPr/>
                    <a:lstStyle/>
                    <a:p>
                      <a:pPr algn="ctr" fontAlgn="b"/>
                      <a:r>
                        <a:rPr lang="en-US" sz="1100" b="0" i="0" u="none" strike="noStrike">
                          <a:solidFill>
                            <a:srgbClr val="000000"/>
                          </a:solidFill>
                          <a:effectLst/>
                          <a:latin typeface="Roboto(body)"/>
                        </a:rPr>
                        <a:t>7,099.25</a:t>
                      </a:r>
                    </a:p>
                  </a:txBody>
                  <a:tcPr marL="9525" marR="9525" marT="9525" marB="0" anchor="b"/>
                </a:tc>
                <a:tc>
                  <a:txBody>
                    <a:bodyPr/>
                    <a:lstStyle/>
                    <a:p>
                      <a:pPr algn="ctr" fontAlgn="b"/>
                      <a:r>
                        <a:rPr lang="en-US" sz="1100" b="0" i="0" u="none" strike="noStrike">
                          <a:solidFill>
                            <a:srgbClr val="000000"/>
                          </a:solidFill>
                          <a:effectLst/>
                          <a:latin typeface="Roboto(body)"/>
                        </a:rPr>
                        <a:t>0.6%</a:t>
                      </a:r>
                    </a:p>
                  </a:txBody>
                  <a:tcPr marL="9525" marR="9525" marT="9525" marB="0" anchor="b"/>
                </a:tc>
                <a:extLst>
                  <a:ext uri="{0D108BD9-81ED-4DB2-BD59-A6C34878D82A}">
                    <a16:rowId xmlns:a16="http://schemas.microsoft.com/office/drawing/2014/main" val="2172173238"/>
                  </a:ext>
                </a:extLst>
              </a:tr>
              <a:tr h="182880">
                <a:tc>
                  <a:txBody>
                    <a:bodyPr/>
                    <a:lstStyle/>
                    <a:p>
                      <a:pPr marL="0" algn="ctr" defTabSz="914377" rtl="0" eaLnBrk="1" fontAlgn="b" latinLnBrk="0" hangingPunct="1"/>
                      <a:r>
                        <a:rPr lang="en-US" sz="1100" b="0" i="0" u="none" strike="noStrike" kern="1200" dirty="0">
                          <a:solidFill>
                            <a:srgbClr val="000000"/>
                          </a:solidFill>
                          <a:effectLst/>
                          <a:latin typeface="+mn-lt"/>
                          <a:ea typeface="+mn-ea"/>
                          <a:cs typeface="+mn-cs"/>
                        </a:rPr>
                        <a:t>3</a:t>
                      </a:r>
                    </a:p>
                  </a:txBody>
                  <a:tcPr marL="9525" marR="9525" marT="9525" marB="0" anchor="ctr"/>
                </a:tc>
                <a:tc>
                  <a:txBody>
                    <a:bodyPr/>
                    <a:lstStyle/>
                    <a:p>
                      <a:pPr algn="ctr" fontAlgn="b"/>
                      <a:r>
                        <a:rPr lang="en-US" sz="1100" b="0" i="0" u="none" strike="noStrike">
                          <a:solidFill>
                            <a:srgbClr val="000000"/>
                          </a:solidFill>
                          <a:effectLst/>
                          <a:latin typeface="Roboto(body)"/>
                        </a:rPr>
                        <a:t>7,053.11</a:t>
                      </a:r>
                    </a:p>
                  </a:txBody>
                  <a:tcPr marL="9525" marR="9525" marT="9525" marB="0" anchor="b"/>
                </a:tc>
                <a:tc>
                  <a:txBody>
                    <a:bodyPr/>
                    <a:lstStyle/>
                    <a:p>
                      <a:pPr algn="ctr" fontAlgn="b"/>
                      <a:r>
                        <a:rPr lang="en-US" sz="1100" b="0" i="0" u="none" strike="noStrike">
                          <a:solidFill>
                            <a:srgbClr val="000000"/>
                          </a:solidFill>
                          <a:effectLst/>
                          <a:latin typeface="Roboto(body)"/>
                        </a:rPr>
                        <a:t>1.3%</a:t>
                      </a:r>
                    </a:p>
                  </a:txBody>
                  <a:tcPr marL="9525" marR="9525" marT="9525" marB="0" anchor="b"/>
                </a:tc>
                <a:extLst>
                  <a:ext uri="{0D108BD9-81ED-4DB2-BD59-A6C34878D82A}">
                    <a16:rowId xmlns:a16="http://schemas.microsoft.com/office/drawing/2014/main" val="2499352857"/>
                  </a:ext>
                </a:extLst>
              </a:tr>
              <a:tr h="182880">
                <a:tc>
                  <a:txBody>
                    <a:bodyPr/>
                    <a:lstStyle/>
                    <a:p>
                      <a:pPr marL="0" algn="ctr" defTabSz="914377" rtl="0" eaLnBrk="1" fontAlgn="b" latinLnBrk="0" hangingPunct="1"/>
                      <a:r>
                        <a:rPr lang="en-US" sz="1100" b="0" i="0" u="none" strike="noStrike" kern="1200" dirty="0">
                          <a:solidFill>
                            <a:srgbClr val="000000"/>
                          </a:solidFill>
                          <a:effectLst/>
                          <a:latin typeface="+mn-lt"/>
                          <a:ea typeface="+mn-ea"/>
                          <a:cs typeface="+mn-cs"/>
                        </a:rPr>
                        <a:t>4</a:t>
                      </a:r>
                    </a:p>
                  </a:txBody>
                  <a:tcPr marL="9525" marR="9525" marT="9525" marB="0" anchor="ctr"/>
                </a:tc>
                <a:tc>
                  <a:txBody>
                    <a:bodyPr/>
                    <a:lstStyle/>
                    <a:p>
                      <a:pPr algn="ctr" fontAlgn="b"/>
                      <a:r>
                        <a:rPr lang="en-US" sz="1100" b="0" i="0" u="none" strike="noStrike">
                          <a:solidFill>
                            <a:srgbClr val="000000"/>
                          </a:solidFill>
                          <a:effectLst/>
                          <a:latin typeface="Roboto(body)"/>
                        </a:rPr>
                        <a:t>7,007.26</a:t>
                      </a:r>
                    </a:p>
                  </a:txBody>
                  <a:tcPr marL="9525" marR="9525" marT="9525" marB="0" anchor="b"/>
                </a:tc>
                <a:tc>
                  <a:txBody>
                    <a:bodyPr/>
                    <a:lstStyle/>
                    <a:p>
                      <a:pPr algn="ctr" fontAlgn="b"/>
                      <a:r>
                        <a:rPr lang="en-US" sz="1100" b="0" i="0" u="none" strike="noStrike">
                          <a:solidFill>
                            <a:srgbClr val="000000"/>
                          </a:solidFill>
                          <a:effectLst/>
                          <a:latin typeface="Roboto(body)"/>
                        </a:rPr>
                        <a:t>1.9%</a:t>
                      </a:r>
                    </a:p>
                  </a:txBody>
                  <a:tcPr marL="9525" marR="9525" marT="9525" marB="0" anchor="b"/>
                </a:tc>
                <a:extLst>
                  <a:ext uri="{0D108BD9-81ED-4DB2-BD59-A6C34878D82A}">
                    <a16:rowId xmlns:a16="http://schemas.microsoft.com/office/drawing/2014/main" val="460438283"/>
                  </a:ext>
                </a:extLst>
              </a:tr>
              <a:tr h="182880">
                <a:tc>
                  <a:txBody>
                    <a:bodyPr/>
                    <a:lstStyle/>
                    <a:p>
                      <a:pPr marL="0" algn="ctr" defTabSz="914377" rtl="0" eaLnBrk="1" fontAlgn="b" latinLnBrk="0" hangingPunct="1"/>
                      <a:r>
                        <a:rPr lang="en-US" sz="1100" b="0" i="0" u="none" strike="noStrike" kern="1200" dirty="0">
                          <a:solidFill>
                            <a:srgbClr val="000000"/>
                          </a:solidFill>
                          <a:effectLst/>
                          <a:latin typeface="+mn-lt"/>
                          <a:ea typeface="+mn-ea"/>
                          <a:cs typeface="+mn-cs"/>
                        </a:rPr>
                        <a:t>5</a:t>
                      </a:r>
                    </a:p>
                  </a:txBody>
                  <a:tcPr marL="9525" marR="9525" marT="9525" marB="0" anchor="ctr"/>
                </a:tc>
                <a:tc>
                  <a:txBody>
                    <a:bodyPr/>
                    <a:lstStyle/>
                    <a:p>
                      <a:pPr algn="ctr" fontAlgn="b"/>
                      <a:r>
                        <a:rPr lang="en-US" sz="1100" b="0" i="0" u="none" strike="noStrike">
                          <a:solidFill>
                            <a:srgbClr val="000000"/>
                          </a:solidFill>
                          <a:effectLst/>
                          <a:latin typeface="Roboto(body)"/>
                        </a:rPr>
                        <a:t>6,961.72</a:t>
                      </a:r>
                    </a:p>
                  </a:txBody>
                  <a:tcPr marL="9525" marR="9525" marT="9525" marB="0" anchor="b"/>
                </a:tc>
                <a:tc>
                  <a:txBody>
                    <a:bodyPr/>
                    <a:lstStyle/>
                    <a:p>
                      <a:pPr algn="ctr" fontAlgn="b"/>
                      <a:r>
                        <a:rPr lang="en-US" sz="1100" b="0" i="0" u="none" strike="noStrike">
                          <a:solidFill>
                            <a:srgbClr val="000000"/>
                          </a:solidFill>
                          <a:effectLst/>
                          <a:latin typeface="Roboto(body)"/>
                        </a:rPr>
                        <a:t>2.6%</a:t>
                      </a:r>
                    </a:p>
                  </a:txBody>
                  <a:tcPr marL="9525" marR="9525" marT="9525" marB="0" anchor="b"/>
                </a:tc>
                <a:extLst>
                  <a:ext uri="{0D108BD9-81ED-4DB2-BD59-A6C34878D82A}">
                    <a16:rowId xmlns:a16="http://schemas.microsoft.com/office/drawing/2014/main" val="3090070719"/>
                  </a:ext>
                </a:extLst>
              </a:tr>
              <a:tr h="182880">
                <a:tc>
                  <a:txBody>
                    <a:bodyPr/>
                    <a:lstStyle/>
                    <a:p>
                      <a:pPr marL="0" algn="ctr" defTabSz="914377" rtl="0" eaLnBrk="1" fontAlgn="b" latinLnBrk="0" hangingPunct="1"/>
                      <a:r>
                        <a:rPr lang="en-US" sz="1100" b="0" i="0" u="none" strike="noStrike" kern="1200" dirty="0">
                          <a:solidFill>
                            <a:srgbClr val="000000"/>
                          </a:solidFill>
                          <a:effectLst/>
                          <a:latin typeface="+mn-lt"/>
                          <a:ea typeface="+mn-ea"/>
                          <a:cs typeface="+mn-cs"/>
                        </a:rPr>
                        <a:t>6</a:t>
                      </a:r>
                    </a:p>
                  </a:txBody>
                  <a:tcPr marL="9525" marR="9525" marT="9525" marB="0" anchor="ctr"/>
                </a:tc>
                <a:tc>
                  <a:txBody>
                    <a:bodyPr/>
                    <a:lstStyle/>
                    <a:p>
                      <a:pPr algn="ctr" fontAlgn="b"/>
                      <a:r>
                        <a:rPr lang="en-US" sz="1100" b="0" i="0" u="none" strike="noStrike">
                          <a:solidFill>
                            <a:srgbClr val="000000"/>
                          </a:solidFill>
                          <a:effectLst/>
                          <a:latin typeface="Roboto(body)"/>
                        </a:rPr>
                        <a:t>6,916.46</a:t>
                      </a:r>
                    </a:p>
                  </a:txBody>
                  <a:tcPr marL="9525" marR="9525" marT="9525" marB="0" anchor="b"/>
                </a:tc>
                <a:tc>
                  <a:txBody>
                    <a:bodyPr/>
                    <a:lstStyle/>
                    <a:p>
                      <a:pPr algn="ctr" fontAlgn="b"/>
                      <a:r>
                        <a:rPr lang="en-US" sz="1100" b="0" i="0" u="none" strike="noStrike">
                          <a:solidFill>
                            <a:srgbClr val="000000"/>
                          </a:solidFill>
                          <a:effectLst/>
                          <a:latin typeface="Roboto(body)"/>
                        </a:rPr>
                        <a:t>3.2%</a:t>
                      </a:r>
                    </a:p>
                  </a:txBody>
                  <a:tcPr marL="9525" marR="9525" marT="9525" marB="0" anchor="b"/>
                </a:tc>
                <a:extLst>
                  <a:ext uri="{0D108BD9-81ED-4DB2-BD59-A6C34878D82A}">
                    <a16:rowId xmlns:a16="http://schemas.microsoft.com/office/drawing/2014/main" val="1550282005"/>
                  </a:ext>
                </a:extLst>
              </a:tr>
              <a:tr h="182880">
                <a:tc>
                  <a:txBody>
                    <a:bodyPr/>
                    <a:lstStyle/>
                    <a:p>
                      <a:pPr marL="0" algn="ctr" defTabSz="914377" rtl="0" eaLnBrk="1" fontAlgn="b" latinLnBrk="0" hangingPunct="1"/>
                      <a:r>
                        <a:rPr lang="en-US" sz="1100" b="0" i="0" u="none" strike="noStrike" kern="1200" dirty="0">
                          <a:solidFill>
                            <a:srgbClr val="000000"/>
                          </a:solidFill>
                          <a:effectLst/>
                          <a:latin typeface="+mn-lt"/>
                          <a:ea typeface="+mn-ea"/>
                          <a:cs typeface="+mn-cs"/>
                        </a:rPr>
                        <a:t>7</a:t>
                      </a:r>
                    </a:p>
                  </a:txBody>
                  <a:tcPr marL="9525" marR="9525" marT="9525" marB="0" anchor="ctr"/>
                </a:tc>
                <a:tc>
                  <a:txBody>
                    <a:bodyPr/>
                    <a:lstStyle/>
                    <a:p>
                      <a:pPr algn="ctr" fontAlgn="b"/>
                      <a:r>
                        <a:rPr lang="en-US" sz="1100" b="0" i="0" u="none" strike="noStrike">
                          <a:solidFill>
                            <a:srgbClr val="000000"/>
                          </a:solidFill>
                          <a:effectLst/>
                          <a:latin typeface="Roboto(body)"/>
                        </a:rPr>
                        <a:t>6,871.51</a:t>
                      </a:r>
                    </a:p>
                  </a:txBody>
                  <a:tcPr marL="9525" marR="9525" marT="9525" marB="0" anchor="b"/>
                </a:tc>
                <a:tc>
                  <a:txBody>
                    <a:bodyPr/>
                    <a:lstStyle/>
                    <a:p>
                      <a:pPr algn="ctr" fontAlgn="b"/>
                      <a:r>
                        <a:rPr lang="en-US" sz="1100" b="0" i="0" u="none" strike="noStrike">
                          <a:solidFill>
                            <a:srgbClr val="000000"/>
                          </a:solidFill>
                          <a:effectLst/>
                          <a:latin typeface="Roboto(body)"/>
                        </a:rPr>
                        <a:t>3.8%</a:t>
                      </a:r>
                    </a:p>
                  </a:txBody>
                  <a:tcPr marL="9525" marR="9525" marT="9525" marB="0" anchor="b"/>
                </a:tc>
                <a:extLst>
                  <a:ext uri="{0D108BD9-81ED-4DB2-BD59-A6C34878D82A}">
                    <a16:rowId xmlns:a16="http://schemas.microsoft.com/office/drawing/2014/main" val="3578538891"/>
                  </a:ext>
                </a:extLst>
              </a:tr>
              <a:tr h="182880">
                <a:tc>
                  <a:txBody>
                    <a:bodyPr/>
                    <a:lstStyle/>
                    <a:p>
                      <a:pPr marL="0" algn="ctr" defTabSz="914377" rtl="0" eaLnBrk="1" fontAlgn="b" latinLnBrk="0" hangingPunct="1"/>
                      <a:r>
                        <a:rPr lang="en-US" sz="1100" b="0" i="0" u="none" strike="noStrike" kern="1200" dirty="0">
                          <a:solidFill>
                            <a:srgbClr val="000000"/>
                          </a:solidFill>
                          <a:effectLst/>
                          <a:latin typeface="+mn-lt"/>
                          <a:ea typeface="+mn-ea"/>
                          <a:cs typeface="+mn-cs"/>
                        </a:rPr>
                        <a:t>8</a:t>
                      </a:r>
                    </a:p>
                  </a:txBody>
                  <a:tcPr marL="9525" marR="9525" marT="9525" marB="0" anchor="ctr"/>
                </a:tc>
                <a:tc>
                  <a:txBody>
                    <a:bodyPr/>
                    <a:lstStyle/>
                    <a:p>
                      <a:pPr algn="ctr" fontAlgn="b"/>
                      <a:r>
                        <a:rPr lang="en-US" sz="1100" b="0" i="0" u="none" strike="noStrike">
                          <a:solidFill>
                            <a:srgbClr val="000000"/>
                          </a:solidFill>
                          <a:effectLst/>
                          <a:latin typeface="Roboto(body)"/>
                        </a:rPr>
                        <a:t>6,826.84</a:t>
                      </a:r>
                    </a:p>
                  </a:txBody>
                  <a:tcPr marL="9525" marR="9525" marT="9525" marB="0" anchor="b"/>
                </a:tc>
                <a:tc>
                  <a:txBody>
                    <a:bodyPr/>
                    <a:lstStyle/>
                    <a:p>
                      <a:pPr algn="ctr" fontAlgn="b"/>
                      <a:r>
                        <a:rPr lang="en-US" sz="1100" b="0" i="0" u="none" strike="noStrike">
                          <a:solidFill>
                            <a:srgbClr val="000000"/>
                          </a:solidFill>
                          <a:effectLst/>
                          <a:latin typeface="Roboto(body)"/>
                        </a:rPr>
                        <a:t>4.5%</a:t>
                      </a:r>
                    </a:p>
                  </a:txBody>
                  <a:tcPr marL="9525" marR="9525" marT="9525" marB="0" anchor="b"/>
                </a:tc>
                <a:extLst>
                  <a:ext uri="{0D108BD9-81ED-4DB2-BD59-A6C34878D82A}">
                    <a16:rowId xmlns:a16="http://schemas.microsoft.com/office/drawing/2014/main" val="422360710"/>
                  </a:ext>
                </a:extLst>
              </a:tr>
              <a:tr h="182880">
                <a:tc>
                  <a:txBody>
                    <a:bodyPr/>
                    <a:lstStyle/>
                    <a:p>
                      <a:pPr marL="0" algn="ctr" defTabSz="914377" rtl="0" eaLnBrk="1" fontAlgn="b" latinLnBrk="0" hangingPunct="1"/>
                      <a:r>
                        <a:rPr lang="en-US" sz="1100" b="0" i="0" u="none" strike="noStrike" kern="1200" dirty="0">
                          <a:solidFill>
                            <a:srgbClr val="000000"/>
                          </a:solidFill>
                          <a:effectLst/>
                          <a:latin typeface="+mn-lt"/>
                          <a:ea typeface="+mn-ea"/>
                          <a:cs typeface="+mn-cs"/>
                        </a:rPr>
                        <a:t>9</a:t>
                      </a:r>
                    </a:p>
                  </a:txBody>
                  <a:tcPr marL="9525" marR="9525" marT="9525" marB="0" anchor="ctr"/>
                </a:tc>
                <a:tc>
                  <a:txBody>
                    <a:bodyPr/>
                    <a:lstStyle/>
                    <a:p>
                      <a:pPr algn="ctr" fontAlgn="b"/>
                      <a:r>
                        <a:rPr lang="en-US" sz="1100" b="0" i="0" u="none" strike="noStrike">
                          <a:solidFill>
                            <a:srgbClr val="000000"/>
                          </a:solidFill>
                          <a:effectLst/>
                          <a:latin typeface="Roboto(body)"/>
                        </a:rPr>
                        <a:t>6,782.47</a:t>
                      </a:r>
                    </a:p>
                  </a:txBody>
                  <a:tcPr marL="9525" marR="9525" marT="9525" marB="0" anchor="b"/>
                </a:tc>
                <a:tc>
                  <a:txBody>
                    <a:bodyPr/>
                    <a:lstStyle/>
                    <a:p>
                      <a:pPr algn="ctr" fontAlgn="b"/>
                      <a:r>
                        <a:rPr lang="en-US" sz="1100" b="0" i="0" u="none" strike="noStrike">
                          <a:solidFill>
                            <a:srgbClr val="000000"/>
                          </a:solidFill>
                          <a:effectLst/>
                          <a:latin typeface="Roboto(body)"/>
                        </a:rPr>
                        <a:t>5.1%</a:t>
                      </a:r>
                    </a:p>
                  </a:txBody>
                  <a:tcPr marL="9525" marR="9525" marT="9525" marB="0" anchor="b"/>
                </a:tc>
                <a:extLst>
                  <a:ext uri="{0D108BD9-81ED-4DB2-BD59-A6C34878D82A}">
                    <a16:rowId xmlns:a16="http://schemas.microsoft.com/office/drawing/2014/main" val="2194922501"/>
                  </a:ext>
                </a:extLst>
              </a:tr>
              <a:tr h="182880">
                <a:tc>
                  <a:txBody>
                    <a:bodyPr/>
                    <a:lstStyle/>
                    <a:p>
                      <a:pPr marL="0" algn="ctr" defTabSz="914377" rtl="0" eaLnBrk="1" fontAlgn="b" latinLnBrk="0" hangingPunct="1"/>
                      <a:r>
                        <a:rPr lang="en-US" sz="1100" b="0" i="0" u="none" strike="noStrike" kern="1200" dirty="0">
                          <a:solidFill>
                            <a:srgbClr val="000000"/>
                          </a:solidFill>
                          <a:effectLst/>
                          <a:latin typeface="+mn-lt"/>
                          <a:ea typeface="+mn-ea"/>
                          <a:cs typeface="+mn-cs"/>
                        </a:rPr>
                        <a:t>10</a:t>
                      </a:r>
                    </a:p>
                  </a:txBody>
                  <a:tcPr marL="9525" marR="9525" marT="9525" marB="0" anchor="ctr"/>
                </a:tc>
                <a:tc>
                  <a:txBody>
                    <a:bodyPr/>
                    <a:lstStyle/>
                    <a:p>
                      <a:pPr algn="ctr" fontAlgn="b"/>
                      <a:r>
                        <a:rPr lang="en-US" sz="1100" b="0" i="0" u="none" strike="noStrike">
                          <a:solidFill>
                            <a:srgbClr val="000000"/>
                          </a:solidFill>
                          <a:effectLst/>
                          <a:latin typeface="Roboto(body)"/>
                        </a:rPr>
                        <a:t>6,738.38</a:t>
                      </a:r>
                    </a:p>
                  </a:txBody>
                  <a:tcPr marL="9525" marR="9525" marT="9525" marB="0" anchor="b"/>
                </a:tc>
                <a:tc>
                  <a:txBody>
                    <a:bodyPr/>
                    <a:lstStyle/>
                    <a:p>
                      <a:pPr algn="ctr" fontAlgn="b"/>
                      <a:r>
                        <a:rPr lang="en-US" sz="1100" b="0" i="0" u="none" strike="noStrike">
                          <a:solidFill>
                            <a:srgbClr val="000000"/>
                          </a:solidFill>
                          <a:effectLst/>
                          <a:latin typeface="Roboto(body)"/>
                        </a:rPr>
                        <a:t>5.7%</a:t>
                      </a:r>
                    </a:p>
                  </a:txBody>
                  <a:tcPr marL="9525" marR="9525" marT="9525" marB="0" anchor="b"/>
                </a:tc>
                <a:extLst>
                  <a:ext uri="{0D108BD9-81ED-4DB2-BD59-A6C34878D82A}">
                    <a16:rowId xmlns:a16="http://schemas.microsoft.com/office/drawing/2014/main" val="4151727968"/>
                  </a:ext>
                </a:extLst>
              </a:tr>
              <a:tr h="182880">
                <a:tc>
                  <a:txBody>
                    <a:bodyPr/>
                    <a:lstStyle/>
                    <a:p>
                      <a:pPr marL="0" algn="ctr" defTabSz="914377" rtl="0" eaLnBrk="1" fontAlgn="b" latinLnBrk="0" hangingPunct="1"/>
                      <a:r>
                        <a:rPr lang="en-US" sz="1100" b="0" i="0" u="none" strike="noStrike" kern="1200" dirty="0">
                          <a:solidFill>
                            <a:srgbClr val="000000"/>
                          </a:solidFill>
                          <a:effectLst/>
                          <a:latin typeface="+mn-lt"/>
                          <a:ea typeface="+mn-ea"/>
                          <a:cs typeface="+mn-cs"/>
                        </a:rPr>
                        <a:t>11</a:t>
                      </a:r>
                    </a:p>
                  </a:txBody>
                  <a:tcPr marL="9525" marR="9525" marT="9525" marB="0" anchor="ctr"/>
                </a:tc>
                <a:tc>
                  <a:txBody>
                    <a:bodyPr/>
                    <a:lstStyle/>
                    <a:p>
                      <a:pPr algn="ctr" fontAlgn="b"/>
                      <a:r>
                        <a:rPr lang="en-US" sz="1100" b="0" i="0" u="none" strike="noStrike">
                          <a:solidFill>
                            <a:srgbClr val="000000"/>
                          </a:solidFill>
                          <a:effectLst/>
                          <a:latin typeface="Roboto(body)"/>
                        </a:rPr>
                        <a:t>6,694.58</a:t>
                      </a:r>
                    </a:p>
                  </a:txBody>
                  <a:tcPr marL="9525" marR="9525" marT="9525" marB="0" anchor="b"/>
                </a:tc>
                <a:tc>
                  <a:txBody>
                    <a:bodyPr/>
                    <a:lstStyle/>
                    <a:p>
                      <a:pPr algn="ctr" fontAlgn="b"/>
                      <a:r>
                        <a:rPr lang="en-US" sz="1100" b="0" i="0" u="none" strike="noStrike">
                          <a:solidFill>
                            <a:srgbClr val="000000"/>
                          </a:solidFill>
                          <a:effectLst/>
                          <a:latin typeface="Roboto(body)"/>
                        </a:rPr>
                        <a:t>6.3%</a:t>
                      </a:r>
                    </a:p>
                  </a:txBody>
                  <a:tcPr marL="9525" marR="9525" marT="9525" marB="0" anchor="b"/>
                </a:tc>
                <a:extLst>
                  <a:ext uri="{0D108BD9-81ED-4DB2-BD59-A6C34878D82A}">
                    <a16:rowId xmlns:a16="http://schemas.microsoft.com/office/drawing/2014/main" val="228354603"/>
                  </a:ext>
                </a:extLst>
              </a:tr>
              <a:tr h="182880">
                <a:tc>
                  <a:txBody>
                    <a:bodyPr/>
                    <a:lstStyle/>
                    <a:p>
                      <a:pPr marL="0" algn="ctr" defTabSz="914377" rtl="0" eaLnBrk="1" fontAlgn="b" latinLnBrk="0" hangingPunct="1"/>
                      <a:r>
                        <a:rPr lang="en-US" sz="1100" b="0" i="0" u="none" strike="noStrike" kern="1200" dirty="0">
                          <a:solidFill>
                            <a:srgbClr val="000000"/>
                          </a:solidFill>
                          <a:effectLst/>
                          <a:latin typeface="+mn-lt"/>
                          <a:ea typeface="+mn-ea"/>
                          <a:cs typeface="+mn-cs"/>
                        </a:rPr>
                        <a:t>12</a:t>
                      </a:r>
                    </a:p>
                  </a:txBody>
                  <a:tcPr marL="9525" marR="9525" marT="9525" marB="0" anchor="ctr"/>
                </a:tc>
                <a:tc>
                  <a:txBody>
                    <a:bodyPr/>
                    <a:lstStyle/>
                    <a:p>
                      <a:pPr algn="ctr" fontAlgn="b"/>
                      <a:r>
                        <a:rPr lang="en-US" sz="1100" b="0" i="0" u="none" strike="noStrike">
                          <a:solidFill>
                            <a:srgbClr val="000000"/>
                          </a:solidFill>
                          <a:effectLst/>
                          <a:latin typeface="Roboto(body)"/>
                        </a:rPr>
                        <a:t>6,651.07</a:t>
                      </a:r>
                    </a:p>
                  </a:txBody>
                  <a:tcPr marL="9525" marR="9525" marT="9525" marB="0" anchor="b"/>
                </a:tc>
                <a:tc>
                  <a:txBody>
                    <a:bodyPr/>
                    <a:lstStyle/>
                    <a:p>
                      <a:pPr algn="ctr" fontAlgn="b"/>
                      <a:r>
                        <a:rPr lang="en-US" sz="1100" b="0" i="0" u="none" strike="noStrike">
                          <a:solidFill>
                            <a:srgbClr val="000000"/>
                          </a:solidFill>
                          <a:effectLst/>
                          <a:latin typeface="Roboto(body)"/>
                        </a:rPr>
                        <a:t>6.9%</a:t>
                      </a:r>
                    </a:p>
                  </a:txBody>
                  <a:tcPr marL="9525" marR="9525" marT="9525" marB="0" anchor="b"/>
                </a:tc>
                <a:extLst>
                  <a:ext uri="{0D108BD9-81ED-4DB2-BD59-A6C34878D82A}">
                    <a16:rowId xmlns:a16="http://schemas.microsoft.com/office/drawing/2014/main" val="910552655"/>
                  </a:ext>
                </a:extLst>
              </a:tr>
              <a:tr h="182880">
                <a:tc>
                  <a:txBody>
                    <a:bodyPr/>
                    <a:lstStyle/>
                    <a:p>
                      <a:pPr marL="0" algn="ctr" defTabSz="914377" rtl="0" eaLnBrk="1" fontAlgn="b" latinLnBrk="0" hangingPunct="1"/>
                      <a:r>
                        <a:rPr lang="en-US" sz="1100" b="0" i="0" u="none" strike="noStrike" kern="1200" dirty="0">
                          <a:solidFill>
                            <a:srgbClr val="000000"/>
                          </a:solidFill>
                          <a:effectLst/>
                          <a:latin typeface="+mn-lt"/>
                          <a:ea typeface="+mn-ea"/>
                          <a:cs typeface="+mn-cs"/>
                        </a:rPr>
                        <a:t>13</a:t>
                      </a:r>
                    </a:p>
                  </a:txBody>
                  <a:tcPr marL="9525" marR="9525" marT="9525" marB="0" anchor="ctr"/>
                </a:tc>
                <a:tc>
                  <a:txBody>
                    <a:bodyPr/>
                    <a:lstStyle/>
                    <a:p>
                      <a:pPr algn="ctr" fontAlgn="b"/>
                      <a:r>
                        <a:rPr lang="en-US" sz="1100" b="0" i="0" u="none" strike="noStrike">
                          <a:solidFill>
                            <a:srgbClr val="000000"/>
                          </a:solidFill>
                          <a:effectLst/>
                          <a:latin typeface="Roboto(body)"/>
                        </a:rPr>
                        <a:t>6,607.84</a:t>
                      </a:r>
                    </a:p>
                  </a:txBody>
                  <a:tcPr marL="9525" marR="9525" marT="9525" marB="0" anchor="b"/>
                </a:tc>
                <a:tc>
                  <a:txBody>
                    <a:bodyPr/>
                    <a:lstStyle/>
                    <a:p>
                      <a:pPr algn="ctr" fontAlgn="b"/>
                      <a:r>
                        <a:rPr lang="en-US" sz="1100" b="0" i="0" u="none" strike="noStrike">
                          <a:solidFill>
                            <a:srgbClr val="000000"/>
                          </a:solidFill>
                          <a:effectLst/>
                          <a:latin typeface="Roboto(body)"/>
                        </a:rPr>
                        <a:t>7.5%</a:t>
                      </a:r>
                    </a:p>
                  </a:txBody>
                  <a:tcPr marL="9525" marR="9525" marT="9525" marB="0" anchor="b"/>
                </a:tc>
                <a:extLst>
                  <a:ext uri="{0D108BD9-81ED-4DB2-BD59-A6C34878D82A}">
                    <a16:rowId xmlns:a16="http://schemas.microsoft.com/office/drawing/2014/main" val="3707228525"/>
                  </a:ext>
                </a:extLst>
              </a:tr>
              <a:tr h="182880">
                <a:tc>
                  <a:txBody>
                    <a:bodyPr/>
                    <a:lstStyle/>
                    <a:p>
                      <a:pPr marL="0" algn="ctr" defTabSz="914377" rtl="0" eaLnBrk="1" fontAlgn="b" latinLnBrk="0" hangingPunct="1"/>
                      <a:r>
                        <a:rPr lang="en-US" sz="1100" b="0" i="0" u="none" strike="noStrike" kern="1200" dirty="0">
                          <a:solidFill>
                            <a:srgbClr val="000000"/>
                          </a:solidFill>
                          <a:effectLst/>
                          <a:latin typeface="+mn-lt"/>
                          <a:ea typeface="+mn-ea"/>
                          <a:cs typeface="+mn-cs"/>
                        </a:rPr>
                        <a:t>14</a:t>
                      </a:r>
                    </a:p>
                  </a:txBody>
                  <a:tcPr marL="9525" marR="9525" marT="9525" marB="0" anchor="ctr"/>
                </a:tc>
                <a:tc>
                  <a:txBody>
                    <a:bodyPr/>
                    <a:lstStyle/>
                    <a:p>
                      <a:pPr algn="ctr" fontAlgn="b"/>
                      <a:r>
                        <a:rPr lang="en-US" sz="1100" b="0" i="0" u="none" strike="noStrike">
                          <a:solidFill>
                            <a:srgbClr val="000000"/>
                          </a:solidFill>
                          <a:effectLst/>
                          <a:latin typeface="Roboto(body)"/>
                        </a:rPr>
                        <a:t>6,564.88</a:t>
                      </a:r>
                    </a:p>
                  </a:txBody>
                  <a:tcPr marL="9525" marR="9525" marT="9525" marB="0" anchor="b"/>
                </a:tc>
                <a:tc>
                  <a:txBody>
                    <a:bodyPr/>
                    <a:lstStyle/>
                    <a:p>
                      <a:pPr algn="ctr" fontAlgn="b"/>
                      <a:r>
                        <a:rPr lang="en-US" sz="1100" b="0" i="0" u="none" strike="noStrike">
                          <a:solidFill>
                            <a:srgbClr val="000000"/>
                          </a:solidFill>
                          <a:effectLst/>
                          <a:latin typeface="Roboto(body)"/>
                        </a:rPr>
                        <a:t>8.1%</a:t>
                      </a:r>
                    </a:p>
                  </a:txBody>
                  <a:tcPr marL="9525" marR="9525" marT="9525" marB="0" anchor="b"/>
                </a:tc>
                <a:extLst>
                  <a:ext uri="{0D108BD9-81ED-4DB2-BD59-A6C34878D82A}">
                    <a16:rowId xmlns:a16="http://schemas.microsoft.com/office/drawing/2014/main" val="2188168682"/>
                  </a:ext>
                </a:extLst>
              </a:tr>
              <a:tr h="182880">
                <a:tc>
                  <a:txBody>
                    <a:bodyPr/>
                    <a:lstStyle/>
                    <a:p>
                      <a:pPr marL="0" algn="ctr" defTabSz="914377" rtl="0" eaLnBrk="1" fontAlgn="b" latinLnBrk="0" hangingPunct="1"/>
                      <a:r>
                        <a:rPr lang="en-US" sz="1100" b="0" i="0" u="none" strike="noStrike" kern="1200" dirty="0">
                          <a:solidFill>
                            <a:srgbClr val="000000"/>
                          </a:solidFill>
                          <a:effectLst/>
                          <a:latin typeface="+mn-lt"/>
                          <a:ea typeface="+mn-ea"/>
                          <a:cs typeface="+mn-cs"/>
                        </a:rPr>
                        <a:t>15</a:t>
                      </a:r>
                    </a:p>
                  </a:txBody>
                  <a:tcPr marL="9525" marR="9525" marT="9525" marB="0" anchor="ctr"/>
                </a:tc>
                <a:tc>
                  <a:txBody>
                    <a:bodyPr/>
                    <a:lstStyle/>
                    <a:p>
                      <a:pPr algn="ctr" fontAlgn="b"/>
                      <a:r>
                        <a:rPr lang="en-US" sz="1100" b="0" i="0" u="none" strike="noStrike">
                          <a:solidFill>
                            <a:srgbClr val="000000"/>
                          </a:solidFill>
                          <a:effectLst/>
                          <a:latin typeface="Roboto(body)"/>
                        </a:rPr>
                        <a:t>6,522.21</a:t>
                      </a:r>
                    </a:p>
                  </a:txBody>
                  <a:tcPr marL="9525" marR="9525" marT="9525" marB="0" anchor="b"/>
                </a:tc>
                <a:tc>
                  <a:txBody>
                    <a:bodyPr/>
                    <a:lstStyle/>
                    <a:p>
                      <a:pPr algn="ctr" fontAlgn="b"/>
                      <a:r>
                        <a:rPr lang="en-US" sz="1100" b="0" i="0" u="none" strike="noStrike">
                          <a:solidFill>
                            <a:srgbClr val="000000"/>
                          </a:solidFill>
                          <a:effectLst/>
                          <a:latin typeface="Roboto(body)"/>
                        </a:rPr>
                        <a:t>8.7%</a:t>
                      </a:r>
                    </a:p>
                  </a:txBody>
                  <a:tcPr marL="9525" marR="9525" marT="9525" marB="0" anchor="b"/>
                </a:tc>
                <a:extLst>
                  <a:ext uri="{0D108BD9-81ED-4DB2-BD59-A6C34878D82A}">
                    <a16:rowId xmlns:a16="http://schemas.microsoft.com/office/drawing/2014/main" val="1321654460"/>
                  </a:ext>
                </a:extLst>
              </a:tr>
              <a:tr h="182880">
                <a:tc>
                  <a:txBody>
                    <a:bodyPr/>
                    <a:lstStyle/>
                    <a:p>
                      <a:pPr marL="0" algn="ctr" defTabSz="914377" rtl="0" eaLnBrk="1" fontAlgn="b" latinLnBrk="0" hangingPunct="1"/>
                      <a:r>
                        <a:rPr lang="en-US" sz="1100" b="0" i="0" u="none" strike="noStrike" kern="1200" dirty="0">
                          <a:solidFill>
                            <a:srgbClr val="000000"/>
                          </a:solidFill>
                          <a:effectLst/>
                          <a:latin typeface="+mn-lt"/>
                          <a:ea typeface="+mn-ea"/>
                          <a:cs typeface="+mn-cs"/>
                        </a:rPr>
                        <a:t>16</a:t>
                      </a:r>
                    </a:p>
                  </a:txBody>
                  <a:tcPr marL="9525" marR="9525" marT="9525" marB="0" anchor="ctr"/>
                </a:tc>
                <a:tc>
                  <a:txBody>
                    <a:bodyPr/>
                    <a:lstStyle/>
                    <a:p>
                      <a:pPr algn="ctr" fontAlgn="b"/>
                      <a:r>
                        <a:rPr lang="en-US" sz="1100" b="0" i="0" u="none" strike="noStrike">
                          <a:solidFill>
                            <a:srgbClr val="000000"/>
                          </a:solidFill>
                          <a:effectLst/>
                          <a:latin typeface="Roboto(body)"/>
                        </a:rPr>
                        <a:t>6,479.82</a:t>
                      </a:r>
                    </a:p>
                  </a:txBody>
                  <a:tcPr marL="9525" marR="9525" marT="9525" marB="0" anchor="b"/>
                </a:tc>
                <a:tc>
                  <a:txBody>
                    <a:bodyPr/>
                    <a:lstStyle/>
                    <a:p>
                      <a:pPr algn="ctr" fontAlgn="b"/>
                      <a:r>
                        <a:rPr lang="en-US" sz="1100" b="0" i="0" u="none" strike="noStrike">
                          <a:solidFill>
                            <a:srgbClr val="000000"/>
                          </a:solidFill>
                          <a:effectLst/>
                          <a:latin typeface="Roboto(body)"/>
                        </a:rPr>
                        <a:t>9.3%</a:t>
                      </a:r>
                    </a:p>
                  </a:txBody>
                  <a:tcPr marL="9525" marR="9525" marT="9525" marB="0" anchor="b"/>
                </a:tc>
                <a:extLst>
                  <a:ext uri="{0D108BD9-81ED-4DB2-BD59-A6C34878D82A}">
                    <a16:rowId xmlns:a16="http://schemas.microsoft.com/office/drawing/2014/main" val="2540465557"/>
                  </a:ext>
                </a:extLst>
              </a:tr>
              <a:tr h="182880">
                <a:tc>
                  <a:txBody>
                    <a:bodyPr/>
                    <a:lstStyle/>
                    <a:p>
                      <a:pPr marL="0" algn="ctr" defTabSz="914377" rtl="0" eaLnBrk="1" fontAlgn="b" latinLnBrk="0" hangingPunct="1"/>
                      <a:r>
                        <a:rPr lang="en-US" sz="1100" b="0" i="0" u="none" strike="noStrike" kern="1200" dirty="0">
                          <a:solidFill>
                            <a:srgbClr val="000000"/>
                          </a:solidFill>
                          <a:effectLst/>
                          <a:latin typeface="+mn-lt"/>
                          <a:ea typeface="+mn-ea"/>
                          <a:cs typeface="+mn-cs"/>
                        </a:rPr>
                        <a:t>17</a:t>
                      </a:r>
                    </a:p>
                  </a:txBody>
                  <a:tcPr marL="9525" marR="9525" marT="9525" marB="0" anchor="ctr"/>
                </a:tc>
                <a:tc>
                  <a:txBody>
                    <a:bodyPr/>
                    <a:lstStyle/>
                    <a:p>
                      <a:pPr algn="ctr" fontAlgn="b"/>
                      <a:r>
                        <a:rPr lang="en-US" sz="1100" b="0" i="0" u="none" strike="noStrike">
                          <a:solidFill>
                            <a:srgbClr val="000000"/>
                          </a:solidFill>
                          <a:effectLst/>
                          <a:latin typeface="Roboto(body)"/>
                        </a:rPr>
                        <a:t>6,437.70</a:t>
                      </a:r>
                    </a:p>
                  </a:txBody>
                  <a:tcPr marL="9525" marR="9525" marT="9525" marB="0" anchor="b"/>
                </a:tc>
                <a:tc>
                  <a:txBody>
                    <a:bodyPr/>
                    <a:lstStyle/>
                    <a:p>
                      <a:pPr algn="ctr" fontAlgn="b"/>
                      <a:r>
                        <a:rPr lang="en-US" sz="1100" b="0" i="0" u="none" strike="noStrike">
                          <a:solidFill>
                            <a:srgbClr val="000000"/>
                          </a:solidFill>
                          <a:effectLst/>
                          <a:latin typeface="Roboto(body)"/>
                        </a:rPr>
                        <a:t>9.9%</a:t>
                      </a:r>
                    </a:p>
                  </a:txBody>
                  <a:tcPr marL="9525" marR="9525" marT="9525" marB="0" anchor="b"/>
                </a:tc>
                <a:extLst>
                  <a:ext uri="{0D108BD9-81ED-4DB2-BD59-A6C34878D82A}">
                    <a16:rowId xmlns:a16="http://schemas.microsoft.com/office/drawing/2014/main" val="2502891787"/>
                  </a:ext>
                </a:extLst>
              </a:tr>
              <a:tr h="182880">
                <a:tc>
                  <a:txBody>
                    <a:bodyPr/>
                    <a:lstStyle/>
                    <a:p>
                      <a:pPr marL="0" algn="ctr" defTabSz="914377" rtl="0" eaLnBrk="1" fontAlgn="b" latinLnBrk="0" hangingPunct="1"/>
                      <a:r>
                        <a:rPr lang="en-US" sz="1100" b="0" i="0" u="none" strike="noStrike" kern="1200" dirty="0">
                          <a:solidFill>
                            <a:srgbClr val="000000"/>
                          </a:solidFill>
                          <a:effectLst/>
                          <a:latin typeface="+mn-lt"/>
                          <a:ea typeface="+mn-ea"/>
                          <a:cs typeface="+mn-cs"/>
                        </a:rPr>
                        <a:t>18</a:t>
                      </a:r>
                    </a:p>
                  </a:txBody>
                  <a:tcPr marL="9525" marR="9525" marT="9525" marB="0" anchor="ctr"/>
                </a:tc>
                <a:tc>
                  <a:txBody>
                    <a:bodyPr/>
                    <a:lstStyle/>
                    <a:p>
                      <a:pPr algn="ctr" fontAlgn="b"/>
                      <a:r>
                        <a:rPr lang="en-US" sz="1100" b="0" i="0" u="none" strike="noStrike">
                          <a:solidFill>
                            <a:srgbClr val="000000"/>
                          </a:solidFill>
                          <a:effectLst/>
                          <a:latin typeface="Roboto(body)"/>
                        </a:rPr>
                        <a:t>6,395.85</a:t>
                      </a:r>
                    </a:p>
                  </a:txBody>
                  <a:tcPr marL="9525" marR="9525" marT="9525" marB="0" anchor="b"/>
                </a:tc>
                <a:tc>
                  <a:txBody>
                    <a:bodyPr/>
                    <a:lstStyle/>
                    <a:p>
                      <a:pPr algn="ctr" fontAlgn="b"/>
                      <a:r>
                        <a:rPr lang="en-US" sz="1100" b="0" i="0" u="none" strike="noStrike">
                          <a:solidFill>
                            <a:srgbClr val="000000"/>
                          </a:solidFill>
                          <a:effectLst/>
                          <a:latin typeface="Roboto(body)"/>
                        </a:rPr>
                        <a:t>10.5%</a:t>
                      </a:r>
                    </a:p>
                  </a:txBody>
                  <a:tcPr marL="9525" marR="9525" marT="9525" marB="0" anchor="b"/>
                </a:tc>
                <a:extLst>
                  <a:ext uri="{0D108BD9-81ED-4DB2-BD59-A6C34878D82A}">
                    <a16:rowId xmlns:a16="http://schemas.microsoft.com/office/drawing/2014/main" val="4136741941"/>
                  </a:ext>
                </a:extLst>
              </a:tr>
              <a:tr h="182880">
                <a:tc>
                  <a:txBody>
                    <a:bodyPr/>
                    <a:lstStyle/>
                    <a:p>
                      <a:pPr marL="0" algn="ctr" defTabSz="914377" rtl="0" eaLnBrk="1" fontAlgn="b" latinLnBrk="0" hangingPunct="1"/>
                      <a:r>
                        <a:rPr lang="en-US" sz="1100" b="0" i="0" u="none" strike="noStrike" kern="1200" dirty="0">
                          <a:solidFill>
                            <a:srgbClr val="000000"/>
                          </a:solidFill>
                          <a:effectLst/>
                          <a:latin typeface="+mn-lt"/>
                          <a:ea typeface="+mn-ea"/>
                          <a:cs typeface="+mn-cs"/>
                        </a:rPr>
                        <a:t>19</a:t>
                      </a:r>
                    </a:p>
                  </a:txBody>
                  <a:tcPr marL="9525" marR="9525" marT="9525" marB="0" anchor="ctr"/>
                </a:tc>
                <a:tc>
                  <a:txBody>
                    <a:bodyPr/>
                    <a:lstStyle/>
                    <a:p>
                      <a:pPr algn="ctr" fontAlgn="b"/>
                      <a:r>
                        <a:rPr lang="en-US" sz="1100" b="0" i="0" u="none" strike="noStrike">
                          <a:solidFill>
                            <a:srgbClr val="000000"/>
                          </a:solidFill>
                          <a:effectLst/>
                          <a:latin typeface="Roboto(body)"/>
                        </a:rPr>
                        <a:t>6,354.28</a:t>
                      </a:r>
                    </a:p>
                  </a:txBody>
                  <a:tcPr marL="9525" marR="9525" marT="9525" marB="0" anchor="b"/>
                </a:tc>
                <a:tc>
                  <a:txBody>
                    <a:bodyPr/>
                    <a:lstStyle/>
                    <a:p>
                      <a:pPr algn="ctr" fontAlgn="b"/>
                      <a:r>
                        <a:rPr lang="en-US" sz="1100" b="0" i="0" u="none" strike="noStrike">
                          <a:solidFill>
                            <a:srgbClr val="000000"/>
                          </a:solidFill>
                          <a:effectLst/>
                          <a:latin typeface="Roboto(body)"/>
                        </a:rPr>
                        <a:t>11.1%</a:t>
                      </a:r>
                    </a:p>
                  </a:txBody>
                  <a:tcPr marL="9525" marR="9525" marT="9525" marB="0" anchor="b"/>
                </a:tc>
                <a:extLst>
                  <a:ext uri="{0D108BD9-81ED-4DB2-BD59-A6C34878D82A}">
                    <a16:rowId xmlns:a16="http://schemas.microsoft.com/office/drawing/2014/main" val="3186396036"/>
                  </a:ext>
                </a:extLst>
              </a:tr>
              <a:tr h="182880">
                <a:tc>
                  <a:txBody>
                    <a:bodyPr/>
                    <a:lstStyle/>
                    <a:p>
                      <a:pPr marL="0" algn="ctr" defTabSz="914377" rtl="0" eaLnBrk="1" fontAlgn="b" latinLnBrk="0" hangingPunct="1"/>
                      <a:r>
                        <a:rPr lang="en-US" sz="1100" b="0" i="0" u="none" strike="noStrike" kern="1200" dirty="0">
                          <a:solidFill>
                            <a:srgbClr val="000000"/>
                          </a:solidFill>
                          <a:effectLst/>
                          <a:latin typeface="+mn-lt"/>
                          <a:ea typeface="+mn-ea"/>
                          <a:cs typeface="+mn-cs"/>
                        </a:rPr>
                        <a:t>20</a:t>
                      </a:r>
                    </a:p>
                  </a:txBody>
                  <a:tcPr marL="9525" marR="9525" marT="9525" marB="0" anchor="ctr"/>
                </a:tc>
                <a:tc>
                  <a:txBody>
                    <a:bodyPr/>
                    <a:lstStyle/>
                    <a:p>
                      <a:pPr algn="ctr" fontAlgn="b"/>
                      <a:r>
                        <a:rPr lang="en-US" sz="1100" b="0" i="0" u="none" strike="noStrike">
                          <a:solidFill>
                            <a:srgbClr val="000000"/>
                          </a:solidFill>
                          <a:effectLst/>
                          <a:latin typeface="Roboto(body)"/>
                        </a:rPr>
                        <a:t>6,312.98</a:t>
                      </a:r>
                    </a:p>
                  </a:txBody>
                  <a:tcPr marL="9525" marR="9525" marT="9525" marB="0" anchor="b"/>
                </a:tc>
                <a:tc>
                  <a:txBody>
                    <a:bodyPr/>
                    <a:lstStyle/>
                    <a:p>
                      <a:pPr algn="ctr" fontAlgn="b"/>
                      <a:r>
                        <a:rPr lang="en-US" sz="1100" b="0" i="0" u="none" strike="noStrike" dirty="0">
                          <a:solidFill>
                            <a:srgbClr val="000000"/>
                          </a:solidFill>
                          <a:effectLst/>
                          <a:latin typeface="Roboto(body)"/>
                        </a:rPr>
                        <a:t>11.7%</a:t>
                      </a:r>
                    </a:p>
                  </a:txBody>
                  <a:tcPr marL="9525" marR="9525" marT="9525" marB="0" anchor="b"/>
                </a:tc>
                <a:extLst>
                  <a:ext uri="{0D108BD9-81ED-4DB2-BD59-A6C34878D82A}">
                    <a16:rowId xmlns:a16="http://schemas.microsoft.com/office/drawing/2014/main" val="2949825221"/>
                  </a:ext>
                </a:extLst>
              </a:tr>
            </a:tbl>
          </a:graphicData>
        </a:graphic>
      </p:graphicFrame>
      <p:graphicFrame>
        <p:nvGraphicFramePr>
          <p:cNvPr id="5" name="Table 4">
            <a:extLst>
              <a:ext uri="{FF2B5EF4-FFF2-40B4-BE49-F238E27FC236}">
                <a16:creationId xmlns:a16="http://schemas.microsoft.com/office/drawing/2014/main" id="{C46B4489-FFDA-2586-127B-27FCE6D7E197}"/>
              </a:ext>
            </a:extLst>
          </p:cNvPr>
          <p:cNvGraphicFramePr>
            <a:graphicFrameLocks noGrp="1"/>
          </p:cNvGraphicFramePr>
          <p:nvPr/>
        </p:nvGraphicFramePr>
        <p:xfrm>
          <a:off x="4724400" y="914400"/>
          <a:ext cx="2926080" cy="1097280"/>
        </p:xfrm>
        <a:graphic>
          <a:graphicData uri="http://schemas.openxmlformats.org/drawingml/2006/table">
            <a:tbl>
              <a:tblPr firstRow="1" firstCol="1" bandRow="1">
                <a:tableStyleId>{ED083AE6-46FA-4A59-8FB0-9F97EB10719F}</a:tableStyleId>
              </a:tblPr>
              <a:tblGrid>
                <a:gridCol w="731520">
                  <a:extLst>
                    <a:ext uri="{9D8B030D-6E8A-4147-A177-3AD203B41FA5}">
                      <a16:colId xmlns:a16="http://schemas.microsoft.com/office/drawing/2014/main" val="1223419363"/>
                    </a:ext>
                  </a:extLst>
                </a:gridCol>
                <a:gridCol w="1097280">
                  <a:extLst>
                    <a:ext uri="{9D8B030D-6E8A-4147-A177-3AD203B41FA5}">
                      <a16:colId xmlns:a16="http://schemas.microsoft.com/office/drawing/2014/main" val="1821157322"/>
                    </a:ext>
                  </a:extLst>
                </a:gridCol>
                <a:gridCol w="1097280">
                  <a:extLst>
                    <a:ext uri="{9D8B030D-6E8A-4147-A177-3AD203B41FA5}">
                      <a16:colId xmlns:a16="http://schemas.microsoft.com/office/drawing/2014/main" val="918797190"/>
                    </a:ext>
                  </a:extLst>
                </a:gridCol>
              </a:tblGrid>
              <a:tr h="182880">
                <a:tc>
                  <a:txBody>
                    <a:bodyPr/>
                    <a:lstStyle/>
                    <a:p>
                      <a:pPr marL="0" marR="0" algn="ctr">
                        <a:spcBef>
                          <a:spcPts val="0"/>
                        </a:spcBef>
                        <a:spcAft>
                          <a:spcPts val="0"/>
                        </a:spcAft>
                      </a:pPr>
                      <a:r>
                        <a:rPr lang="en-US" sz="1000" b="1" dirty="0">
                          <a:effectLst/>
                        </a:rPr>
                        <a:t>Year</a:t>
                      </a:r>
                      <a:endParaRPr lang="en-US" sz="1000" b="1" dirty="0">
                        <a:effectLst/>
                        <a:latin typeface="Tahoma" panose="020B0604030504040204" pitchFamily="34" charset="0"/>
                        <a:ea typeface="Tahoma" panose="020B0604030504040204" pitchFamily="34" charset="0"/>
                        <a:cs typeface="Times New Roman" panose="02020603050405020304" pitchFamily="18" charset="0"/>
                      </a:endParaRPr>
                    </a:p>
                  </a:txBody>
                  <a:tcPr marL="68580" marR="68580" marT="0" marB="0" anchor="ctr"/>
                </a:tc>
                <a:tc>
                  <a:txBody>
                    <a:bodyPr/>
                    <a:lstStyle/>
                    <a:p>
                      <a:pPr marL="0" marR="0" algn="ctr">
                        <a:spcBef>
                          <a:spcPts val="0"/>
                        </a:spcBef>
                        <a:spcAft>
                          <a:spcPts val="0"/>
                        </a:spcAft>
                      </a:pPr>
                      <a:r>
                        <a:rPr lang="en-US" sz="1000" b="1" dirty="0" err="1">
                          <a:effectLst/>
                        </a:rPr>
                        <a:t>E_Grid</a:t>
                      </a:r>
                      <a:r>
                        <a:rPr lang="en-US" sz="1000" b="1" dirty="0">
                          <a:effectLst/>
                        </a:rPr>
                        <a:t> (MWh)</a:t>
                      </a:r>
                      <a:endParaRPr lang="en-US" sz="1000" b="1" dirty="0">
                        <a:effectLst/>
                        <a:latin typeface="Tahoma" panose="020B0604030504040204" pitchFamily="34" charset="0"/>
                        <a:ea typeface="Tahoma" panose="020B0604030504040204" pitchFamily="34" charset="0"/>
                        <a:cs typeface="Times New Roman" panose="02020603050405020304" pitchFamily="18" charset="0"/>
                      </a:endParaRPr>
                    </a:p>
                  </a:txBody>
                  <a:tcPr marL="68580" marR="68580" marT="0" marB="0" anchor="ctr"/>
                </a:tc>
                <a:tc>
                  <a:txBody>
                    <a:bodyPr/>
                    <a:lstStyle/>
                    <a:p>
                      <a:pPr marL="0" marR="0" algn="ctr">
                        <a:spcBef>
                          <a:spcPts val="0"/>
                        </a:spcBef>
                        <a:spcAft>
                          <a:spcPts val="0"/>
                        </a:spcAft>
                      </a:pPr>
                      <a:r>
                        <a:rPr lang="en-US" sz="1000" b="1" dirty="0">
                          <a:effectLst/>
                        </a:rPr>
                        <a:t>% Energy Loss</a:t>
                      </a:r>
                      <a:endParaRPr lang="en-US" sz="1000" b="1" dirty="0">
                        <a:effectLst/>
                        <a:latin typeface="Tahoma" panose="020B0604030504040204" pitchFamily="34" charset="0"/>
                        <a:ea typeface="Tahoma" panose="020B060403050404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822346283"/>
                  </a:ext>
                </a:extLst>
              </a:tr>
              <a:tr h="182880">
                <a:tc>
                  <a:txBody>
                    <a:bodyPr/>
                    <a:lstStyle/>
                    <a:p>
                      <a:pPr algn="ctr" rtl="0" fontAlgn="ctr"/>
                      <a:r>
                        <a:rPr lang="en-US" sz="1050" b="0" u="none" strike="noStrike" dirty="0">
                          <a:solidFill>
                            <a:srgbClr val="262626"/>
                          </a:solidFill>
                          <a:effectLst/>
                          <a:latin typeface="+mn-lt"/>
                        </a:rPr>
                        <a:t>21</a:t>
                      </a:r>
                      <a:endParaRPr lang="en-US" sz="1050" b="0" i="0" u="none" strike="noStrike" dirty="0">
                        <a:solidFill>
                          <a:srgbClr val="262626"/>
                        </a:solidFill>
                        <a:effectLst/>
                        <a:latin typeface="+mn-lt"/>
                      </a:endParaRPr>
                    </a:p>
                  </a:txBody>
                  <a:tcPr marL="9525" marR="9525" marT="9525" marB="0" anchor="ctr"/>
                </a:tc>
                <a:tc>
                  <a:txBody>
                    <a:bodyPr/>
                    <a:lstStyle/>
                    <a:p>
                      <a:pPr algn="ctr" fontAlgn="b"/>
                      <a:r>
                        <a:rPr lang="en-US" sz="1100" b="0" i="0" u="none" strike="noStrike">
                          <a:solidFill>
                            <a:srgbClr val="000000"/>
                          </a:solidFill>
                          <a:effectLst/>
                          <a:latin typeface="Roboto(body)"/>
                        </a:rPr>
                        <a:t>6,271.94</a:t>
                      </a:r>
                    </a:p>
                  </a:txBody>
                  <a:tcPr marL="9525" marR="9525" marT="9525" marB="0" anchor="b"/>
                </a:tc>
                <a:tc>
                  <a:txBody>
                    <a:bodyPr/>
                    <a:lstStyle/>
                    <a:p>
                      <a:pPr algn="ctr" fontAlgn="b"/>
                      <a:r>
                        <a:rPr lang="en-US" sz="1100" b="0" i="0" u="none" strike="noStrike">
                          <a:solidFill>
                            <a:srgbClr val="000000"/>
                          </a:solidFill>
                          <a:effectLst/>
                          <a:latin typeface="Roboto(body)"/>
                        </a:rPr>
                        <a:t>12.2%</a:t>
                      </a:r>
                    </a:p>
                  </a:txBody>
                  <a:tcPr marL="9525" marR="9525" marT="9525" marB="0" anchor="b"/>
                </a:tc>
                <a:extLst>
                  <a:ext uri="{0D108BD9-81ED-4DB2-BD59-A6C34878D82A}">
                    <a16:rowId xmlns:a16="http://schemas.microsoft.com/office/drawing/2014/main" val="2416735823"/>
                  </a:ext>
                </a:extLst>
              </a:tr>
              <a:tr h="182880">
                <a:tc>
                  <a:txBody>
                    <a:bodyPr/>
                    <a:lstStyle/>
                    <a:p>
                      <a:pPr algn="ctr" rtl="0" fontAlgn="ctr"/>
                      <a:r>
                        <a:rPr lang="en-US" sz="1050" b="0" u="none" strike="noStrike" dirty="0">
                          <a:solidFill>
                            <a:srgbClr val="262626"/>
                          </a:solidFill>
                          <a:effectLst/>
                          <a:latin typeface="+mn-lt"/>
                        </a:rPr>
                        <a:t>22</a:t>
                      </a:r>
                      <a:endParaRPr lang="en-US" sz="1050" b="0" i="0" u="none" strike="noStrike" dirty="0">
                        <a:solidFill>
                          <a:srgbClr val="262626"/>
                        </a:solidFill>
                        <a:effectLst/>
                        <a:latin typeface="+mn-lt"/>
                      </a:endParaRPr>
                    </a:p>
                  </a:txBody>
                  <a:tcPr marL="9525" marR="9525" marT="9525" marB="0" anchor="ctr"/>
                </a:tc>
                <a:tc>
                  <a:txBody>
                    <a:bodyPr/>
                    <a:lstStyle/>
                    <a:p>
                      <a:pPr algn="ctr" fontAlgn="b"/>
                      <a:r>
                        <a:rPr lang="en-US" sz="1100" b="0" i="0" u="none" strike="noStrike">
                          <a:solidFill>
                            <a:srgbClr val="000000"/>
                          </a:solidFill>
                          <a:effectLst/>
                          <a:latin typeface="Roboto(body)"/>
                        </a:rPr>
                        <a:t>6,231.18</a:t>
                      </a:r>
                    </a:p>
                  </a:txBody>
                  <a:tcPr marL="9525" marR="9525" marT="9525" marB="0" anchor="b"/>
                </a:tc>
                <a:tc>
                  <a:txBody>
                    <a:bodyPr/>
                    <a:lstStyle/>
                    <a:p>
                      <a:pPr algn="ctr" fontAlgn="b"/>
                      <a:r>
                        <a:rPr lang="en-US" sz="1100" b="0" i="0" u="none" strike="noStrike">
                          <a:solidFill>
                            <a:srgbClr val="000000"/>
                          </a:solidFill>
                          <a:effectLst/>
                          <a:latin typeface="Roboto(body)"/>
                        </a:rPr>
                        <a:t>12.8%</a:t>
                      </a:r>
                    </a:p>
                  </a:txBody>
                  <a:tcPr marL="9525" marR="9525" marT="9525" marB="0" anchor="b"/>
                </a:tc>
                <a:extLst>
                  <a:ext uri="{0D108BD9-81ED-4DB2-BD59-A6C34878D82A}">
                    <a16:rowId xmlns:a16="http://schemas.microsoft.com/office/drawing/2014/main" val="2172173238"/>
                  </a:ext>
                </a:extLst>
              </a:tr>
              <a:tr h="182880">
                <a:tc>
                  <a:txBody>
                    <a:bodyPr/>
                    <a:lstStyle/>
                    <a:p>
                      <a:pPr algn="ctr" rtl="0" fontAlgn="ctr"/>
                      <a:r>
                        <a:rPr lang="en-US" sz="1050" b="0" u="none" strike="noStrike" dirty="0">
                          <a:solidFill>
                            <a:srgbClr val="262626"/>
                          </a:solidFill>
                          <a:effectLst/>
                          <a:latin typeface="+mn-lt"/>
                        </a:rPr>
                        <a:t>23</a:t>
                      </a:r>
                      <a:endParaRPr lang="en-US" sz="1050" b="0" i="0" u="none" strike="noStrike" dirty="0">
                        <a:solidFill>
                          <a:srgbClr val="262626"/>
                        </a:solidFill>
                        <a:effectLst/>
                        <a:latin typeface="+mn-lt"/>
                      </a:endParaRPr>
                    </a:p>
                  </a:txBody>
                  <a:tcPr marL="9525" marR="9525" marT="9525" marB="0" anchor="ctr"/>
                </a:tc>
                <a:tc>
                  <a:txBody>
                    <a:bodyPr/>
                    <a:lstStyle/>
                    <a:p>
                      <a:pPr algn="ctr" fontAlgn="b"/>
                      <a:r>
                        <a:rPr lang="en-US" sz="1100" b="0" i="0" u="none" strike="noStrike">
                          <a:solidFill>
                            <a:srgbClr val="000000"/>
                          </a:solidFill>
                          <a:effectLst/>
                          <a:latin typeface="Roboto(body)"/>
                        </a:rPr>
                        <a:t>6,190.67</a:t>
                      </a:r>
                    </a:p>
                  </a:txBody>
                  <a:tcPr marL="9525" marR="9525" marT="9525" marB="0" anchor="b"/>
                </a:tc>
                <a:tc>
                  <a:txBody>
                    <a:bodyPr/>
                    <a:lstStyle/>
                    <a:p>
                      <a:pPr algn="ctr" fontAlgn="b"/>
                      <a:r>
                        <a:rPr lang="en-US" sz="1100" b="0" i="0" u="none" strike="noStrike">
                          <a:solidFill>
                            <a:srgbClr val="000000"/>
                          </a:solidFill>
                          <a:effectLst/>
                          <a:latin typeface="Roboto(body)"/>
                        </a:rPr>
                        <a:t>13.4%</a:t>
                      </a:r>
                    </a:p>
                  </a:txBody>
                  <a:tcPr marL="9525" marR="9525" marT="9525" marB="0" anchor="b"/>
                </a:tc>
                <a:extLst>
                  <a:ext uri="{0D108BD9-81ED-4DB2-BD59-A6C34878D82A}">
                    <a16:rowId xmlns:a16="http://schemas.microsoft.com/office/drawing/2014/main" val="2499352857"/>
                  </a:ext>
                </a:extLst>
              </a:tr>
              <a:tr h="182880">
                <a:tc>
                  <a:txBody>
                    <a:bodyPr/>
                    <a:lstStyle/>
                    <a:p>
                      <a:pPr algn="ctr" rtl="0" fontAlgn="ctr"/>
                      <a:r>
                        <a:rPr lang="en-US" sz="1050" b="0" u="none" strike="noStrike" dirty="0">
                          <a:solidFill>
                            <a:srgbClr val="262626"/>
                          </a:solidFill>
                          <a:effectLst/>
                          <a:latin typeface="+mn-lt"/>
                        </a:rPr>
                        <a:t>24</a:t>
                      </a:r>
                      <a:endParaRPr lang="en-US" sz="1050" b="0" i="0" u="none" strike="noStrike" dirty="0">
                        <a:solidFill>
                          <a:srgbClr val="262626"/>
                        </a:solidFill>
                        <a:effectLst/>
                        <a:latin typeface="+mn-lt"/>
                      </a:endParaRPr>
                    </a:p>
                  </a:txBody>
                  <a:tcPr marL="9525" marR="9525" marT="9525" marB="0" anchor="ctr"/>
                </a:tc>
                <a:tc>
                  <a:txBody>
                    <a:bodyPr/>
                    <a:lstStyle/>
                    <a:p>
                      <a:pPr algn="ctr" fontAlgn="b"/>
                      <a:r>
                        <a:rPr lang="en-US" sz="1100" b="0" i="0" u="none" strike="noStrike">
                          <a:solidFill>
                            <a:srgbClr val="000000"/>
                          </a:solidFill>
                          <a:effectLst/>
                          <a:latin typeface="Roboto(body)"/>
                        </a:rPr>
                        <a:t>6,150.43</a:t>
                      </a:r>
                    </a:p>
                  </a:txBody>
                  <a:tcPr marL="9525" marR="9525" marT="9525" marB="0" anchor="b"/>
                </a:tc>
                <a:tc>
                  <a:txBody>
                    <a:bodyPr/>
                    <a:lstStyle/>
                    <a:p>
                      <a:pPr algn="ctr" fontAlgn="b"/>
                      <a:r>
                        <a:rPr lang="en-US" sz="1100" b="0" i="0" u="none" strike="noStrike">
                          <a:solidFill>
                            <a:srgbClr val="000000"/>
                          </a:solidFill>
                          <a:effectLst/>
                          <a:latin typeface="Roboto(body)"/>
                        </a:rPr>
                        <a:t>13.9%</a:t>
                      </a:r>
                    </a:p>
                  </a:txBody>
                  <a:tcPr marL="9525" marR="9525" marT="9525" marB="0" anchor="b"/>
                </a:tc>
                <a:extLst>
                  <a:ext uri="{0D108BD9-81ED-4DB2-BD59-A6C34878D82A}">
                    <a16:rowId xmlns:a16="http://schemas.microsoft.com/office/drawing/2014/main" val="460438283"/>
                  </a:ext>
                </a:extLst>
              </a:tr>
              <a:tr h="182880">
                <a:tc>
                  <a:txBody>
                    <a:bodyPr/>
                    <a:lstStyle/>
                    <a:p>
                      <a:pPr algn="ctr" rtl="0" fontAlgn="ctr"/>
                      <a:r>
                        <a:rPr lang="en-US" sz="1050" b="0" u="none" strike="noStrike">
                          <a:solidFill>
                            <a:srgbClr val="262626"/>
                          </a:solidFill>
                          <a:effectLst/>
                          <a:latin typeface="+mn-lt"/>
                        </a:rPr>
                        <a:t>25</a:t>
                      </a:r>
                      <a:endParaRPr lang="en-US" sz="1050" b="0" i="0" u="none" strike="noStrike" dirty="0">
                        <a:solidFill>
                          <a:srgbClr val="262626"/>
                        </a:solidFill>
                        <a:effectLst/>
                        <a:latin typeface="+mn-lt"/>
                      </a:endParaRPr>
                    </a:p>
                  </a:txBody>
                  <a:tcPr marL="9525" marR="9525" marT="9525" marB="0" anchor="ctr"/>
                </a:tc>
                <a:tc>
                  <a:txBody>
                    <a:bodyPr/>
                    <a:lstStyle/>
                    <a:p>
                      <a:pPr algn="ctr" fontAlgn="b"/>
                      <a:r>
                        <a:rPr lang="en-US" sz="1100" b="0" i="0" u="none" strike="noStrike">
                          <a:solidFill>
                            <a:srgbClr val="000000"/>
                          </a:solidFill>
                          <a:effectLst/>
                          <a:latin typeface="Roboto(body)"/>
                        </a:rPr>
                        <a:t>6,110.46</a:t>
                      </a:r>
                    </a:p>
                  </a:txBody>
                  <a:tcPr marL="9525" marR="9525" marT="9525" marB="0" anchor="b"/>
                </a:tc>
                <a:tc>
                  <a:txBody>
                    <a:bodyPr/>
                    <a:lstStyle/>
                    <a:p>
                      <a:pPr algn="ctr" fontAlgn="b"/>
                      <a:r>
                        <a:rPr lang="en-US" sz="1100" b="0" i="0" u="none" strike="noStrike" dirty="0">
                          <a:solidFill>
                            <a:srgbClr val="000000"/>
                          </a:solidFill>
                          <a:effectLst/>
                          <a:latin typeface="Roboto(body)"/>
                        </a:rPr>
                        <a:t>14.5%</a:t>
                      </a:r>
                    </a:p>
                  </a:txBody>
                  <a:tcPr marL="9525" marR="9525" marT="9525" marB="0" anchor="b"/>
                </a:tc>
                <a:extLst>
                  <a:ext uri="{0D108BD9-81ED-4DB2-BD59-A6C34878D82A}">
                    <a16:rowId xmlns:a16="http://schemas.microsoft.com/office/drawing/2014/main" val="3090070719"/>
                  </a:ext>
                </a:extLst>
              </a:tr>
            </a:tbl>
          </a:graphicData>
        </a:graphic>
      </p:graphicFrame>
      <p:sp>
        <p:nvSpPr>
          <p:cNvPr id="8" name="TextBox 7">
            <a:extLst>
              <a:ext uri="{FF2B5EF4-FFF2-40B4-BE49-F238E27FC236}">
                <a16:creationId xmlns:a16="http://schemas.microsoft.com/office/drawing/2014/main" id="{764D068D-1DB0-E194-D089-01E460ECEC76}"/>
              </a:ext>
            </a:extLst>
          </p:cNvPr>
          <p:cNvSpPr txBox="1"/>
          <p:nvPr/>
        </p:nvSpPr>
        <p:spPr>
          <a:xfrm>
            <a:off x="4876800" y="2266950"/>
            <a:ext cx="2926080" cy="577081"/>
          </a:xfrm>
          <a:prstGeom prst="rect">
            <a:avLst/>
          </a:prstGeom>
          <a:noFill/>
        </p:spPr>
        <p:txBody>
          <a:bodyPr wrap="square" rtlCol="0">
            <a:spAutoFit/>
          </a:bodyPr>
          <a:lstStyle/>
          <a:p>
            <a:r>
              <a:rPr lang="en-GB" sz="1050" dirty="0">
                <a:solidFill>
                  <a:schemeClr val="tx1">
                    <a:lumMod val="75000"/>
                    <a:lumOff val="25000"/>
                  </a:schemeClr>
                </a:solidFill>
              </a:rPr>
              <a:t>For the Year-on-Year Energy Estimation, the yearly degradation factor has been considered as 0.65% yearly on annual energy yield.</a:t>
            </a:r>
            <a:endParaRPr lang="en-GB" sz="1050" b="1" dirty="0">
              <a:solidFill>
                <a:schemeClr val="tx1">
                  <a:lumMod val="75000"/>
                  <a:lumOff val="25000"/>
                </a:schemeClr>
              </a:solidFill>
            </a:endParaRPr>
          </a:p>
        </p:txBody>
      </p:sp>
    </p:spTree>
    <p:extLst>
      <p:ext uri="{BB962C8B-B14F-4D97-AF65-F5344CB8AC3E}">
        <p14:creationId xmlns:p14="http://schemas.microsoft.com/office/powerpoint/2010/main" val="120699868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19DA6AF-9BFF-7867-9724-97CE1DD9BDFC}"/>
              </a:ext>
            </a:extLst>
          </p:cNvPr>
          <p:cNvSpPr>
            <a:spLocks noGrp="1"/>
          </p:cNvSpPr>
          <p:nvPr>
            <p:ph type="title"/>
          </p:nvPr>
        </p:nvSpPr>
        <p:spPr/>
        <p:txBody>
          <a:bodyPr/>
          <a:lstStyle/>
          <a:p>
            <a:r>
              <a:rPr lang="en-US" dirty="0"/>
              <a:t>Energy Analysis</a:t>
            </a:r>
          </a:p>
        </p:txBody>
      </p:sp>
      <p:sp>
        <p:nvSpPr>
          <p:cNvPr id="7" name="Text Placeholder 6">
            <a:extLst>
              <a:ext uri="{FF2B5EF4-FFF2-40B4-BE49-F238E27FC236}">
                <a16:creationId xmlns:a16="http://schemas.microsoft.com/office/drawing/2014/main" id="{6054E182-1B72-8AD0-5AB4-A924A820E3F0}"/>
              </a:ext>
            </a:extLst>
          </p:cNvPr>
          <p:cNvSpPr>
            <a:spLocks noGrp="1"/>
          </p:cNvSpPr>
          <p:nvPr>
            <p:ph type="body" sz="half" idx="2"/>
          </p:nvPr>
        </p:nvSpPr>
        <p:spPr/>
        <p:txBody>
          <a:bodyPr/>
          <a:lstStyle/>
          <a:p>
            <a:r>
              <a:rPr lang="en-US" b="1" dirty="0">
                <a:solidFill>
                  <a:schemeClr val="accent4"/>
                </a:solidFill>
                <a:ea typeface="+mn-ea"/>
              </a:rPr>
              <a:t>Year-On-Year Degradation Analysis – For 25 Years</a:t>
            </a:r>
          </a:p>
        </p:txBody>
      </p:sp>
      <p:graphicFrame>
        <p:nvGraphicFramePr>
          <p:cNvPr id="3" name="Chart 2">
            <a:extLst>
              <a:ext uri="{FF2B5EF4-FFF2-40B4-BE49-F238E27FC236}">
                <a16:creationId xmlns:a16="http://schemas.microsoft.com/office/drawing/2014/main" id="{5B12A88E-F9A1-4DC4-9829-91A0081E226C}"/>
              </a:ext>
            </a:extLst>
          </p:cNvPr>
          <p:cNvGraphicFramePr>
            <a:graphicFrameLocks/>
          </p:cNvGraphicFramePr>
          <p:nvPr/>
        </p:nvGraphicFramePr>
        <p:xfrm>
          <a:off x="365760" y="1200150"/>
          <a:ext cx="8412480" cy="384048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418007315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19DA6AF-9BFF-7867-9724-97CE1DD9BDFC}"/>
              </a:ext>
            </a:extLst>
          </p:cNvPr>
          <p:cNvSpPr>
            <a:spLocks noGrp="1"/>
          </p:cNvSpPr>
          <p:nvPr>
            <p:ph type="title"/>
          </p:nvPr>
        </p:nvSpPr>
        <p:spPr/>
        <p:txBody>
          <a:bodyPr/>
          <a:lstStyle/>
          <a:p>
            <a:r>
              <a:rPr lang="en-US" dirty="0"/>
              <a:t>Energy Analysis</a:t>
            </a:r>
          </a:p>
        </p:txBody>
      </p:sp>
      <p:sp>
        <p:nvSpPr>
          <p:cNvPr id="7" name="Text Placeholder 6">
            <a:extLst>
              <a:ext uri="{FF2B5EF4-FFF2-40B4-BE49-F238E27FC236}">
                <a16:creationId xmlns:a16="http://schemas.microsoft.com/office/drawing/2014/main" id="{6054E182-1B72-8AD0-5AB4-A924A820E3F0}"/>
              </a:ext>
            </a:extLst>
          </p:cNvPr>
          <p:cNvSpPr>
            <a:spLocks noGrp="1"/>
          </p:cNvSpPr>
          <p:nvPr>
            <p:ph type="body" sz="half" idx="2"/>
          </p:nvPr>
        </p:nvSpPr>
        <p:spPr/>
        <p:txBody>
          <a:bodyPr/>
          <a:lstStyle/>
          <a:p>
            <a:r>
              <a:rPr lang="en-US" dirty="0">
                <a:solidFill>
                  <a:schemeClr val="accent4"/>
                </a:solidFill>
              </a:rPr>
              <a:t>Financial Analysis Over 25 Years for Cost of System</a:t>
            </a:r>
          </a:p>
        </p:txBody>
      </p:sp>
      <p:sp>
        <p:nvSpPr>
          <p:cNvPr id="9" name="TextBox 8">
            <a:extLst>
              <a:ext uri="{FF2B5EF4-FFF2-40B4-BE49-F238E27FC236}">
                <a16:creationId xmlns:a16="http://schemas.microsoft.com/office/drawing/2014/main" id="{D67FC5E4-794C-5475-20B5-D6796D437512}"/>
              </a:ext>
            </a:extLst>
          </p:cNvPr>
          <p:cNvSpPr txBox="1"/>
          <p:nvPr/>
        </p:nvSpPr>
        <p:spPr>
          <a:xfrm>
            <a:off x="5867401" y="1416479"/>
            <a:ext cx="2876006" cy="3046988"/>
          </a:xfrm>
          <a:prstGeom prst="rect">
            <a:avLst/>
          </a:prstGeom>
          <a:noFill/>
        </p:spPr>
        <p:txBody>
          <a:bodyPr wrap="square" rtlCol="0">
            <a:spAutoFit/>
          </a:bodyPr>
          <a:lstStyle/>
          <a:p>
            <a:r>
              <a:rPr lang="en-US" sz="1200" dirty="0"/>
              <a:t>The graph represents the cost of the energy produced by the system over 25 years if it was taken from the grid at the tariff of 33bz/kwh. </a:t>
            </a:r>
          </a:p>
          <a:p>
            <a:endParaRPr lang="en-US" sz="1200" dirty="0"/>
          </a:p>
          <a:p>
            <a:r>
              <a:rPr lang="en-US" sz="1200" dirty="0"/>
              <a:t>This tariff considered is based on the annual flat tariff from APSR.</a:t>
            </a:r>
          </a:p>
          <a:p>
            <a:endParaRPr lang="en-US" sz="1200" dirty="0"/>
          </a:p>
          <a:p>
            <a:r>
              <a:rPr lang="en-US" sz="1200" dirty="0"/>
              <a:t>Considering no escalation in grid electricity prices, the payback period is approximately </a:t>
            </a:r>
            <a:r>
              <a:rPr lang="en-US" sz="1200" b="1" dirty="0"/>
              <a:t>3 Years &amp; 02 Months</a:t>
            </a:r>
            <a:r>
              <a:rPr lang="en-US" sz="1200" dirty="0"/>
              <a:t>.</a:t>
            </a:r>
            <a:br>
              <a:rPr lang="en-US" sz="1200" dirty="0"/>
            </a:br>
            <a:br>
              <a:rPr lang="en-US" sz="1200" dirty="0"/>
            </a:br>
            <a:r>
              <a:rPr lang="en-US" sz="1200" dirty="0"/>
              <a:t>Considering an annual savings due to the value of electricity generated of 235,808.100 OMR, The </a:t>
            </a:r>
            <a:r>
              <a:rPr lang="en-US" sz="1200" b="1" dirty="0"/>
              <a:t>ROI</a:t>
            </a:r>
            <a:r>
              <a:rPr lang="en-US" sz="1200" dirty="0"/>
              <a:t> of the project comes to </a:t>
            </a:r>
            <a:r>
              <a:rPr lang="en-US" sz="1200" b="1" dirty="0"/>
              <a:t>28.9%</a:t>
            </a:r>
            <a:r>
              <a:rPr lang="en-US" sz="1200" dirty="0"/>
              <a:t>.</a:t>
            </a:r>
          </a:p>
        </p:txBody>
      </p:sp>
      <p:pic>
        <p:nvPicPr>
          <p:cNvPr id="3" name="Picture 2">
            <a:extLst>
              <a:ext uri="{FF2B5EF4-FFF2-40B4-BE49-F238E27FC236}">
                <a16:creationId xmlns:a16="http://schemas.microsoft.com/office/drawing/2014/main" id="{95133DEB-3018-D21A-2FA0-757EA653DA25}"/>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56078" y="972986"/>
            <a:ext cx="5065785" cy="4151383"/>
          </a:xfrm>
          <a:prstGeom prst="rect">
            <a:avLst/>
          </a:prstGeom>
        </p:spPr>
      </p:pic>
    </p:spTree>
    <p:extLst>
      <p:ext uri="{BB962C8B-B14F-4D97-AF65-F5344CB8AC3E}">
        <p14:creationId xmlns:p14="http://schemas.microsoft.com/office/powerpoint/2010/main" val="330857082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01B36-E970-24FB-A06F-7EB7F93B304D}"/>
            </a:ext>
          </a:extLst>
        </p:cNvPr>
        <p:cNvGrpSpPr/>
        <p:nvPr/>
      </p:nvGrpSpPr>
      <p:grpSpPr>
        <a:xfrm>
          <a:off x="0" y="0"/>
          <a:ext cx="0" cy="0"/>
          <a:chOff x="0" y="0"/>
          <a:chExt cx="0" cy="0"/>
        </a:xfrm>
      </p:grpSpPr>
      <p:pic>
        <p:nvPicPr>
          <p:cNvPr id="28" name="Picture Placeholder 27">
            <a:extLst>
              <a:ext uri="{FF2B5EF4-FFF2-40B4-BE49-F238E27FC236}">
                <a16:creationId xmlns:a16="http://schemas.microsoft.com/office/drawing/2014/main" id="{969B4C38-FFE0-6E08-AD05-5A7ECE06C647}"/>
              </a:ext>
            </a:extLst>
          </p:cNvPr>
          <p:cNvPicPr>
            <a:picLocks noGrp="1" noChangeAspect="1"/>
          </p:cNvPicPr>
          <p:nvPr>
            <p:ph type="pic" sz="quarter" idx="13"/>
          </p:nvPr>
        </p:nvPicPr>
        <p:blipFill>
          <a:blip r:embed="rId2" cstate="print">
            <a:extLst>
              <a:ext uri="{28A0092B-C50C-407E-A947-70E740481C1C}">
                <a14:useLocalDpi xmlns:a14="http://schemas.microsoft.com/office/drawing/2010/main" val="0"/>
              </a:ext>
            </a:extLst>
          </a:blip>
          <a:srcRect t="13479" b="13479"/>
          <a:stretch>
            <a:fillRect/>
          </a:stretch>
        </p:blipFill>
        <p:spPr/>
      </p:pic>
      <p:sp>
        <p:nvSpPr>
          <p:cNvPr id="19" name="Freeform 18">
            <a:extLst>
              <a:ext uri="{FF2B5EF4-FFF2-40B4-BE49-F238E27FC236}">
                <a16:creationId xmlns:a16="http://schemas.microsoft.com/office/drawing/2014/main" id="{E2090A07-E1FA-6550-8C00-3E176A2ECF0B}"/>
              </a:ext>
            </a:extLst>
          </p:cNvPr>
          <p:cNvSpPr/>
          <p:nvPr/>
        </p:nvSpPr>
        <p:spPr bwMode="auto">
          <a:xfrm>
            <a:off x="0" y="1"/>
            <a:ext cx="5315942" cy="5147251"/>
          </a:xfrm>
          <a:custGeom>
            <a:avLst/>
            <a:gdLst>
              <a:gd name="connsiteX0" fmla="*/ 0 w 5315942"/>
              <a:gd name="connsiteY0" fmla="*/ 0 h 5147251"/>
              <a:gd name="connsiteX1" fmla="*/ 3200400 w 5315942"/>
              <a:gd name="connsiteY1" fmla="*/ 0 h 5147251"/>
              <a:gd name="connsiteX2" fmla="*/ 3200400 w 5315942"/>
              <a:gd name="connsiteY2" fmla="*/ 1 h 5147251"/>
              <a:gd name="connsiteX3" fmla="*/ 5315942 w 5315942"/>
              <a:gd name="connsiteY3" fmla="*/ 1 h 5147251"/>
              <a:gd name="connsiteX4" fmla="*/ 3801683 w 5315942"/>
              <a:gd name="connsiteY4" fmla="*/ 5147251 h 5147251"/>
              <a:gd name="connsiteX5" fmla="*/ 1048742 w 5315942"/>
              <a:gd name="connsiteY5" fmla="*/ 5147251 h 5147251"/>
              <a:gd name="connsiteX6" fmla="*/ 1049846 w 5315942"/>
              <a:gd name="connsiteY6" fmla="*/ 5143499 h 5147251"/>
              <a:gd name="connsiteX7" fmla="*/ 0 w 5315942"/>
              <a:gd name="connsiteY7" fmla="*/ 5143499 h 51472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315942" h="5147251">
                <a:moveTo>
                  <a:pt x="0" y="0"/>
                </a:moveTo>
                <a:lnTo>
                  <a:pt x="3200400" y="0"/>
                </a:lnTo>
                <a:lnTo>
                  <a:pt x="3200400" y="1"/>
                </a:lnTo>
                <a:lnTo>
                  <a:pt x="5315942" y="1"/>
                </a:lnTo>
                <a:lnTo>
                  <a:pt x="3801683" y="5147251"/>
                </a:lnTo>
                <a:lnTo>
                  <a:pt x="1048742" y="5147251"/>
                </a:lnTo>
                <a:lnTo>
                  <a:pt x="1049846" y="5143499"/>
                </a:lnTo>
                <a:lnTo>
                  <a:pt x="0" y="5143499"/>
                </a:lnTo>
                <a:close/>
              </a:path>
            </a:pathLst>
          </a:custGeom>
          <a:solidFill>
            <a:schemeClr val="accent5">
              <a:lumMod val="75000"/>
            </a:schemeClr>
          </a:solidFill>
          <a:ln w="19050">
            <a:noFill/>
            <a:round/>
            <a:headEnd/>
            <a:tailEnd/>
          </a:ln>
          <a:scene3d>
            <a:camera prst="orthographicFront"/>
            <a:lightRig rig="threePt" dir="t"/>
          </a:scene3d>
          <a:sp3d>
            <a:bevelT prst="convex"/>
          </a:sp3d>
        </p:spPr>
        <p:txBody>
          <a:bodyPr vert="horz" wrap="square" lIns="91440" tIns="45720" rIns="91440" bIns="45720" numCol="1" rtlCol="0" anchor="t" anchorCtr="0" compatLnSpc="1">
            <a:prstTxWarp prst="textNoShape">
              <a:avLst/>
            </a:prstTxWarp>
            <a:noAutofit/>
          </a:bodyPr>
          <a:lstStyle/>
          <a:p>
            <a:pPr algn="ctr"/>
            <a:endParaRPr lang="en-US" dirty="0"/>
          </a:p>
        </p:txBody>
      </p:sp>
      <p:cxnSp>
        <p:nvCxnSpPr>
          <p:cNvPr id="9" name="Straight Connector 8">
            <a:extLst>
              <a:ext uri="{FF2B5EF4-FFF2-40B4-BE49-F238E27FC236}">
                <a16:creationId xmlns:a16="http://schemas.microsoft.com/office/drawing/2014/main" id="{E30F38A5-7636-3545-F4CB-78D337024B7D}"/>
              </a:ext>
            </a:extLst>
          </p:cNvPr>
          <p:cNvCxnSpPr/>
          <p:nvPr/>
        </p:nvCxnSpPr>
        <p:spPr>
          <a:xfrm>
            <a:off x="381000" y="3045128"/>
            <a:ext cx="2438400"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B04B1A4C-FC02-8E18-7AB2-59B40953885C}"/>
              </a:ext>
            </a:extLst>
          </p:cNvPr>
          <p:cNvSpPr txBox="1"/>
          <p:nvPr/>
        </p:nvSpPr>
        <p:spPr>
          <a:xfrm>
            <a:off x="228600" y="2217806"/>
            <a:ext cx="4114800" cy="707886"/>
          </a:xfrm>
          <a:prstGeom prst="rect">
            <a:avLst/>
          </a:prstGeom>
          <a:noFill/>
        </p:spPr>
        <p:txBody>
          <a:bodyPr wrap="square">
            <a:spAutoFit/>
          </a:bodyPr>
          <a:lstStyle/>
          <a:p>
            <a:pPr>
              <a:lnSpc>
                <a:spcPct val="150000"/>
              </a:lnSpc>
            </a:pPr>
            <a:r>
              <a:rPr lang="en-US" sz="1600" b="1" cap="all" dirty="0">
                <a:solidFill>
                  <a:schemeClr val="bg1"/>
                </a:solidFill>
              </a:rPr>
              <a:t>Methodology &amp; PROJECT SCHEDULE</a:t>
            </a:r>
          </a:p>
          <a:p>
            <a:pPr>
              <a:lnSpc>
                <a:spcPct val="150000"/>
              </a:lnSpc>
            </a:pPr>
            <a:r>
              <a:rPr lang="en-US" sz="1200" dirty="0">
                <a:solidFill>
                  <a:schemeClr val="bg1"/>
                </a:solidFill>
              </a:rPr>
              <a:t>Stage-wise Methodology and High-level Project Schedule</a:t>
            </a:r>
          </a:p>
        </p:txBody>
      </p:sp>
    </p:spTree>
    <p:extLst>
      <p:ext uri="{BB962C8B-B14F-4D97-AF65-F5344CB8AC3E}">
        <p14:creationId xmlns:p14="http://schemas.microsoft.com/office/powerpoint/2010/main" val="4291040208"/>
      </p:ext>
    </p:extLst>
  </p:cSld>
  <p:clrMapOvr>
    <a:masterClrMapping/>
  </p:clrMapOvr>
  <p:transition spd="slow">
    <p:push dir="u"/>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781BA87C-A534-44E0-AC2C-B7730FE19D7B}"/>
              </a:ext>
            </a:extLst>
          </p:cNvPr>
          <p:cNvGraphicFramePr>
            <a:graphicFrameLocks noGrp="1"/>
          </p:cNvGraphicFramePr>
          <p:nvPr>
            <p:extLst>
              <p:ext uri="{D42A27DB-BD31-4B8C-83A1-F6EECF244321}">
                <p14:modId xmlns:p14="http://schemas.microsoft.com/office/powerpoint/2010/main" val="2455278003"/>
              </p:ext>
            </p:extLst>
          </p:nvPr>
        </p:nvGraphicFramePr>
        <p:xfrm>
          <a:off x="734731" y="820739"/>
          <a:ext cx="7674537" cy="3172532"/>
        </p:xfrm>
        <a:graphic>
          <a:graphicData uri="http://schemas.openxmlformats.org/drawingml/2006/table">
            <a:tbl>
              <a:tblPr firstRow="1" firstCol="1" bandRow="1">
                <a:tableStyleId>{69012ECD-51FC-41F1-AA8D-1B2483CD663E}</a:tableStyleId>
              </a:tblPr>
              <a:tblGrid>
                <a:gridCol w="255770">
                  <a:extLst>
                    <a:ext uri="{9D8B030D-6E8A-4147-A177-3AD203B41FA5}">
                      <a16:colId xmlns:a16="http://schemas.microsoft.com/office/drawing/2014/main" val="3304990227"/>
                    </a:ext>
                  </a:extLst>
                </a:gridCol>
                <a:gridCol w="1795393">
                  <a:extLst>
                    <a:ext uri="{9D8B030D-6E8A-4147-A177-3AD203B41FA5}">
                      <a16:colId xmlns:a16="http://schemas.microsoft.com/office/drawing/2014/main" val="1223419363"/>
                    </a:ext>
                  </a:extLst>
                </a:gridCol>
                <a:gridCol w="262106">
                  <a:extLst>
                    <a:ext uri="{9D8B030D-6E8A-4147-A177-3AD203B41FA5}">
                      <a16:colId xmlns:a16="http://schemas.microsoft.com/office/drawing/2014/main" val="1821157322"/>
                    </a:ext>
                  </a:extLst>
                </a:gridCol>
                <a:gridCol w="301930">
                  <a:extLst>
                    <a:ext uri="{9D8B030D-6E8A-4147-A177-3AD203B41FA5}">
                      <a16:colId xmlns:a16="http://schemas.microsoft.com/office/drawing/2014/main" val="4234063426"/>
                    </a:ext>
                  </a:extLst>
                </a:gridCol>
                <a:gridCol w="282018">
                  <a:extLst>
                    <a:ext uri="{9D8B030D-6E8A-4147-A177-3AD203B41FA5}">
                      <a16:colId xmlns:a16="http://schemas.microsoft.com/office/drawing/2014/main" val="1913865167"/>
                    </a:ext>
                  </a:extLst>
                </a:gridCol>
                <a:gridCol w="277884">
                  <a:extLst>
                    <a:ext uri="{9D8B030D-6E8A-4147-A177-3AD203B41FA5}">
                      <a16:colId xmlns:a16="http://schemas.microsoft.com/office/drawing/2014/main" val="3647857876"/>
                    </a:ext>
                  </a:extLst>
                </a:gridCol>
                <a:gridCol w="268682">
                  <a:extLst>
                    <a:ext uri="{9D8B030D-6E8A-4147-A177-3AD203B41FA5}">
                      <a16:colId xmlns:a16="http://schemas.microsoft.com/office/drawing/2014/main" val="3266774818"/>
                    </a:ext>
                  </a:extLst>
                </a:gridCol>
                <a:gridCol w="282018">
                  <a:extLst>
                    <a:ext uri="{9D8B030D-6E8A-4147-A177-3AD203B41FA5}">
                      <a16:colId xmlns:a16="http://schemas.microsoft.com/office/drawing/2014/main" val="1008795386"/>
                    </a:ext>
                  </a:extLst>
                </a:gridCol>
                <a:gridCol w="282018">
                  <a:extLst>
                    <a:ext uri="{9D8B030D-6E8A-4147-A177-3AD203B41FA5}">
                      <a16:colId xmlns:a16="http://schemas.microsoft.com/office/drawing/2014/main" val="1052049224"/>
                    </a:ext>
                  </a:extLst>
                </a:gridCol>
                <a:gridCol w="282502">
                  <a:extLst>
                    <a:ext uri="{9D8B030D-6E8A-4147-A177-3AD203B41FA5}">
                      <a16:colId xmlns:a16="http://schemas.microsoft.com/office/drawing/2014/main" val="352413369"/>
                    </a:ext>
                  </a:extLst>
                </a:gridCol>
                <a:gridCol w="282018">
                  <a:extLst>
                    <a:ext uri="{9D8B030D-6E8A-4147-A177-3AD203B41FA5}">
                      <a16:colId xmlns:a16="http://schemas.microsoft.com/office/drawing/2014/main" val="2931070025"/>
                    </a:ext>
                  </a:extLst>
                </a:gridCol>
                <a:gridCol w="282018">
                  <a:extLst>
                    <a:ext uri="{9D8B030D-6E8A-4147-A177-3AD203B41FA5}">
                      <a16:colId xmlns:a16="http://schemas.microsoft.com/office/drawing/2014/main" val="1424562887"/>
                    </a:ext>
                  </a:extLst>
                </a:gridCol>
                <a:gridCol w="282018">
                  <a:extLst>
                    <a:ext uri="{9D8B030D-6E8A-4147-A177-3AD203B41FA5}">
                      <a16:colId xmlns:a16="http://schemas.microsoft.com/office/drawing/2014/main" val="396872281"/>
                    </a:ext>
                  </a:extLst>
                </a:gridCol>
                <a:gridCol w="282018">
                  <a:extLst>
                    <a:ext uri="{9D8B030D-6E8A-4147-A177-3AD203B41FA5}">
                      <a16:colId xmlns:a16="http://schemas.microsoft.com/office/drawing/2014/main" val="619827015"/>
                    </a:ext>
                  </a:extLst>
                </a:gridCol>
                <a:gridCol w="282018">
                  <a:extLst>
                    <a:ext uri="{9D8B030D-6E8A-4147-A177-3AD203B41FA5}">
                      <a16:colId xmlns:a16="http://schemas.microsoft.com/office/drawing/2014/main" val="1455725715"/>
                    </a:ext>
                  </a:extLst>
                </a:gridCol>
                <a:gridCol w="282018">
                  <a:extLst>
                    <a:ext uri="{9D8B030D-6E8A-4147-A177-3AD203B41FA5}">
                      <a16:colId xmlns:a16="http://schemas.microsoft.com/office/drawing/2014/main" val="2986918741"/>
                    </a:ext>
                  </a:extLst>
                </a:gridCol>
                <a:gridCol w="282018">
                  <a:extLst>
                    <a:ext uri="{9D8B030D-6E8A-4147-A177-3AD203B41FA5}">
                      <a16:colId xmlns:a16="http://schemas.microsoft.com/office/drawing/2014/main" val="4204190284"/>
                    </a:ext>
                  </a:extLst>
                </a:gridCol>
                <a:gridCol w="282018">
                  <a:extLst>
                    <a:ext uri="{9D8B030D-6E8A-4147-A177-3AD203B41FA5}">
                      <a16:colId xmlns:a16="http://schemas.microsoft.com/office/drawing/2014/main" val="39898803"/>
                    </a:ext>
                  </a:extLst>
                </a:gridCol>
                <a:gridCol w="282018">
                  <a:extLst>
                    <a:ext uri="{9D8B030D-6E8A-4147-A177-3AD203B41FA5}">
                      <a16:colId xmlns:a16="http://schemas.microsoft.com/office/drawing/2014/main" val="1484918489"/>
                    </a:ext>
                  </a:extLst>
                </a:gridCol>
                <a:gridCol w="282018">
                  <a:extLst>
                    <a:ext uri="{9D8B030D-6E8A-4147-A177-3AD203B41FA5}">
                      <a16:colId xmlns:a16="http://schemas.microsoft.com/office/drawing/2014/main" val="3411474438"/>
                    </a:ext>
                  </a:extLst>
                </a:gridCol>
                <a:gridCol w="282018">
                  <a:extLst>
                    <a:ext uri="{9D8B030D-6E8A-4147-A177-3AD203B41FA5}">
                      <a16:colId xmlns:a16="http://schemas.microsoft.com/office/drawing/2014/main" val="2139891231"/>
                    </a:ext>
                  </a:extLst>
                </a:gridCol>
                <a:gridCol w="282018">
                  <a:extLst>
                    <a:ext uri="{9D8B030D-6E8A-4147-A177-3AD203B41FA5}">
                      <a16:colId xmlns:a16="http://schemas.microsoft.com/office/drawing/2014/main" val="943257363"/>
                    </a:ext>
                  </a:extLst>
                </a:gridCol>
              </a:tblGrid>
              <a:tr h="266955">
                <a:tc>
                  <a:txBody>
                    <a:bodyPr/>
                    <a:lstStyle/>
                    <a:p>
                      <a:pPr marL="0" marR="0" algn="ctr">
                        <a:spcBef>
                          <a:spcPts val="0"/>
                        </a:spcBef>
                        <a:spcAft>
                          <a:spcPts val="0"/>
                        </a:spcAft>
                      </a:pPr>
                      <a:r>
                        <a:rPr lang="en-US" sz="1000" dirty="0">
                          <a:effectLst/>
                          <a:latin typeface="Roboto" panose="02000000000000000000"/>
                          <a:ea typeface="Tahoma" panose="020B0604030504040204" pitchFamily="34" charset="0"/>
                          <a:cs typeface="Times New Roman" panose="02020603050405020304" pitchFamily="18" charset="0"/>
                        </a:rPr>
                        <a:t>#</a:t>
                      </a: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marL="0" marR="0" algn="ctr">
                        <a:spcBef>
                          <a:spcPts val="0"/>
                        </a:spcBef>
                        <a:spcAft>
                          <a:spcPts val="0"/>
                        </a:spcAft>
                      </a:pPr>
                      <a:r>
                        <a:rPr lang="en-US" sz="1000" dirty="0">
                          <a:effectLst/>
                          <a:latin typeface="Roboto" panose="02000000000000000000"/>
                          <a:ea typeface="Tahoma" panose="020B0604030504040204" pitchFamily="34" charset="0"/>
                          <a:cs typeface="Times New Roman" panose="02020603050405020304" pitchFamily="18" charset="0"/>
                        </a:rPr>
                        <a:t>Activity</a:t>
                      </a: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gridSpan="4">
                  <a:txBody>
                    <a:bodyPr/>
                    <a:lstStyle/>
                    <a:p>
                      <a:pPr marL="0" marR="0" algn="ctr">
                        <a:spcBef>
                          <a:spcPts val="0"/>
                        </a:spcBef>
                        <a:spcAft>
                          <a:spcPts val="0"/>
                        </a:spcAft>
                      </a:pPr>
                      <a:r>
                        <a:rPr lang="en-US" sz="1000" dirty="0">
                          <a:effectLst/>
                          <a:latin typeface="Roboto" panose="02000000000000000000"/>
                          <a:ea typeface="Tahoma" panose="020B0604030504040204" pitchFamily="34" charset="0"/>
                          <a:cs typeface="Times New Roman" panose="02020603050405020304" pitchFamily="18" charset="0"/>
                        </a:rPr>
                        <a:t>Month 1</a:t>
                      </a: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Roboto" panose="02000000000000000000"/>
                          <a:ea typeface="Tahoma" panose="020B0604030504040204" pitchFamily="34" charset="0"/>
                          <a:cs typeface="Times New Roman" panose="02020603050405020304" pitchFamily="18" charset="0"/>
                        </a:rPr>
                        <a:t>Month 2</a:t>
                      </a: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hMerge="1">
                  <a:txBody>
                    <a:bodyPr/>
                    <a:lstStyle/>
                    <a:p>
                      <a:endParaRPr lang="en-US"/>
                    </a:p>
                  </a:txBody>
                  <a:tcPr>
                    <a:lnL w="12700" cap="flat" cmpd="sng" algn="ctr">
                      <a:solidFill>
                        <a:srgbClr val="BE382C"/>
                      </a:solidFill>
                      <a:prstDash val="solid"/>
                      <a:round/>
                      <a:headEnd type="none" w="med" len="med"/>
                      <a:tailEnd type="none" w="med" len="med"/>
                    </a:lnL>
                  </a:tcPr>
                </a:tc>
                <a:tc hMerge="1">
                  <a:txBody>
                    <a:bodyPr/>
                    <a:lstStyle/>
                    <a:p>
                      <a:endParaRPr lang="en-US"/>
                    </a:p>
                  </a:txBody>
                  <a:tcPr/>
                </a:tc>
                <a:tc hMerge="1">
                  <a:txBody>
                    <a:bodyPr/>
                    <a:lstStyle/>
                    <a:p>
                      <a:endParaRPr lang="en-US"/>
                    </a:p>
                  </a:txBody>
                  <a:tcPr/>
                </a:tc>
                <a:tc gridSpan="4">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Roboto" panose="02000000000000000000"/>
                          <a:ea typeface="Tahoma" panose="020B0604030504040204" pitchFamily="34" charset="0"/>
                          <a:cs typeface="Times New Roman" panose="02020603050405020304" pitchFamily="18" charset="0"/>
                        </a:rPr>
                        <a:t>Month 3</a:t>
                      </a: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hMerge="1">
                  <a:txBody>
                    <a:bodyPr/>
                    <a:lstStyle/>
                    <a:p>
                      <a:endParaRPr lang="en-US"/>
                    </a:p>
                  </a:txBody>
                  <a:tcPr>
                    <a:lnL w="12700" cap="flat" cmpd="sng" algn="ctr">
                      <a:solidFill>
                        <a:srgbClr val="BE382C"/>
                      </a:solidFill>
                      <a:prstDash val="solid"/>
                      <a:round/>
                      <a:headEnd type="none" w="med" len="med"/>
                      <a:tailEnd type="none" w="med" len="med"/>
                    </a:lnL>
                  </a:tcPr>
                </a:tc>
                <a:tc hMerge="1">
                  <a:txBody>
                    <a:bodyPr/>
                    <a:lstStyle/>
                    <a:p>
                      <a:endParaRPr lang="en-US"/>
                    </a:p>
                  </a:txBody>
                  <a:tcPr/>
                </a:tc>
                <a:tc hMerge="1">
                  <a:txBody>
                    <a:bodyPr/>
                    <a:lstStyle/>
                    <a:p>
                      <a:endParaRPr lang="en-US"/>
                    </a:p>
                  </a:txBody>
                  <a:tcPr/>
                </a:tc>
                <a:tc gridSpan="4">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Roboto" panose="02000000000000000000"/>
                          <a:ea typeface="Tahoma" panose="020B0604030504040204" pitchFamily="34" charset="0"/>
                          <a:cs typeface="Times New Roman" panose="02020603050405020304" pitchFamily="18" charset="0"/>
                        </a:rPr>
                        <a:t>Month 4</a:t>
                      </a: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hMerge="1">
                  <a:txBody>
                    <a:bodyPr/>
                    <a:lstStyle/>
                    <a:p>
                      <a:endParaRPr lang="en-US"/>
                    </a:p>
                  </a:txBody>
                  <a:tcPr>
                    <a:lnL w="12700" cap="flat" cmpd="sng" algn="ctr">
                      <a:solidFill>
                        <a:srgbClr val="BE382C"/>
                      </a:solidFill>
                      <a:prstDash val="solid"/>
                      <a:round/>
                      <a:headEnd type="none" w="med" len="med"/>
                      <a:tailEnd type="none" w="med" len="med"/>
                    </a:lnL>
                  </a:tcPr>
                </a:tc>
                <a:tc hMerge="1">
                  <a:txBody>
                    <a:bodyPr/>
                    <a:lstStyle/>
                    <a:p>
                      <a:endParaRPr lang="en-US"/>
                    </a:p>
                  </a:txBody>
                  <a:tcPr/>
                </a:tc>
                <a:tc hMerge="1">
                  <a:txBody>
                    <a:bodyPr/>
                    <a:lstStyle/>
                    <a:p>
                      <a:endParaRPr lang="en-US"/>
                    </a:p>
                  </a:txBody>
                  <a:tcPr/>
                </a:tc>
                <a:tc gridSpan="4">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Roboto" panose="02000000000000000000"/>
                          <a:ea typeface="Tahoma" panose="020B0604030504040204" pitchFamily="34" charset="0"/>
                          <a:cs typeface="Times New Roman" panose="02020603050405020304" pitchFamily="18" charset="0"/>
                        </a:rPr>
                        <a:t>Month 5</a:t>
                      </a: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hMerge="1">
                  <a:txBody>
                    <a:bodyPr/>
                    <a:lstStyle/>
                    <a:p>
                      <a:endParaRPr lang="en-US"/>
                    </a:p>
                  </a:txBody>
                  <a:tcP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hMerge="1">
                  <a:txBody>
                    <a:bodyPr/>
                    <a:lstStyle/>
                    <a:p>
                      <a:endParaRPr lang="en-US"/>
                    </a:p>
                  </a:txBody>
                  <a:tcP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hMerge="1">
                  <a:txBody>
                    <a:bodyPr/>
                    <a:lstStyle/>
                    <a:p>
                      <a:endParaRPr lang="en-US"/>
                    </a:p>
                  </a:txBody>
                  <a:tcP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extLst>
                  <a:ext uri="{0D108BD9-81ED-4DB2-BD59-A6C34878D82A}">
                    <a16:rowId xmlns:a16="http://schemas.microsoft.com/office/drawing/2014/main" val="2822346283"/>
                  </a:ext>
                </a:extLst>
              </a:tr>
              <a:tr h="266955">
                <a:tc>
                  <a:txBody>
                    <a:bodyPr/>
                    <a:lstStyle/>
                    <a:p>
                      <a:pPr marL="0" marR="0" algn="ctr">
                        <a:spcBef>
                          <a:spcPts val="0"/>
                        </a:spcBef>
                        <a:spcAft>
                          <a:spcPts val="0"/>
                        </a:spcAft>
                      </a:pPr>
                      <a:endParaRPr lang="en-US" sz="1000" dirty="0">
                        <a:effectLst/>
                        <a:latin typeface="Roboto" panose="02000000000000000000"/>
                        <a:ea typeface="Tahoma" panose="020B0604030504040204" pitchFamily="34" charset="0"/>
                        <a:cs typeface="Times New Roman" panose="02020603050405020304" pitchFamily="18"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15000"/>
                        </a:lnSpc>
                        <a:spcBef>
                          <a:spcPts val="0"/>
                        </a:spcBef>
                        <a:spcAft>
                          <a:spcPts val="0"/>
                        </a:spcAft>
                      </a:pPr>
                      <a:endParaRPr lang="en-US" sz="1100" dirty="0">
                        <a:effectLst/>
                        <a:latin typeface="Roboto" panose="02000000000000000000"/>
                        <a:ea typeface="Calibri" panose="020F050202020403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1" i="0" u="none" strike="noStrike" dirty="0">
                          <a:solidFill>
                            <a:srgbClr val="000000"/>
                          </a:solidFill>
                          <a:effectLst/>
                          <a:latin typeface="Roboto" panose="02000000000000000000"/>
                          <a:cs typeface="Arial" panose="020B0604020202020204" pitchFamily="34" charset="0"/>
                        </a:rPr>
                        <a:t>W1</a:t>
                      </a:r>
                    </a:p>
                  </a:txBody>
                  <a:tcPr marL="9525" marR="9525" marT="9525"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r>
                        <a:rPr lang="en-US" sz="800" b="1" i="0" u="none" strike="noStrike" dirty="0">
                          <a:solidFill>
                            <a:srgbClr val="000000"/>
                          </a:solidFill>
                          <a:effectLst/>
                          <a:latin typeface="Roboto" panose="02000000000000000000"/>
                          <a:cs typeface="Arial" panose="020B0604020202020204" pitchFamily="34" charset="0"/>
                        </a:rPr>
                        <a:t>W2</a:t>
                      </a:r>
                    </a:p>
                  </a:txBody>
                  <a:tcPr marL="9525" marR="9525" marT="9525"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r>
                        <a:rPr lang="en-US" sz="800" b="1" i="0" u="none" strike="noStrike">
                          <a:solidFill>
                            <a:srgbClr val="000000"/>
                          </a:solidFill>
                          <a:effectLst/>
                          <a:latin typeface="Roboto" panose="02000000000000000000"/>
                          <a:cs typeface="Arial" panose="020B0604020202020204" pitchFamily="34" charset="0"/>
                        </a:rPr>
                        <a:t>W3</a:t>
                      </a:r>
                    </a:p>
                  </a:txBody>
                  <a:tcPr marL="9525" marR="9525" marT="9525"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r>
                        <a:rPr lang="en-US" sz="800" b="1" i="0" u="none" strike="noStrike">
                          <a:solidFill>
                            <a:srgbClr val="000000"/>
                          </a:solidFill>
                          <a:effectLst/>
                          <a:latin typeface="Roboto" panose="02000000000000000000"/>
                          <a:cs typeface="Arial" panose="020B0604020202020204" pitchFamily="34" charset="0"/>
                        </a:rPr>
                        <a:t>W4</a:t>
                      </a:r>
                    </a:p>
                  </a:txBody>
                  <a:tcPr marL="9525" marR="9525" marT="9525"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r>
                        <a:rPr lang="en-US" sz="800" b="1" i="0" u="none" strike="noStrike" dirty="0">
                          <a:solidFill>
                            <a:srgbClr val="000000"/>
                          </a:solidFill>
                          <a:effectLst/>
                          <a:latin typeface="Roboto" panose="02000000000000000000"/>
                          <a:cs typeface="Arial" panose="020B0604020202020204" pitchFamily="34" charset="0"/>
                        </a:rPr>
                        <a:t>W5</a:t>
                      </a:r>
                    </a:p>
                  </a:txBody>
                  <a:tcPr marL="9525" marR="9525" marT="9525"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r>
                        <a:rPr lang="en-US" sz="800" b="1" i="0" u="none" strike="noStrike" dirty="0">
                          <a:solidFill>
                            <a:srgbClr val="000000"/>
                          </a:solidFill>
                          <a:effectLst/>
                          <a:latin typeface="Roboto" panose="02000000000000000000"/>
                          <a:cs typeface="Arial" panose="020B0604020202020204" pitchFamily="34" charset="0"/>
                        </a:rPr>
                        <a:t>W6</a:t>
                      </a:r>
                    </a:p>
                  </a:txBody>
                  <a:tcPr marL="9525" marR="9525" marT="9525"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r>
                        <a:rPr lang="en-US" sz="800" b="1" i="0" u="none" strike="noStrike" dirty="0">
                          <a:solidFill>
                            <a:srgbClr val="000000"/>
                          </a:solidFill>
                          <a:effectLst/>
                          <a:latin typeface="Roboto" panose="02000000000000000000"/>
                          <a:cs typeface="Arial" panose="020B0604020202020204" pitchFamily="34" charset="0"/>
                        </a:rPr>
                        <a:t>W7</a:t>
                      </a:r>
                    </a:p>
                  </a:txBody>
                  <a:tcPr marL="9525" marR="9525" marT="9525"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r>
                        <a:rPr lang="en-US" sz="800" b="1" i="0" u="none" strike="noStrike" dirty="0">
                          <a:solidFill>
                            <a:srgbClr val="000000"/>
                          </a:solidFill>
                          <a:effectLst/>
                          <a:latin typeface="Roboto" panose="02000000000000000000"/>
                          <a:cs typeface="Arial" panose="020B0604020202020204" pitchFamily="34" charset="0"/>
                        </a:rPr>
                        <a:t>W8</a:t>
                      </a:r>
                    </a:p>
                  </a:txBody>
                  <a:tcPr marL="9525" marR="9525" marT="9525"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r>
                        <a:rPr lang="en-US" sz="800" b="1" i="0" u="none" strike="noStrike" dirty="0">
                          <a:solidFill>
                            <a:srgbClr val="000000"/>
                          </a:solidFill>
                          <a:effectLst/>
                          <a:latin typeface="Roboto" panose="02000000000000000000"/>
                          <a:cs typeface="Arial" panose="020B0604020202020204" pitchFamily="34" charset="0"/>
                        </a:rPr>
                        <a:t>W9</a:t>
                      </a:r>
                    </a:p>
                  </a:txBody>
                  <a:tcPr marL="9525" marR="9525" marT="9525"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r>
                        <a:rPr lang="en-US" sz="800" b="1" i="0" u="none" strike="noStrike" dirty="0">
                          <a:solidFill>
                            <a:srgbClr val="000000"/>
                          </a:solidFill>
                          <a:effectLst/>
                          <a:latin typeface="Roboto" panose="02000000000000000000"/>
                          <a:cs typeface="Arial" panose="020B0604020202020204" pitchFamily="34" charset="0"/>
                        </a:rPr>
                        <a:t>W10</a:t>
                      </a:r>
                    </a:p>
                  </a:txBody>
                  <a:tcPr marL="9525" marR="9525" marT="9525"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r>
                        <a:rPr lang="en-US" sz="800" b="1" i="0" u="none" strike="noStrike" dirty="0">
                          <a:solidFill>
                            <a:srgbClr val="000000"/>
                          </a:solidFill>
                          <a:effectLst/>
                          <a:latin typeface="Roboto" panose="02000000000000000000"/>
                          <a:cs typeface="Arial" panose="020B0604020202020204" pitchFamily="34" charset="0"/>
                        </a:rPr>
                        <a:t>W11</a:t>
                      </a:r>
                    </a:p>
                  </a:txBody>
                  <a:tcPr marL="9525" marR="9525" marT="9525"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r>
                        <a:rPr lang="en-US" sz="800" b="1" i="0" u="none" strike="noStrike" dirty="0">
                          <a:solidFill>
                            <a:srgbClr val="000000"/>
                          </a:solidFill>
                          <a:effectLst/>
                          <a:latin typeface="Roboto" panose="02000000000000000000"/>
                          <a:cs typeface="Arial" panose="020B0604020202020204" pitchFamily="34" charset="0"/>
                        </a:rPr>
                        <a:t>W12</a:t>
                      </a:r>
                    </a:p>
                  </a:txBody>
                  <a:tcPr marL="9525" marR="9525" marT="9525"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r>
                        <a:rPr lang="en-US" sz="800" b="1" i="0" u="none" strike="noStrike" dirty="0">
                          <a:solidFill>
                            <a:srgbClr val="000000"/>
                          </a:solidFill>
                          <a:effectLst/>
                          <a:latin typeface="Roboto" panose="02000000000000000000"/>
                          <a:cs typeface="Arial" panose="020B0604020202020204" pitchFamily="34" charset="0"/>
                        </a:rPr>
                        <a:t>W13</a:t>
                      </a:r>
                    </a:p>
                  </a:txBody>
                  <a:tcPr marL="9525" marR="9525" marT="9525"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r>
                        <a:rPr lang="en-US" sz="800" b="1" i="0" u="none" strike="noStrike" dirty="0">
                          <a:solidFill>
                            <a:srgbClr val="000000"/>
                          </a:solidFill>
                          <a:effectLst/>
                          <a:latin typeface="Roboto" panose="02000000000000000000"/>
                          <a:cs typeface="Arial" panose="020B0604020202020204" pitchFamily="34" charset="0"/>
                        </a:rPr>
                        <a:t>W14</a:t>
                      </a:r>
                    </a:p>
                  </a:txBody>
                  <a:tcPr marL="9525" marR="9525" marT="9525"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r>
                        <a:rPr lang="en-US" sz="800" b="1" i="0" u="none" strike="noStrike" dirty="0">
                          <a:solidFill>
                            <a:srgbClr val="000000"/>
                          </a:solidFill>
                          <a:effectLst/>
                          <a:latin typeface="Roboto" panose="02000000000000000000"/>
                          <a:cs typeface="Arial" panose="020B0604020202020204" pitchFamily="34" charset="0"/>
                        </a:rPr>
                        <a:t>W15</a:t>
                      </a:r>
                    </a:p>
                  </a:txBody>
                  <a:tcPr marL="9525" marR="9525" marT="9525"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r>
                        <a:rPr lang="en-US" sz="800" b="1" i="0" u="none" strike="noStrike" dirty="0">
                          <a:solidFill>
                            <a:srgbClr val="000000"/>
                          </a:solidFill>
                          <a:effectLst/>
                          <a:latin typeface="Roboto" panose="02000000000000000000"/>
                          <a:cs typeface="Arial" panose="020B0604020202020204" pitchFamily="34" charset="0"/>
                        </a:rPr>
                        <a:t>W16</a:t>
                      </a:r>
                    </a:p>
                  </a:txBody>
                  <a:tcPr marL="9525" marR="9525" marT="9525"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r>
                        <a:rPr lang="en-US" sz="800" b="1" i="0" u="none" strike="noStrike" dirty="0">
                          <a:solidFill>
                            <a:srgbClr val="000000"/>
                          </a:solidFill>
                          <a:effectLst/>
                          <a:latin typeface="Roboto" panose="02000000000000000000"/>
                          <a:cs typeface="Arial" panose="020B0604020202020204" pitchFamily="34" charset="0"/>
                        </a:rPr>
                        <a:t>W17</a:t>
                      </a:r>
                    </a:p>
                  </a:txBody>
                  <a:tcPr marL="9525" marR="9525" marT="9525"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r>
                        <a:rPr lang="en-US" sz="800" b="1" i="0" u="none" strike="noStrike" dirty="0">
                          <a:solidFill>
                            <a:srgbClr val="000000"/>
                          </a:solidFill>
                          <a:effectLst/>
                          <a:latin typeface="Roboto" panose="02000000000000000000"/>
                          <a:cs typeface="Arial" panose="020B0604020202020204" pitchFamily="34" charset="0"/>
                        </a:rPr>
                        <a:t>W18</a:t>
                      </a:r>
                    </a:p>
                  </a:txBody>
                  <a:tcPr marL="9525" marR="9525" marT="9525"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r>
                        <a:rPr lang="en-US" sz="800" b="1" i="0" u="none" strike="noStrike" dirty="0">
                          <a:solidFill>
                            <a:srgbClr val="000000"/>
                          </a:solidFill>
                          <a:effectLst/>
                          <a:latin typeface="Roboto" panose="02000000000000000000"/>
                          <a:cs typeface="Arial" panose="020B0604020202020204" pitchFamily="34" charset="0"/>
                        </a:rPr>
                        <a:t>W19</a:t>
                      </a:r>
                    </a:p>
                  </a:txBody>
                  <a:tcPr marL="9525" marR="9525" marT="9525"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r>
                        <a:rPr lang="en-US" sz="800" b="1" i="0" u="none" strike="noStrike" dirty="0">
                          <a:solidFill>
                            <a:srgbClr val="000000"/>
                          </a:solidFill>
                          <a:effectLst/>
                          <a:latin typeface="Roboto" panose="02000000000000000000"/>
                          <a:cs typeface="Arial" panose="020B0604020202020204" pitchFamily="34" charset="0"/>
                        </a:rPr>
                        <a:t>W20</a:t>
                      </a:r>
                    </a:p>
                  </a:txBody>
                  <a:tcPr marL="9525" marR="9525" marT="9525"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58810396"/>
                  </a:ext>
                </a:extLst>
              </a:tr>
              <a:tr h="396714">
                <a:tc>
                  <a:txBody>
                    <a:bodyPr/>
                    <a:lstStyle/>
                    <a:p>
                      <a:pPr marL="0" marR="0" algn="ctr">
                        <a:spcBef>
                          <a:spcPts val="0"/>
                        </a:spcBef>
                        <a:spcAft>
                          <a:spcPts val="0"/>
                        </a:spcAft>
                      </a:pPr>
                      <a:r>
                        <a:rPr lang="en-US" sz="1000" b="1" kern="1200" dirty="0">
                          <a:solidFill>
                            <a:schemeClr val="accent5"/>
                          </a:solidFill>
                          <a:effectLst/>
                          <a:latin typeface="Roboto" panose="02000000000000000000"/>
                          <a:ea typeface="Tahoma" panose="020B0604030504040204" pitchFamily="34" charset="0"/>
                          <a:cs typeface="Calibri" panose="020F0502020204030204" pitchFamily="34" charset="0"/>
                        </a:rPr>
                        <a:t>1</a:t>
                      </a: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15000"/>
                        </a:lnSpc>
                        <a:spcBef>
                          <a:spcPts val="0"/>
                        </a:spcBef>
                        <a:spcAft>
                          <a:spcPts val="0"/>
                        </a:spcAft>
                      </a:pPr>
                      <a:r>
                        <a:rPr lang="en-GB" sz="1050" b="1" dirty="0">
                          <a:solidFill>
                            <a:schemeClr val="accent5"/>
                          </a:solidFill>
                          <a:effectLst/>
                          <a:latin typeface="+mn-lt"/>
                          <a:ea typeface="Calibri" panose="020F0502020204030204" pitchFamily="34" charset="0"/>
                          <a:cs typeface="Arial" panose="020B0604020202020204" pitchFamily="34" charset="0"/>
                        </a:rPr>
                        <a:t>Award &amp; Orientation</a:t>
                      </a:r>
                      <a:endParaRPr lang="en-US" sz="1050" b="1" dirty="0">
                        <a:solidFill>
                          <a:schemeClr val="accent5"/>
                        </a:solidFill>
                        <a:effectLst/>
                        <a:latin typeface="+mn-lt"/>
                        <a:ea typeface="Calibri" panose="020F050202020403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800" dirty="0">
                        <a:latin typeface="Roboto" panose="0200000000000000000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800" dirty="0">
                        <a:latin typeface="Roboto" panose="0200000000000000000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800" dirty="0">
                        <a:latin typeface="Roboto" panose="0200000000000000000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800" dirty="0">
                        <a:latin typeface="Roboto" panose="0200000000000000000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16735823"/>
                  </a:ext>
                </a:extLst>
              </a:tr>
              <a:tr h="528951">
                <a:tc>
                  <a:txBody>
                    <a:bodyPr/>
                    <a:lstStyle/>
                    <a:p>
                      <a:pPr marL="0" marR="0" algn="ctr">
                        <a:spcBef>
                          <a:spcPts val="0"/>
                        </a:spcBef>
                        <a:spcAft>
                          <a:spcPts val="0"/>
                        </a:spcAft>
                      </a:pPr>
                      <a:r>
                        <a:rPr lang="en-US" sz="1000" b="1" kern="1200" dirty="0">
                          <a:solidFill>
                            <a:schemeClr val="accent5"/>
                          </a:solidFill>
                          <a:effectLst/>
                          <a:latin typeface="Roboto" panose="02000000000000000000"/>
                          <a:ea typeface="Tahoma" panose="020B0604030504040204" pitchFamily="34" charset="0"/>
                          <a:cs typeface="Calibri" panose="020F0502020204030204" pitchFamily="34" charset="0"/>
                        </a:rPr>
                        <a:t>2</a:t>
                      </a: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15000"/>
                        </a:lnSpc>
                        <a:spcBef>
                          <a:spcPts val="0"/>
                        </a:spcBef>
                        <a:spcAft>
                          <a:spcPts val="0"/>
                        </a:spcAft>
                      </a:pPr>
                      <a:r>
                        <a:rPr lang="en-GB" sz="1050" b="1" dirty="0">
                          <a:solidFill>
                            <a:schemeClr val="accent5"/>
                          </a:solidFill>
                          <a:effectLst/>
                          <a:latin typeface="+mn-lt"/>
                          <a:ea typeface="Calibri" panose="020F0502020204030204" pitchFamily="34" charset="0"/>
                          <a:cs typeface="Arial" panose="020B0604020202020204" pitchFamily="34" charset="0"/>
                        </a:rPr>
                        <a:t>Design Concept Submission and Documentation Approval</a:t>
                      </a:r>
                      <a:endParaRPr lang="en-US" sz="1050" b="1" dirty="0">
                        <a:solidFill>
                          <a:schemeClr val="accent5"/>
                        </a:solidFill>
                        <a:effectLst/>
                        <a:latin typeface="+mn-lt"/>
                        <a:ea typeface="Calibri" panose="020F050202020403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800" dirty="0">
                        <a:latin typeface="Roboto" panose="0200000000000000000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800" dirty="0">
                        <a:latin typeface="Roboto" panose="0200000000000000000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800" dirty="0">
                        <a:latin typeface="Roboto" panose="0200000000000000000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800" dirty="0">
                        <a:latin typeface="Roboto" panose="0200000000000000000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72173238"/>
                  </a:ext>
                </a:extLst>
              </a:tr>
              <a:tr h="396714">
                <a:tc>
                  <a:txBody>
                    <a:bodyPr/>
                    <a:lstStyle/>
                    <a:p>
                      <a:pPr marL="0" marR="0" algn="ctr">
                        <a:spcBef>
                          <a:spcPts val="0"/>
                        </a:spcBef>
                        <a:spcAft>
                          <a:spcPts val="0"/>
                        </a:spcAft>
                      </a:pPr>
                      <a:r>
                        <a:rPr lang="en-US" sz="1000" b="1" kern="1200" dirty="0">
                          <a:solidFill>
                            <a:schemeClr val="accent5"/>
                          </a:solidFill>
                          <a:effectLst/>
                          <a:latin typeface="Roboto" panose="02000000000000000000"/>
                          <a:ea typeface="Tahoma" panose="020B0604030504040204" pitchFamily="34" charset="0"/>
                          <a:cs typeface="Calibri" panose="020F0502020204030204" pitchFamily="34" charset="0"/>
                        </a:rPr>
                        <a:t>3</a:t>
                      </a: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15000"/>
                        </a:lnSpc>
                        <a:spcBef>
                          <a:spcPts val="0"/>
                        </a:spcBef>
                        <a:spcAft>
                          <a:spcPts val="0"/>
                        </a:spcAft>
                      </a:pPr>
                      <a:r>
                        <a:rPr lang="en-GB" sz="1050" b="1" dirty="0">
                          <a:solidFill>
                            <a:schemeClr val="accent5"/>
                          </a:solidFill>
                          <a:effectLst/>
                          <a:latin typeface="+mn-lt"/>
                          <a:ea typeface="Calibri" panose="020F0502020204030204" pitchFamily="34" charset="0"/>
                          <a:cs typeface="Arial" panose="020B0604020202020204" pitchFamily="34" charset="0"/>
                        </a:rPr>
                        <a:t>Statutory &amp; Regulatory Approvals</a:t>
                      </a:r>
                      <a:endParaRPr lang="en-US" sz="1050" b="1" dirty="0">
                        <a:solidFill>
                          <a:schemeClr val="accent5"/>
                        </a:solidFill>
                        <a:effectLst/>
                        <a:latin typeface="+mn-lt"/>
                        <a:ea typeface="Calibri" panose="020F050202020403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p>
                      <a:endParaRPr lang="en-US" sz="1800" dirty="0">
                        <a:latin typeface="Roboto" panose="0200000000000000000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p>
                      <a:endParaRPr lang="en-US" sz="1800" dirty="0">
                        <a:latin typeface="Roboto" panose="0200000000000000000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800" dirty="0">
                        <a:latin typeface="Roboto" panose="0200000000000000000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800" dirty="0">
                        <a:latin typeface="Roboto" panose="0200000000000000000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99352857"/>
                  </a:ext>
                </a:extLst>
              </a:tr>
              <a:tr h="396714">
                <a:tc>
                  <a:txBody>
                    <a:bodyPr/>
                    <a:lstStyle/>
                    <a:p>
                      <a:pPr marL="0" marR="0" algn="ctr">
                        <a:spcBef>
                          <a:spcPts val="0"/>
                        </a:spcBef>
                        <a:spcAft>
                          <a:spcPts val="0"/>
                        </a:spcAft>
                      </a:pPr>
                      <a:r>
                        <a:rPr lang="en-US" sz="1000" b="1" kern="1200" dirty="0">
                          <a:solidFill>
                            <a:schemeClr val="accent5"/>
                          </a:solidFill>
                          <a:effectLst/>
                          <a:latin typeface="Roboto" panose="02000000000000000000"/>
                          <a:ea typeface="Tahoma" panose="020B0604030504040204" pitchFamily="34" charset="0"/>
                          <a:cs typeface="Calibri" panose="020F0502020204030204" pitchFamily="34" charset="0"/>
                        </a:rPr>
                        <a:t>4</a:t>
                      </a: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15000"/>
                        </a:lnSpc>
                        <a:spcBef>
                          <a:spcPts val="0"/>
                        </a:spcBef>
                        <a:spcAft>
                          <a:spcPts val="0"/>
                        </a:spcAft>
                      </a:pPr>
                      <a:r>
                        <a:rPr lang="en-GB" sz="1050" b="1" dirty="0">
                          <a:solidFill>
                            <a:schemeClr val="accent5"/>
                          </a:solidFill>
                          <a:effectLst/>
                          <a:latin typeface="+mn-lt"/>
                          <a:ea typeface="Calibri" panose="020F0502020204030204" pitchFamily="34" charset="0"/>
                          <a:cs typeface="Arial" panose="020B0604020202020204" pitchFamily="34" charset="0"/>
                        </a:rPr>
                        <a:t>Procurement, Clearances &amp; Delivery to site</a:t>
                      </a:r>
                      <a:endParaRPr lang="en-US" sz="1050" b="1" dirty="0">
                        <a:solidFill>
                          <a:schemeClr val="accent5"/>
                        </a:solidFill>
                        <a:effectLst/>
                        <a:latin typeface="+mn-lt"/>
                        <a:ea typeface="Calibri" panose="020F050202020403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p>
                      <a:endParaRPr lang="en-GB" dirty="0"/>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p>
                      <a:endParaRPr lang="en-US" sz="1800" dirty="0">
                        <a:latin typeface="Roboto" panose="0200000000000000000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p>
                      <a:endParaRPr lang="en-US" sz="1800" dirty="0">
                        <a:latin typeface="Roboto" panose="0200000000000000000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p>
                      <a:endParaRPr lang="en-US" sz="1800" dirty="0">
                        <a:latin typeface="Roboto" panose="0200000000000000000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800" dirty="0">
                        <a:latin typeface="Roboto" panose="0200000000000000000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60438283"/>
                  </a:ext>
                </a:extLst>
              </a:tr>
              <a:tr h="396714">
                <a:tc>
                  <a:txBody>
                    <a:bodyPr/>
                    <a:lstStyle/>
                    <a:p>
                      <a:pPr marL="0" marR="0" algn="ctr">
                        <a:spcBef>
                          <a:spcPts val="0"/>
                        </a:spcBef>
                        <a:spcAft>
                          <a:spcPts val="0"/>
                        </a:spcAft>
                      </a:pPr>
                      <a:r>
                        <a:rPr lang="en-US" sz="1000" b="1" kern="1200" dirty="0">
                          <a:solidFill>
                            <a:schemeClr val="accent5"/>
                          </a:solidFill>
                          <a:effectLst/>
                          <a:latin typeface="Roboto" panose="02000000000000000000"/>
                          <a:ea typeface="Tahoma" panose="020B0604030504040204" pitchFamily="34" charset="0"/>
                          <a:cs typeface="Calibri" panose="020F0502020204030204" pitchFamily="34" charset="0"/>
                        </a:rPr>
                        <a:t>5</a:t>
                      </a: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15000"/>
                        </a:lnSpc>
                        <a:spcBef>
                          <a:spcPts val="0"/>
                        </a:spcBef>
                        <a:spcAft>
                          <a:spcPts val="0"/>
                        </a:spcAft>
                      </a:pPr>
                      <a:r>
                        <a:rPr lang="en-GB" sz="1050" b="1" dirty="0">
                          <a:solidFill>
                            <a:schemeClr val="accent5"/>
                          </a:solidFill>
                          <a:effectLst/>
                          <a:latin typeface="+mn-lt"/>
                          <a:ea typeface="Calibri" panose="020F0502020204030204" pitchFamily="34" charset="0"/>
                          <a:cs typeface="Arial" panose="020B0604020202020204" pitchFamily="34" charset="0"/>
                        </a:rPr>
                        <a:t>Mobilization to Site/Site Preparation</a:t>
                      </a:r>
                      <a:endParaRPr lang="en-US" sz="1050" b="1" dirty="0">
                        <a:solidFill>
                          <a:schemeClr val="accent5"/>
                        </a:solidFill>
                        <a:effectLst/>
                        <a:latin typeface="+mn-lt"/>
                        <a:ea typeface="Calibri" panose="020F050202020403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800" dirty="0">
                        <a:latin typeface="Roboto" panose="0200000000000000000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800" dirty="0">
                        <a:latin typeface="Roboto" panose="0200000000000000000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p>
                      <a:endParaRPr lang="en-US" sz="1800" dirty="0">
                        <a:latin typeface="Roboto" panose="0200000000000000000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800" dirty="0">
                        <a:latin typeface="Roboto" panose="0200000000000000000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90070719"/>
                  </a:ext>
                </a:extLst>
              </a:tr>
              <a:tr h="512333">
                <a:tc>
                  <a:txBody>
                    <a:bodyPr/>
                    <a:lstStyle/>
                    <a:p>
                      <a:pPr marL="0" marR="0" algn="ctr">
                        <a:spcBef>
                          <a:spcPts val="0"/>
                        </a:spcBef>
                        <a:spcAft>
                          <a:spcPts val="0"/>
                        </a:spcAft>
                      </a:pPr>
                      <a:r>
                        <a:rPr lang="en-US" sz="1000" b="1" kern="1200" dirty="0">
                          <a:solidFill>
                            <a:schemeClr val="accent5"/>
                          </a:solidFill>
                          <a:effectLst/>
                          <a:latin typeface="Roboto" panose="02000000000000000000"/>
                          <a:ea typeface="Tahoma" panose="020B0604030504040204" pitchFamily="34" charset="0"/>
                          <a:cs typeface="Calibri" panose="020F0502020204030204" pitchFamily="34" charset="0"/>
                        </a:rPr>
                        <a:t>6</a:t>
                      </a: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15000"/>
                        </a:lnSpc>
                        <a:spcBef>
                          <a:spcPts val="0"/>
                        </a:spcBef>
                        <a:spcAft>
                          <a:spcPts val="0"/>
                        </a:spcAft>
                      </a:pPr>
                      <a:r>
                        <a:rPr lang="en-GB" sz="1050" b="1" dirty="0">
                          <a:solidFill>
                            <a:schemeClr val="accent5"/>
                          </a:solidFill>
                          <a:effectLst/>
                          <a:latin typeface="+mn-lt"/>
                          <a:ea typeface="Calibri" panose="020F0502020204030204" pitchFamily="34" charset="0"/>
                          <a:cs typeface="Arial" panose="020B0604020202020204" pitchFamily="34" charset="0"/>
                        </a:rPr>
                        <a:t>All Installation (Mechanical and Electrical) </a:t>
                      </a:r>
                      <a:endParaRPr lang="en-US" sz="1050" b="1" dirty="0">
                        <a:solidFill>
                          <a:schemeClr val="accent5"/>
                        </a:solidFill>
                        <a:effectLst/>
                        <a:latin typeface="+mn-lt"/>
                        <a:ea typeface="Calibri" panose="020F050202020403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800" dirty="0">
                        <a:latin typeface="Roboto" panose="0200000000000000000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800" dirty="0">
                        <a:latin typeface="Roboto" panose="0200000000000000000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800" dirty="0">
                        <a:latin typeface="Roboto" panose="0200000000000000000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p>
                      <a:endParaRPr lang="en-US" sz="1800" dirty="0">
                        <a:latin typeface="Roboto" panose="0200000000000000000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extLst>
                  <a:ext uri="{0D108BD9-81ED-4DB2-BD59-A6C34878D82A}">
                    <a16:rowId xmlns:a16="http://schemas.microsoft.com/office/drawing/2014/main" val="2229465275"/>
                  </a:ext>
                </a:extLst>
              </a:tr>
            </a:tbl>
          </a:graphicData>
        </a:graphic>
      </p:graphicFrame>
      <p:sp>
        <p:nvSpPr>
          <p:cNvPr id="9" name="Title 6">
            <a:extLst>
              <a:ext uri="{FF2B5EF4-FFF2-40B4-BE49-F238E27FC236}">
                <a16:creationId xmlns:a16="http://schemas.microsoft.com/office/drawing/2014/main" id="{110FF256-BCE5-46CA-8A0A-ED1988F80CAB}"/>
              </a:ext>
            </a:extLst>
          </p:cNvPr>
          <p:cNvSpPr>
            <a:spLocks noGrp="1"/>
          </p:cNvSpPr>
          <p:nvPr>
            <p:ph type="title"/>
          </p:nvPr>
        </p:nvSpPr>
        <p:spPr>
          <a:xfrm>
            <a:off x="250257" y="267471"/>
            <a:ext cx="8643486" cy="353524"/>
          </a:xfrm>
        </p:spPr>
        <p:txBody>
          <a:bodyPr/>
          <a:lstStyle/>
          <a:p>
            <a:r>
              <a:rPr lang="en-US" sz="2100" dirty="0">
                <a:solidFill>
                  <a:schemeClr val="tx1">
                    <a:lumMod val="50000"/>
                    <a:lumOff val="50000"/>
                  </a:schemeClr>
                </a:solidFill>
                <a:latin typeface="Roboto" panose="02000000000000000000"/>
              </a:rPr>
              <a:t>Execution Schedule</a:t>
            </a:r>
          </a:p>
        </p:txBody>
      </p:sp>
      <p:sp>
        <p:nvSpPr>
          <p:cNvPr id="10" name="Text Placeholder 7">
            <a:extLst>
              <a:ext uri="{FF2B5EF4-FFF2-40B4-BE49-F238E27FC236}">
                <a16:creationId xmlns:a16="http://schemas.microsoft.com/office/drawing/2014/main" id="{621C5AB3-A157-48B2-9C2E-9873FC3BF07D}"/>
              </a:ext>
            </a:extLst>
          </p:cNvPr>
          <p:cNvSpPr>
            <a:spLocks noGrp="1"/>
          </p:cNvSpPr>
          <p:nvPr>
            <p:ph type="body" sz="half" idx="2"/>
          </p:nvPr>
        </p:nvSpPr>
        <p:spPr>
          <a:xfrm>
            <a:off x="250826" y="619126"/>
            <a:ext cx="8642350" cy="201613"/>
          </a:xfrm>
        </p:spPr>
        <p:txBody>
          <a:bodyPr/>
          <a:lstStyle/>
          <a:p>
            <a:r>
              <a:rPr lang="en-US" sz="1050" dirty="0">
                <a:solidFill>
                  <a:schemeClr val="accent5"/>
                </a:solidFill>
                <a:latin typeface="Roboto"/>
              </a:rPr>
              <a:t>High Level Project Schedule (+2 Weeks Contingency)</a:t>
            </a:r>
          </a:p>
        </p:txBody>
      </p:sp>
      <p:sp>
        <p:nvSpPr>
          <p:cNvPr id="2" name="TextBox 1">
            <a:extLst>
              <a:ext uri="{FF2B5EF4-FFF2-40B4-BE49-F238E27FC236}">
                <a16:creationId xmlns:a16="http://schemas.microsoft.com/office/drawing/2014/main" id="{F17CB7E5-4D35-5BB5-D7EA-D6829574CC0C}"/>
              </a:ext>
            </a:extLst>
          </p:cNvPr>
          <p:cNvSpPr txBox="1"/>
          <p:nvPr/>
        </p:nvSpPr>
        <p:spPr>
          <a:xfrm>
            <a:off x="609600" y="3993271"/>
            <a:ext cx="2743200" cy="253916"/>
          </a:xfrm>
          <a:prstGeom prst="rect">
            <a:avLst/>
          </a:prstGeom>
          <a:noFill/>
        </p:spPr>
        <p:txBody>
          <a:bodyPr wrap="square" rtlCol="0">
            <a:spAutoFit/>
          </a:bodyPr>
          <a:lstStyle/>
          <a:p>
            <a:pPr algn="ctr"/>
            <a:r>
              <a:rPr lang="en-US" sz="1050" b="1" dirty="0">
                <a:solidFill>
                  <a:schemeClr val="bg2">
                    <a:lumMod val="65000"/>
                  </a:schemeClr>
                </a:solidFill>
              </a:rPr>
              <a:t>Months 1-5, Cont. Months 6-10 Next Slide</a:t>
            </a:r>
          </a:p>
        </p:txBody>
      </p:sp>
    </p:spTree>
    <p:extLst>
      <p:ext uri="{BB962C8B-B14F-4D97-AF65-F5344CB8AC3E}">
        <p14:creationId xmlns:p14="http://schemas.microsoft.com/office/powerpoint/2010/main" val="2829267341"/>
      </p:ext>
    </p:extLst>
  </p:cSld>
  <p:clrMapOvr>
    <a:masterClrMapping/>
  </p:clrMapOvr>
  <p:transition spd="slow">
    <p:push dir="u"/>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0DD3E0-408F-A6FC-1B8A-F80B11EF88A9}"/>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DC9F1204-29DA-269A-7BA6-B83344FBCBBF}"/>
              </a:ext>
            </a:extLst>
          </p:cNvPr>
          <p:cNvGraphicFramePr>
            <a:graphicFrameLocks noGrp="1"/>
          </p:cNvGraphicFramePr>
          <p:nvPr>
            <p:extLst>
              <p:ext uri="{D42A27DB-BD31-4B8C-83A1-F6EECF244321}">
                <p14:modId xmlns:p14="http://schemas.microsoft.com/office/powerpoint/2010/main" val="723781103"/>
              </p:ext>
            </p:extLst>
          </p:nvPr>
        </p:nvGraphicFramePr>
        <p:xfrm>
          <a:off x="734731" y="1581150"/>
          <a:ext cx="7674537" cy="1802105"/>
        </p:xfrm>
        <a:graphic>
          <a:graphicData uri="http://schemas.openxmlformats.org/drawingml/2006/table">
            <a:tbl>
              <a:tblPr firstRow="1" firstCol="1" bandRow="1">
                <a:tableStyleId>{69012ECD-51FC-41F1-AA8D-1B2483CD663E}</a:tableStyleId>
              </a:tblPr>
              <a:tblGrid>
                <a:gridCol w="255770">
                  <a:extLst>
                    <a:ext uri="{9D8B030D-6E8A-4147-A177-3AD203B41FA5}">
                      <a16:colId xmlns:a16="http://schemas.microsoft.com/office/drawing/2014/main" val="3304990227"/>
                    </a:ext>
                  </a:extLst>
                </a:gridCol>
                <a:gridCol w="1795393">
                  <a:extLst>
                    <a:ext uri="{9D8B030D-6E8A-4147-A177-3AD203B41FA5}">
                      <a16:colId xmlns:a16="http://schemas.microsoft.com/office/drawing/2014/main" val="1223419363"/>
                    </a:ext>
                  </a:extLst>
                </a:gridCol>
                <a:gridCol w="282018">
                  <a:extLst>
                    <a:ext uri="{9D8B030D-6E8A-4147-A177-3AD203B41FA5}">
                      <a16:colId xmlns:a16="http://schemas.microsoft.com/office/drawing/2014/main" val="1821157322"/>
                    </a:ext>
                  </a:extLst>
                </a:gridCol>
                <a:gridCol w="282018">
                  <a:extLst>
                    <a:ext uri="{9D8B030D-6E8A-4147-A177-3AD203B41FA5}">
                      <a16:colId xmlns:a16="http://schemas.microsoft.com/office/drawing/2014/main" val="4234063426"/>
                    </a:ext>
                  </a:extLst>
                </a:gridCol>
                <a:gridCol w="282018">
                  <a:extLst>
                    <a:ext uri="{9D8B030D-6E8A-4147-A177-3AD203B41FA5}">
                      <a16:colId xmlns:a16="http://schemas.microsoft.com/office/drawing/2014/main" val="1913865167"/>
                    </a:ext>
                  </a:extLst>
                </a:gridCol>
                <a:gridCol w="277884">
                  <a:extLst>
                    <a:ext uri="{9D8B030D-6E8A-4147-A177-3AD203B41FA5}">
                      <a16:colId xmlns:a16="http://schemas.microsoft.com/office/drawing/2014/main" val="3647857876"/>
                    </a:ext>
                  </a:extLst>
                </a:gridCol>
                <a:gridCol w="268682">
                  <a:extLst>
                    <a:ext uri="{9D8B030D-6E8A-4147-A177-3AD203B41FA5}">
                      <a16:colId xmlns:a16="http://schemas.microsoft.com/office/drawing/2014/main" val="3266774818"/>
                    </a:ext>
                  </a:extLst>
                </a:gridCol>
                <a:gridCol w="282018">
                  <a:extLst>
                    <a:ext uri="{9D8B030D-6E8A-4147-A177-3AD203B41FA5}">
                      <a16:colId xmlns:a16="http://schemas.microsoft.com/office/drawing/2014/main" val="1008795386"/>
                    </a:ext>
                  </a:extLst>
                </a:gridCol>
                <a:gridCol w="282018">
                  <a:extLst>
                    <a:ext uri="{9D8B030D-6E8A-4147-A177-3AD203B41FA5}">
                      <a16:colId xmlns:a16="http://schemas.microsoft.com/office/drawing/2014/main" val="1052049224"/>
                    </a:ext>
                  </a:extLst>
                </a:gridCol>
                <a:gridCol w="282502">
                  <a:extLst>
                    <a:ext uri="{9D8B030D-6E8A-4147-A177-3AD203B41FA5}">
                      <a16:colId xmlns:a16="http://schemas.microsoft.com/office/drawing/2014/main" val="352413369"/>
                    </a:ext>
                  </a:extLst>
                </a:gridCol>
                <a:gridCol w="282018">
                  <a:extLst>
                    <a:ext uri="{9D8B030D-6E8A-4147-A177-3AD203B41FA5}">
                      <a16:colId xmlns:a16="http://schemas.microsoft.com/office/drawing/2014/main" val="2931070025"/>
                    </a:ext>
                  </a:extLst>
                </a:gridCol>
                <a:gridCol w="282018">
                  <a:extLst>
                    <a:ext uri="{9D8B030D-6E8A-4147-A177-3AD203B41FA5}">
                      <a16:colId xmlns:a16="http://schemas.microsoft.com/office/drawing/2014/main" val="1424562887"/>
                    </a:ext>
                  </a:extLst>
                </a:gridCol>
                <a:gridCol w="282018">
                  <a:extLst>
                    <a:ext uri="{9D8B030D-6E8A-4147-A177-3AD203B41FA5}">
                      <a16:colId xmlns:a16="http://schemas.microsoft.com/office/drawing/2014/main" val="396872281"/>
                    </a:ext>
                  </a:extLst>
                </a:gridCol>
                <a:gridCol w="282018">
                  <a:extLst>
                    <a:ext uri="{9D8B030D-6E8A-4147-A177-3AD203B41FA5}">
                      <a16:colId xmlns:a16="http://schemas.microsoft.com/office/drawing/2014/main" val="619827015"/>
                    </a:ext>
                  </a:extLst>
                </a:gridCol>
                <a:gridCol w="282018">
                  <a:extLst>
                    <a:ext uri="{9D8B030D-6E8A-4147-A177-3AD203B41FA5}">
                      <a16:colId xmlns:a16="http://schemas.microsoft.com/office/drawing/2014/main" val="1455725715"/>
                    </a:ext>
                  </a:extLst>
                </a:gridCol>
                <a:gridCol w="282018">
                  <a:extLst>
                    <a:ext uri="{9D8B030D-6E8A-4147-A177-3AD203B41FA5}">
                      <a16:colId xmlns:a16="http://schemas.microsoft.com/office/drawing/2014/main" val="2986918741"/>
                    </a:ext>
                  </a:extLst>
                </a:gridCol>
                <a:gridCol w="282018">
                  <a:extLst>
                    <a:ext uri="{9D8B030D-6E8A-4147-A177-3AD203B41FA5}">
                      <a16:colId xmlns:a16="http://schemas.microsoft.com/office/drawing/2014/main" val="4204190284"/>
                    </a:ext>
                  </a:extLst>
                </a:gridCol>
                <a:gridCol w="282018">
                  <a:extLst>
                    <a:ext uri="{9D8B030D-6E8A-4147-A177-3AD203B41FA5}">
                      <a16:colId xmlns:a16="http://schemas.microsoft.com/office/drawing/2014/main" val="39898803"/>
                    </a:ext>
                  </a:extLst>
                </a:gridCol>
                <a:gridCol w="282018">
                  <a:extLst>
                    <a:ext uri="{9D8B030D-6E8A-4147-A177-3AD203B41FA5}">
                      <a16:colId xmlns:a16="http://schemas.microsoft.com/office/drawing/2014/main" val="1484918489"/>
                    </a:ext>
                  </a:extLst>
                </a:gridCol>
                <a:gridCol w="282018">
                  <a:extLst>
                    <a:ext uri="{9D8B030D-6E8A-4147-A177-3AD203B41FA5}">
                      <a16:colId xmlns:a16="http://schemas.microsoft.com/office/drawing/2014/main" val="3411474438"/>
                    </a:ext>
                  </a:extLst>
                </a:gridCol>
                <a:gridCol w="282018">
                  <a:extLst>
                    <a:ext uri="{9D8B030D-6E8A-4147-A177-3AD203B41FA5}">
                      <a16:colId xmlns:a16="http://schemas.microsoft.com/office/drawing/2014/main" val="2139891231"/>
                    </a:ext>
                  </a:extLst>
                </a:gridCol>
                <a:gridCol w="282018">
                  <a:extLst>
                    <a:ext uri="{9D8B030D-6E8A-4147-A177-3AD203B41FA5}">
                      <a16:colId xmlns:a16="http://schemas.microsoft.com/office/drawing/2014/main" val="943257363"/>
                    </a:ext>
                  </a:extLst>
                </a:gridCol>
              </a:tblGrid>
              <a:tr h="266955">
                <a:tc>
                  <a:txBody>
                    <a:bodyPr/>
                    <a:lstStyle/>
                    <a:p>
                      <a:pPr marL="0" marR="0" algn="ctr">
                        <a:spcBef>
                          <a:spcPts val="0"/>
                        </a:spcBef>
                        <a:spcAft>
                          <a:spcPts val="0"/>
                        </a:spcAft>
                      </a:pPr>
                      <a:r>
                        <a:rPr lang="en-US" sz="1000" dirty="0">
                          <a:effectLst/>
                          <a:latin typeface="Roboto" panose="02000000000000000000"/>
                          <a:ea typeface="Tahoma" panose="020B0604030504040204" pitchFamily="34" charset="0"/>
                          <a:cs typeface="Times New Roman" panose="02020603050405020304" pitchFamily="18" charset="0"/>
                        </a:rPr>
                        <a:t>#</a:t>
                      </a: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marL="0" marR="0" algn="ctr">
                        <a:spcBef>
                          <a:spcPts val="0"/>
                        </a:spcBef>
                        <a:spcAft>
                          <a:spcPts val="0"/>
                        </a:spcAft>
                      </a:pPr>
                      <a:r>
                        <a:rPr lang="en-US" sz="1000" dirty="0">
                          <a:effectLst/>
                          <a:latin typeface="Roboto" panose="02000000000000000000"/>
                          <a:ea typeface="Tahoma" panose="020B0604030504040204" pitchFamily="34" charset="0"/>
                          <a:cs typeface="Times New Roman" panose="02020603050405020304" pitchFamily="18" charset="0"/>
                        </a:rPr>
                        <a:t>Activity</a:t>
                      </a: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gridSpan="4">
                  <a:txBody>
                    <a:bodyPr/>
                    <a:lstStyle/>
                    <a:p>
                      <a:pPr marL="0" marR="0" algn="ctr">
                        <a:spcBef>
                          <a:spcPts val="0"/>
                        </a:spcBef>
                        <a:spcAft>
                          <a:spcPts val="0"/>
                        </a:spcAft>
                      </a:pPr>
                      <a:r>
                        <a:rPr lang="en-US" sz="1000" dirty="0">
                          <a:effectLst/>
                          <a:latin typeface="Roboto" panose="02000000000000000000"/>
                          <a:ea typeface="Tahoma" panose="020B0604030504040204" pitchFamily="34" charset="0"/>
                          <a:cs typeface="Times New Roman" panose="02020603050405020304" pitchFamily="18" charset="0"/>
                        </a:rPr>
                        <a:t>Month 6</a:t>
                      </a: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Roboto" panose="02000000000000000000"/>
                          <a:ea typeface="Tahoma" panose="020B0604030504040204" pitchFamily="34" charset="0"/>
                          <a:cs typeface="Times New Roman" panose="02020603050405020304" pitchFamily="18" charset="0"/>
                        </a:rPr>
                        <a:t>Month 7</a:t>
                      </a: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hMerge="1">
                  <a:txBody>
                    <a:bodyPr/>
                    <a:lstStyle/>
                    <a:p>
                      <a:endParaRPr lang="en-US"/>
                    </a:p>
                  </a:txBody>
                  <a:tcPr>
                    <a:lnL w="12700" cap="flat" cmpd="sng" algn="ctr">
                      <a:solidFill>
                        <a:srgbClr val="BE382C"/>
                      </a:solidFill>
                      <a:prstDash val="solid"/>
                      <a:round/>
                      <a:headEnd type="none" w="med" len="med"/>
                      <a:tailEnd type="none" w="med" len="med"/>
                    </a:lnL>
                  </a:tcPr>
                </a:tc>
                <a:tc hMerge="1">
                  <a:txBody>
                    <a:bodyPr/>
                    <a:lstStyle/>
                    <a:p>
                      <a:endParaRPr lang="en-US"/>
                    </a:p>
                  </a:txBody>
                  <a:tcPr/>
                </a:tc>
                <a:tc hMerge="1">
                  <a:txBody>
                    <a:bodyPr/>
                    <a:lstStyle/>
                    <a:p>
                      <a:endParaRPr lang="en-US"/>
                    </a:p>
                  </a:txBody>
                  <a:tcPr/>
                </a:tc>
                <a:tc gridSpan="4">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Roboto" panose="02000000000000000000"/>
                          <a:ea typeface="Tahoma" panose="020B0604030504040204" pitchFamily="34" charset="0"/>
                          <a:cs typeface="Times New Roman" panose="02020603050405020304" pitchFamily="18" charset="0"/>
                        </a:rPr>
                        <a:t>Month 8</a:t>
                      </a: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hMerge="1">
                  <a:txBody>
                    <a:bodyPr/>
                    <a:lstStyle/>
                    <a:p>
                      <a:endParaRPr lang="en-US"/>
                    </a:p>
                  </a:txBody>
                  <a:tcPr>
                    <a:lnL w="12700" cap="flat" cmpd="sng" algn="ctr">
                      <a:solidFill>
                        <a:srgbClr val="BE382C"/>
                      </a:solidFill>
                      <a:prstDash val="solid"/>
                      <a:round/>
                      <a:headEnd type="none" w="med" len="med"/>
                      <a:tailEnd type="none" w="med" len="med"/>
                    </a:lnL>
                  </a:tcPr>
                </a:tc>
                <a:tc hMerge="1">
                  <a:txBody>
                    <a:bodyPr/>
                    <a:lstStyle/>
                    <a:p>
                      <a:endParaRPr lang="en-US"/>
                    </a:p>
                  </a:txBody>
                  <a:tcPr/>
                </a:tc>
                <a:tc hMerge="1">
                  <a:txBody>
                    <a:bodyPr/>
                    <a:lstStyle/>
                    <a:p>
                      <a:endParaRPr lang="en-US"/>
                    </a:p>
                  </a:txBody>
                  <a:tcPr/>
                </a:tc>
                <a:tc gridSpan="4">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Roboto" panose="02000000000000000000"/>
                          <a:ea typeface="Tahoma" panose="020B0604030504040204" pitchFamily="34" charset="0"/>
                          <a:cs typeface="Times New Roman" panose="02020603050405020304" pitchFamily="18" charset="0"/>
                        </a:rPr>
                        <a:t>Month 9</a:t>
                      </a: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hMerge="1">
                  <a:txBody>
                    <a:bodyPr/>
                    <a:lstStyle/>
                    <a:p>
                      <a:endParaRPr lang="en-US"/>
                    </a:p>
                  </a:txBody>
                  <a:tcPr>
                    <a:lnL w="12700" cap="flat" cmpd="sng" algn="ctr">
                      <a:solidFill>
                        <a:srgbClr val="BE382C"/>
                      </a:solidFill>
                      <a:prstDash val="solid"/>
                      <a:round/>
                      <a:headEnd type="none" w="med" len="med"/>
                      <a:tailEnd type="none" w="med" len="med"/>
                    </a:lnL>
                  </a:tcPr>
                </a:tc>
                <a:tc hMerge="1">
                  <a:txBody>
                    <a:bodyPr/>
                    <a:lstStyle/>
                    <a:p>
                      <a:endParaRPr lang="en-US"/>
                    </a:p>
                  </a:txBody>
                  <a:tcPr/>
                </a:tc>
                <a:tc hMerge="1">
                  <a:txBody>
                    <a:bodyPr/>
                    <a:lstStyle/>
                    <a:p>
                      <a:endParaRPr lang="en-US"/>
                    </a:p>
                  </a:txBody>
                  <a:tcPr/>
                </a:tc>
                <a:tc gridSpan="4">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Roboto" panose="02000000000000000000"/>
                          <a:ea typeface="Tahoma" panose="020B0604030504040204" pitchFamily="34" charset="0"/>
                          <a:cs typeface="Times New Roman" panose="02020603050405020304" pitchFamily="18" charset="0"/>
                        </a:rPr>
                        <a:t>Month 10</a:t>
                      </a: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hMerge="1">
                  <a:txBody>
                    <a:bodyPr/>
                    <a:lstStyle/>
                    <a:p>
                      <a:endParaRPr lang="en-US"/>
                    </a:p>
                  </a:txBody>
                  <a:tcP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hMerge="1">
                  <a:txBody>
                    <a:bodyPr/>
                    <a:lstStyle/>
                    <a:p>
                      <a:endParaRPr lang="en-US"/>
                    </a:p>
                  </a:txBody>
                  <a:tcP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hMerge="1">
                  <a:txBody>
                    <a:bodyPr/>
                    <a:lstStyle/>
                    <a:p>
                      <a:endParaRPr lang="en-US"/>
                    </a:p>
                  </a:txBody>
                  <a:tcP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extLst>
                  <a:ext uri="{0D108BD9-81ED-4DB2-BD59-A6C34878D82A}">
                    <a16:rowId xmlns:a16="http://schemas.microsoft.com/office/drawing/2014/main" val="2822346283"/>
                  </a:ext>
                </a:extLst>
              </a:tr>
              <a:tr h="266955">
                <a:tc>
                  <a:txBody>
                    <a:bodyPr/>
                    <a:lstStyle/>
                    <a:p>
                      <a:pPr marL="0" marR="0" algn="ctr">
                        <a:spcBef>
                          <a:spcPts val="0"/>
                        </a:spcBef>
                        <a:spcAft>
                          <a:spcPts val="0"/>
                        </a:spcAft>
                      </a:pPr>
                      <a:endParaRPr lang="en-US" sz="1000" dirty="0">
                        <a:effectLst/>
                        <a:latin typeface="Roboto" panose="02000000000000000000"/>
                        <a:ea typeface="Tahoma" panose="020B0604030504040204" pitchFamily="34" charset="0"/>
                        <a:cs typeface="Times New Roman" panose="02020603050405020304" pitchFamily="18"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15000"/>
                        </a:lnSpc>
                        <a:spcBef>
                          <a:spcPts val="0"/>
                        </a:spcBef>
                        <a:spcAft>
                          <a:spcPts val="0"/>
                        </a:spcAft>
                      </a:pPr>
                      <a:endParaRPr lang="en-US" sz="1100" dirty="0">
                        <a:effectLst/>
                        <a:latin typeface="Roboto" panose="02000000000000000000"/>
                        <a:ea typeface="Calibri" panose="020F050202020403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b="1" i="0" u="none" strike="noStrike" dirty="0">
                          <a:solidFill>
                            <a:srgbClr val="000000"/>
                          </a:solidFill>
                          <a:effectLst/>
                          <a:latin typeface="Roboto" panose="02000000000000000000"/>
                          <a:cs typeface="Arial" panose="020B0604020202020204" pitchFamily="34" charset="0"/>
                        </a:rPr>
                        <a:t>W21</a:t>
                      </a:r>
                    </a:p>
                  </a:txBody>
                  <a:tcPr marL="9525" marR="9525" marT="9525"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r>
                        <a:rPr lang="en-US" sz="800" b="1" i="0" u="none" strike="noStrike" dirty="0">
                          <a:solidFill>
                            <a:srgbClr val="000000"/>
                          </a:solidFill>
                          <a:effectLst/>
                          <a:latin typeface="Roboto" panose="02000000000000000000"/>
                          <a:cs typeface="Arial" panose="020B0604020202020204" pitchFamily="34" charset="0"/>
                        </a:rPr>
                        <a:t>W22</a:t>
                      </a:r>
                    </a:p>
                  </a:txBody>
                  <a:tcPr marL="9525" marR="9525" marT="9525"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r>
                        <a:rPr lang="en-US" sz="800" b="1" i="0" u="none" strike="noStrike" dirty="0">
                          <a:solidFill>
                            <a:srgbClr val="000000"/>
                          </a:solidFill>
                          <a:effectLst/>
                          <a:latin typeface="Roboto" panose="02000000000000000000"/>
                          <a:cs typeface="Arial" panose="020B0604020202020204" pitchFamily="34" charset="0"/>
                        </a:rPr>
                        <a:t>W23</a:t>
                      </a:r>
                    </a:p>
                  </a:txBody>
                  <a:tcPr marL="9525" marR="9525" marT="9525"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r>
                        <a:rPr lang="en-US" sz="800" b="1" i="0" u="none" strike="noStrike" dirty="0">
                          <a:solidFill>
                            <a:srgbClr val="000000"/>
                          </a:solidFill>
                          <a:effectLst/>
                          <a:latin typeface="Roboto" panose="02000000000000000000"/>
                          <a:cs typeface="Arial" panose="020B0604020202020204" pitchFamily="34" charset="0"/>
                        </a:rPr>
                        <a:t>W24</a:t>
                      </a:r>
                    </a:p>
                  </a:txBody>
                  <a:tcPr marL="9525" marR="9525" marT="9525"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r>
                        <a:rPr lang="en-US" sz="800" b="1" i="0" u="none" strike="noStrike" dirty="0">
                          <a:solidFill>
                            <a:srgbClr val="000000"/>
                          </a:solidFill>
                          <a:effectLst/>
                          <a:latin typeface="Roboto" panose="02000000000000000000"/>
                          <a:cs typeface="Arial" panose="020B0604020202020204" pitchFamily="34" charset="0"/>
                        </a:rPr>
                        <a:t>W25</a:t>
                      </a:r>
                    </a:p>
                  </a:txBody>
                  <a:tcPr marL="9525" marR="9525" marT="9525"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r>
                        <a:rPr lang="en-US" sz="800" b="1" i="0" u="none" strike="noStrike" dirty="0">
                          <a:solidFill>
                            <a:srgbClr val="000000"/>
                          </a:solidFill>
                          <a:effectLst/>
                          <a:latin typeface="Roboto" panose="02000000000000000000"/>
                          <a:cs typeface="Arial" panose="020B0604020202020204" pitchFamily="34" charset="0"/>
                        </a:rPr>
                        <a:t>W26</a:t>
                      </a:r>
                    </a:p>
                  </a:txBody>
                  <a:tcPr marL="9525" marR="9525" marT="9525"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r>
                        <a:rPr lang="en-US" sz="800" b="1" i="0" u="none" strike="noStrike" dirty="0">
                          <a:solidFill>
                            <a:srgbClr val="000000"/>
                          </a:solidFill>
                          <a:effectLst/>
                          <a:latin typeface="Roboto" panose="02000000000000000000"/>
                          <a:cs typeface="Arial" panose="020B0604020202020204" pitchFamily="34" charset="0"/>
                        </a:rPr>
                        <a:t>W27</a:t>
                      </a:r>
                    </a:p>
                  </a:txBody>
                  <a:tcPr marL="9525" marR="9525" marT="9525"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r>
                        <a:rPr lang="en-US" sz="800" b="1" i="0" u="none" strike="noStrike" dirty="0">
                          <a:solidFill>
                            <a:srgbClr val="000000"/>
                          </a:solidFill>
                          <a:effectLst/>
                          <a:latin typeface="Roboto" panose="02000000000000000000"/>
                          <a:cs typeface="Arial" panose="020B0604020202020204" pitchFamily="34" charset="0"/>
                        </a:rPr>
                        <a:t>W28</a:t>
                      </a:r>
                    </a:p>
                  </a:txBody>
                  <a:tcPr marL="9525" marR="9525" marT="9525"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r>
                        <a:rPr lang="en-US" sz="800" b="1" i="0" u="none" strike="noStrike" dirty="0">
                          <a:solidFill>
                            <a:srgbClr val="000000"/>
                          </a:solidFill>
                          <a:effectLst/>
                          <a:latin typeface="Roboto" panose="02000000000000000000"/>
                          <a:cs typeface="Arial" panose="020B0604020202020204" pitchFamily="34" charset="0"/>
                        </a:rPr>
                        <a:t>W29</a:t>
                      </a:r>
                    </a:p>
                  </a:txBody>
                  <a:tcPr marL="9525" marR="9525" marT="9525"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r>
                        <a:rPr lang="en-US" sz="800" b="1" i="0" u="none" strike="noStrike" dirty="0">
                          <a:solidFill>
                            <a:srgbClr val="000000"/>
                          </a:solidFill>
                          <a:effectLst/>
                          <a:latin typeface="Roboto" panose="02000000000000000000"/>
                          <a:cs typeface="Arial" panose="020B0604020202020204" pitchFamily="34" charset="0"/>
                        </a:rPr>
                        <a:t>W30</a:t>
                      </a:r>
                    </a:p>
                  </a:txBody>
                  <a:tcPr marL="9525" marR="9525" marT="9525"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r>
                        <a:rPr lang="en-US" sz="800" b="1" i="0" u="none" strike="noStrike" dirty="0">
                          <a:solidFill>
                            <a:srgbClr val="000000"/>
                          </a:solidFill>
                          <a:effectLst/>
                          <a:latin typeface="Roboto" panose="02000000000000000000"/>
                          <a:cs typeface="Arial" panose="020B0604020202020204" pitchFamily="34" charset="0"/>
                        </a:rPr>
                        <a:t>W31</a:t>
                      </a:r>
                    </a:p>
                  </a:txBody>
                  <a:tcPr marL="9525" marR="9525" marT="9525"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r>
                        <a:rPr lang="en-US" sz="800" b="1" i="0" u="none" strike="noStrike" dirty="0">
                          <a:solidFill>
                            <a:srgbClr val="000000"/>
                          </a:solidFill>
                          <a:effectLst/>
                          <a:latin typeface="Roboto" panose="02000000000000000000"/>
                          <a:cs typeface="Arial" panose="020B0604020202020204" pitchFamily="34" charset="0"/>
                        </a:rPr>
                        <a:t>W32</a:t>
                      </a:r>
                    </a:p>
                  </a:txBody>
                  <a:tcPr marL="9525" marR="9525" marT="9525"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r>
                        <a:rPr lang="en-US" sz="800" b="1" i="0" u="none" strike="noStrike" dirty="0">
                          <a:solidFill>
                            <a:srgbClr val="000000"/>
                          </a:solidFill>
                          <a:effectLst/>
                          <a:latin typeface="Roboto" panose="02000000000000000000"/>
                          <a:cs typeface="Arial" panose="020B0604020202020204" pitchFamily="34" charset="0"/>
                        </a:rPr>
                        <a:t>W33</a:t>
                      </a:r>
                    </a:p>
                  </a:txBody>
                  <a:tcPr marL="9525" marR="9525" marT="9525"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r>
                        <a:rPr lang="en-US" sz="800" b="1" i="0" u="none" strike="noStrike" dirty="0">
                          <a:solidFill>
                            <a:srgbClr val="000000"/>
                          </a:solidFill>
                          <a:effectLst/>
                          <a:latin typeface="Roboto" panose="02000000000000000000"/>
                          <a:cs typeface="Arial" panose="020B0604020202020204" pitchFamily="34" charset="0"/>
                        </a:rPr>
                        <a:t>W34</a:t>
                      </a:r>
                    </a:p>
                  </a:txBody>
                  <a:tcPr marL="9525" marR="9525" marT="9525"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r>
                        <a:rPr lang="en-US" sz="800" b="1" i="0" u="none" strike="noStrike" dirty="0">
                          <a:solidFill>
                            <a:srgbClr val="000000"/>
                          </a:solidFill>
                          <a:effectLst/>
                          <a:latin typeface="Roboto" panose="02000000000000000000"/>
                          <a:cs typeface="Arial" panose="020B0604020202020204" pitchFamily="34" charset="0"/>
                        </a:rPr>
                        <a:t>W35</a:t>
                      </a:r>
                    </a:p>
                  </a:txBody>
                  <a:tcPr marL="9525" marR="9525" marT="9525"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r>
                        <a:rPr lang="en-US" sz="800" b="1" i="0" u="none" strike="noStrike" dirty="0">
                          <a:solidFill>
                            <a:srgbClr val="000000"/>
                          </a:solidFill>
                          <a:effectLst/>
                          <a:latin typeface="Roboto" panose="02000000000000000000"/>
                          <a:cs typeface="Arial" panose="020B0604020202020204" pitchFamily="34" charset="0"/>
                        </a:rPr>
                        <a:t>W36</a:t>
                      </a:r>
                    </a:p>
                  </a:txBody>
                  <a:tcPr marL="9525" marR="9525" marT="9525"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r>
                        <a:rPr lang="en-US" sz="800" b="1" i="0" u="none" strike="noStrike" dirty="0">
                          <a:solidFill>
                            <a:srgbClr val="000000"/>
                          </a:solidFill>
                          <a:effectLst/>
                          <a:latin typeface="Roboto" panose="02000000000000000000"/>
                          <a:cs typeface="Arial" panose="020B0604020202020204" pitchFamily="34" charset="0"/>
                        </a:rPr>
                        <a:t>W37</a:t>
                      </a:r>
                    </a:p>
                  </a:txBody>
                  <a:tcPr marL="9525" marR="9525" marT="9525"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r>
                        <a:rPr lang="en-US" sz="800" b="1" i="0" u="none" strike="noStrike" dirty="0">
                          <a:solidFill>
                            <a:srgbClr val="000000"/>
                          </a:solidFill>
                          <a:effectLst/>
                          <a:latin typeface="Roboto" panose="02000000000000000000"/>
                          <a:cs typeface="Arial" panose="020B0604020202020204" pitchFamily="34" charset="0"/>
                        </a:rPr>
                        <a:t>W38</a:t>
                      </a:r>
                    </a:p>
                  </a:txBody>
                  <a:tcPr marL="9525" marR="9525" marT="9525"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r>
                        <a:rPr lang="en-US" sz="800" b="1" i="0" u="none" strike="noStrike" dirty="0">
                          <a:solidFill>
                            <a:srgbClr val="000000"/>
                          </a:solidFill>
                          <a:effectLst/>
                          <a:latin typeface="Roboto" panose="02000000000000000000"/>
                          <a:cs typeface="Arial" panose="020B0604020202020204" pitchFamily="34" charset="0"/>
                        </a:rPr>
                        <a:t>W39</a:t>
                      </a:r>
                    </a:p>
                  </a:txBody>
                  <a:tcPr marL="9525" marR="9525" marT="9525"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r>
                        <a:rPr lang="en-US" sz="800" b="1" i="0" u="none" strike="noStrike" dirty="0">
                          <a:solidFill>
                            <a:srgbClr val="000000"/>
                          </a:solidFill>
                          <a:effectLst/>
                          <a:latin typeface="Roboto" panose="02000000000000000000"/>
                          <a:cs typeface="Arial" panose="020B0604020202020204" pitchFamily="34" charset="0"/>
                        </a:rPr>
                        <a:t>W40</a:t>
                      </a:r>
                    </a:p>
                  </a:txBody>
                  <a:tcPr marL="9525" marR="9525" marT="9525"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58810396"/>
                  </a:ext>
                </a:extLst>
              </a:tr>
              <a:tr h="512333">
                <a:tc>
                  <a:txBody>
                    <a:bodyPr/>
                    <a:lstStyle/>
                    <a:p>
                      <a:pPr marL="0" marR="0" algn="ctr">
                        <a:spcBef>
                          <a:spcPts val="0"/>
                        </a:spcBef>
                        <a:spcAft>
                          <a:spcPts val="0"/>
                        </a:spcAft>
                      </a:pPr>
                      <a:r>
                        <a:rPr lang="en-US" sz="1000" b="1" kern="1200" dirty="0">
                          <a:solidFill>
                            <a:schemeClr val="accent5"/>
                          </a:solidFill>
                          <a:effectLst/>
                          <a:latin typeface="Roboto" panose="02000000000000000000"/>
                          <a:ea typeface="Tahoma" panose="020B0604030504040204" pitchFamily="34" charset="0"/>
                          <a:cs typeface="Calibri" panose="020F0502020204030204" pitchFamily="34" charset="0"/>
                        </a:rPr>
                        <a:t>6</a:t>
                      </a: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15000"/>
                        </a:lnSpc>
                        <a:spcBef>
                          <a:spcPts val="0"/>
                        </a:spcBef>
                        <a:spcAft>
                          <a:spcPts val="0"/>
                        </a:spcAft>
                      </a:pPr>
                      <a:r>
                        <a:rPr lang="en-GB" sz="1050" b="1" dirty="0">
                          <a:solidFill>
                            <a:schemeClr val="accent5"/>
                          </a:solidFill>
                          <a:effectLst/>
                          <a:latin typeface="+mn-lt"/>
                          <a:ea typeface="Calibri" panose="020F0502020204030204" pitchFamily="34" charset="0"/>
                          <a:cs typeface="Arial" panose="020B0604020202020204" pitchFamily="34" charset="0"/>
                        </a:rPr>
                        <a:t>All Installation (Mechanical and Electrical) </a:t>
                      </a:r>
                      <a:endParaRPr lang="en-US" sz="1050" b="1" dirty="0">
                        <a:solidFill>
                          <a:schemeClr val="accent5"/>
                        </a:solidFill>
                        <a:effectLst/>
                        <a:latin typeface="+mn-lt"/>
                        <a:ea typeface="Calibri" panose="020F050202020403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en-US" sz="1800" dirty="0">
                        <a:latin typeface="Roboto" panose="0200000000000000000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en-US" sz="1800" dirty="0">
                        <a:latin typeface="Roboto" panose="0200000000000000000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en-US" sz="1800" dirty="0">
                        <a:latin typeface="Roboto" panose="0200000000000000000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en-US" sz="1800" dirty="0">
                        <a:latin typeface="Roboto" panose="0200000000000000000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29465275"/>
                  </a:ext>
                </a:extLst>
              </a:tr>
              <a:tr h="394314">
                <a:tc>
                  <a:txBody>
                    <a:bodyPr/>
                    <a:lstStyle/>
                    <a:p>
                      <a:pPr marL="0" marR="0" algn="ctr">
                        <a:spcBef>
                          <a:spcPts val="0"/>
                        </a:spcBef>
                        <a:spcAft>
                          <a:spcPts val="0"/>
                        </a:spcAft>
                      </a:pPr>
                      <a:r>
                        <a:rPr lang="en-US" sz="1000" b="1" kern="1200" dirty="0">
                          <a:solidFill>
                            <a:schemeClr val="accent5"/>
                          </a:solidFill>
                          <a:effectLst/>
                          <a:latin typeface="Roboto" panose="02000000000000000000"/>
                          <a:ea typeface="Tahoma" panose="020B0604030504040204" pitchFamily="34" charset="0"/>
                          <a:cs typeface="Calibri" panose="020F0502020204030204" pitchFamily="34" charset="0"/>
                        </a:rPr>
                        <a:t>7</a:t>
                      </a: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15000"/>
                        </a:lnSpc>
                        <a:spcBef>
                          <a:spcPts val="0"/>
                        </a:spcBef>
                        <a:spcAft>
                          <a:spcPts val="0"/>
                        </a:spcAft>
                      </a:pPr>
                      <a:r>
                        <a:rPr lang="en-GB" sz="1050" b="1" dirty="0">
                          <a:solidFill>
                            <a:schemeClr val="accent5"/>
                          </a:solidFill>
                          <a:effectLst/>
                          <a:latin typeface="+mn-lt"/>
                          <a:ea typeface="Calibri" panose="020F0502020204030204" pitchFamily="34" charset="0"/>
                          <a:cs typeface="Arial" panose="020B0604020202020204" pitchFamily="34" charset="0"/>
                        </a:rPr>
                        <a:t>Testing, Inspections and Commissioning </a:t>
                      </a:r>
                      <a:endParaRPr lang="en-US" sz="1050" b="1" dirty="0">
                        <a:solidFill>
                          <a:schemeClr val="accent5"/>
                        </a:solidFill>
                        <a:effectLst/>
                        <a:latin typeface="+mn-lt"/>
                        <a:ea typeface="Calibri" panose="020F050202020403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800" dirty="0">
                        <a:latin typeface="Roboto" panose="0200000000000000000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800">
                        <a:latin typeface="Roboto" panose="0200000000000000000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800" dirty="0">
                        <a:latin typeface="Roboto" panose="0200000000000000000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spcBef>
                          <a:spcPts val="0"/>
                        </a:spcBef>
                        <a:spcAft>
                          <a:spcPts val="0"/>
                        </a:spcAft>
                      </a:pPr>
                      <a:endParaRPr lang="en-US" sz="1100" dirty="0">
                        <a:effectLst/>
                        <a:highlight>
                          <a:srgbClr val="C00000"/>
                        </a:highligh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spcBef>
                          <a:spcPts val="0"/>
                        </a:spcBef>
                        <a:spcAft>
                          <a:spcPts val="0"/>
                        </a:spcAft>
                      </a:pPr>
                      <a:endParaRPr lang="en-US" sz="1100" dirty="0">
                        <a:effectLst/>
                        <a:highlight>
                          <a:srgbClr val="C00000"/>
                        </a:highligh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en-US" sz="1800" dirty="0">
                        <a:latin typeface="Roboto" panose="0200000000000000000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pPr marL="0" marR="0" algn="ctr">
                        <a:spcBef>
                          <a:spcPts val="0"/>
                        </a:spcBef>
                        <a:spcAft>
                          <a:spcPts val="0"/>
                        </a:spcAft>
                      </a:pPr>
                      <a:endParaRPr lang="en-US" sz="1100" dirty="0">
                        <a:effectLst/>
                        <a:highlight>
                          <a:srgbClr val="C00000"/>
                        </a:highligh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pPr marL="0" marR="0" algn="ctr">
                        <a:spcBef>
                          <a:spcPts val="0"/>
                        </a:spcBef>
                        <a:spcAft>
                          <a:spcPts val="0"/>
                        </a:spcAft>
                      </a:pPr>
                      <a:endParaRPr lang="en-US" sz="1100" dirty="0">
                        <a:effectLst/>
                        <a:highlight>
                          <a:srgbClr val="C00000"/>
                        </a:highligh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85734961"/>
                  </a:ext>
                </a:extLst>
              </a:tr>
              <a:tr h="361548">
                <a:tc>
                  <a:txBody>
                    <a:bodyPr/>
                    <a:lstStyle/>
                    <a:p>
                      <a:pPr marL="0" marR="0" algn="ctr">
                        <a:spcBef>
                          <a:spcPts val="0"/>
                        </a:spcBef>
                        <a:spcAft>
                          <a:spcPts val="0"/>
                        </a:spcAft>
                      </a:pPr>
                      <a:r>
                        <a:rPr lang="en-US" sz="1000" b="1" kern="1200" dirty="0">
                          <a:solidFill>
                            <a:schemeClr val="accent5"/>
                          </a:solidFill>
                          <a:effectLst/>
                          <a:latin typeface="Roboto" panose="02000000000000000000"/>
                          <a:ea typeface="Tahoma" panose="020B0604030504040204" pitchFamily="34" charset="0"/>
                          <a:cs typeface="Calibri" panose="020F0502020204030204" pitchFamily="34" charset="0"/>
                        </a:rPr>
                        <a:t>8</a:t>
                      </a: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15000"/>
                        </a:lnSpc>
                        <a:spcBef>
                          <a:spcPts val="0"/>
                        </a:spcBef>
                        <a:spcAft>
                          <a:spcPts val="0"/>
                        </a:spcAft>
                      </a:pPr>
                      <a:r>
                        <a:rPr lang="en-GB" sz="1050" b="1" dirty="0">
                          <a:solidFill>
                            <a:schemeClr val="accent5"/>
                          </a:solidFill>
                          <a:effectLst/>
                          <a:latin typeface="+mn-lt"/>
                          <a:ea typeface="Calibri" panose="020F0502020204030204" pitchFamily="34" charset="0"/>
                          <a:cs typeface="Arial" panose="020B0604020202020204" pitchFamily="34" charset="0"/>
                        </a:rPr>
                        <a:t>Hand Over</a:t>
                      </a:r>
                      <a:endParaRPr lang="en-US" sz="1050" b="1" dirty="0">
                        <a:solidFill>
                          <a:schemeClr val="accent5"/>
                        </a:solidFill>
                        <a:effectLst/>
                        <a:latin typeface="+mn-lt"/>
                        <a:ea typeface="Calibri" panose="020F050202020403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800" dirty="0">
                        <a:latin typeface="Roboto" panose="0200000000000000000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800" dirty="0">
                        <a:latin typeface="Roboto" panose="0200000000000000000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800" dirty="0">
                        <a:latin typeface="Roboto" panose="0200000000000000000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800" dirty="0">
                        <a:latin typeface="Roboto" panose="0200000000000000000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pPr marL="0" marR="0" algn="ctr">
                        <a:spcBef>
                          <a:spcPts val="0"/>
                        </a:spcBef>
                        <a:spcAft>
                          <a:spcPts val="0"/>
                        </a:spcAft>
                      </a:pPr>
                      <a:endParaRPr lang="en-US" sz="1100" dirty="0">
                        <a:effectLst/>
                        <a:latin typeface="Roboto" panose="02000000000000000000"/>
                        <a:ea typeface="Tahoma" panose="020B060403050404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92791827"/>
                  </a:ext>
                </a:extLst>
              </a:tr>
            </a:tbl>
          </a:graphicData>
        </a:graphic>
      </p:graphicFrame>
      <p:sp>
        <p:nvSpPr>
          <p:cNvPr id="9" name="Title 6">
            <a:extLst>
              <a:ext uri="{FF2B5EF4-FFF2-40B4-BE49-F238E27FC236}">
                <a16:creationId xmlns:a16="http://schemas.microsoft.com/office/drawing/2014/main" id="{D7BC1161-7144-2F49-A951-1E483EE990E8}"/>
              </a:ext>
            </a:extLst>
          </p:cNvPr>
          <p:cNvSpPr>
            <a:spLocks noGrp="1"/>
          </p:cNvSpPr>
          <p:nvPr>
            <p:ph type="title"/>
          </p:nvPr>
        </p:nvSpPr>
        <p:spPr>
          <a:xfrm>
            <a:off x="250257" y="267471"/>
            <a:ext cx="8643486" cy="353524"/>
          </a:xfrm>
        </p:spPr>
        <p:txBody>
          <a:bodyPr/>
          <a:lstStyle/>
          <a:p>
            <a:r>
              <a:rPr lang="en-US" sz="2100" dirty="0">
                <a:solidFill>
                  <a:schemeClr val="tx1">
                    <a:lumMod val="50000"/>
                    <a:lumOff val="50000"/>
                  </a:schemeClr>
                </a:solidFill>
                <a:latin typeface="Roboto" panose="02000000000000000000"/>
              </a:rPr>
              <a:t>Execution Schedule</a:t>
            </a:r>
          </a:p>
        </p:txBody>
      </p:sp>
      <p:sp>
        <p:nvSpPr>
          <p:cNvPr id="10" name="Text Placeholder 7">
            <a:extLst>
              <a:ext uri="{FF2B5EF4-FFF2-40B4-BE49-F238E27FC236}">
                <a16:creationId xmlns:a16="http://schemas.microsoft.com/office/drawing/2014/main" id="{5868322E-F238-64BF-AB4C-C53C9D53A59D}"/>
              </a:ext>
            </a:extLst>
          </p:cNvPr>
          <p:cNvSpPr>
            <a:spLocks noGrp="1"/>
          </p:cNvSpPr>
          <p:nvPr>
            <p:ph type="body" sz="half" idx="2"/>
          </p:nvPr>
        </p:nvSpPr>
        <p:spPr>
          <a:xfrm>
            <a:off x="250826" y="619126"/>
            <a:ext cx="8642350" cy="201613"/>
          </a:xfrm>
        </p:spPr>
        <p:txBody>
          <a:bodyPr/>
          <a:lstStyle/>
          <a:p>
            <a:r>
              <a:rPr lang="en-US" sz="1050" dirty="0">
                <a:solidFill>
                  <a:schemeClr val="accent5"/>
                </a:solidFill>
                <a:latin typeface="Roboto"/>
              </a:rPr>
              <a:t>High Level Project Schedule (+2 Weeks Contingency)</a:t>
            </a:r>
          </a:p>
        </p:txBody>
      </p:sp>
    </p:spTree>
    <p:extLst>
      <p:ext uri="{BB962C8B-B14F-4D97-AF65-F5344CB8AC3E}">
        <p14:creationId xmlns:p14="http://schemas.microsoft.com/office/powerpoint/2010/main" val="3425854499"/>
      </p:ext>
    </p:extLst>
  </p:cSld>
  <p:clrMapOvr>
    <a:masterClrMapping/>
  </p:clrMapOvr>
  <p:transition spd="slow">
    <p:push dir="u"/>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sz="2100" dirty="0">
                <a:solidFill>
                  <a:schemeClr val="tx1">
                    <a:lumMod val="50000"/>
                    <a:lumOff val="50000"/>
                  </a:schemeClr>
                </a:solidFill>
                <a:latin typeface="Roboto" panose="02000000000000000000"/>
              </a:rPr>
              <a:t>Execution Methodology</a:t>
            </a:r>
          </a:p>
        </p:txBody>
      </p:sp>
      <p:sp>
        <p:nvSpPr>
          <p:cNvPr id="8" name="Text Placeholder 7"/>
          <p:cNvSpPr>
            <a:spLocks noGrp="1"/>
          </p:cNvSpPr>
          <p:nvPr>
            <p:ph type="body" sz="half" idx="2"/>
          </p:nvPr>
        </p:nvSpPr>
        <p:spPr>
          <a:xfrm>
            <a:off x="250826" y="619126"/>
            <a:ext cx="8642350" cy="201613"/>
          </a:xfrm>
        </p:spPr>
        <p:txBody>
          <a:bodyPr/>
          <a:lstStyle/>
          <a:p>
            <a:r>
              <a:rPr lang="en-US" sz="1050" dirty="0">
                <a:solidFill>
                  <a:srgbClr val="BE382C"/>
                </a:solidFill>
                <a:latin typeface="Roboto"/>
              </a:rPr>
              <a:t>Project Execution Methodology</a:t>
            </a:r>
            <a:endParaRPr lang="en-US" sz="1050" dirty="0">
              <a:solidFill>
                <a:srgbClr val="7F7F7F"/>
              </a:solidFill>
              <a:latin typeface="Roboto" panose="02000000000000000000"/>
            </a:endParaRPr>
          </a:p>
        </p:txBody>
      </p:sp>
      <p:graphicFrame>
        <p:nvGraphicFramePr>
          <p:cNvPr id="4" name="Table 3">
            <a:extLst>
              <a:ext uri="{FF2B5EF4-FFF2-40B4-BE49-F238E27FC236}">
                <a16:creationId xmlns:a16="http://schemas.microsoft.com/office/drawing/2014/main" id="{781BA87C-A534-44E0-AC2C-B7730FE19D7B}"/>
              </a:ext>
            </a:extLst>
          </p:cNvPr>
          <p:cNvGraphicFramePr>
            <a:graphicFrameLocks noGrp="1"/>
          </p:cNvGraphicFramePr>
          <p:nvPr/>
        </p:nvGraphicFramePr>
        <p:xfrm>
          <a:off x="751688" y="1657350"/>
          <a:ext cx="7325511" cy="3177540"/>
        </p:xfrm>
        <a:graphic>
          <a:graphicData uri="http://schemas.openxmlformats.org/drawingml/2006/table">
            <a:tbl>
              <a:tblPr firstRow="1" firstCol="1" bandRow="1">
                <a:tableStyleId>{69012ECD-51FC-41F1-AA8D-1B2483CD663E}</a:tableStyleId>
              </a:tblPr>
              <a:tblGrid>
                <a:gridCol w="543712">
                  <a:extLst>
                    <a:ext uri="{9D8B030D-6E8A-4147-A177-3AD203B41FA5}">
                      <a16:colId xmlns:a16="http://schemas.microsoft.com/office/drawing/2014/main" val="3304990227"/>
                    </a:ext>
                  </a:extLst>
                </a:gridCol>
                <a:gridCol w="2362200">
                  <a:extLst>
                    <a:ext uri="{9D8B030D-6E8A-4147-A177-3AD203B41FA5}">
                      <a16:colId xmlns:a16="http://schemas.microsoft.com/office/drawing/2014/main" val="1223419363"/>
                    </a:ext>
                  </a:extLst>
                </a:gridCol>
                <a:gridCol w="4419599">
                  <a:extLst>
                    <a:ext uri="{9D8B030D-6E8A-4147-A177-3AD203B41FA5}">
                      <a16:colId xmlns:a16="http://schemas.microsoft.com/office/drawing/2014/main" val="1821157322"/>
                    </a:ext>
                  </a:extLst>
                </a:gridCol>
              </a:tblGrid>
              <a:tr h="274320">
                <a:tc>
                  <a:txBody>
                    <a:bodyPr/>
                    <a:lstStyle/>
                    <a:p>
                      <a:pPr marL="0" marR="0" algn="ctr">
                        <a:spcBef>
                          <a:spcPts val="0"/>
                        </a:spcBef>
                        <a:spcAft>
                          <a:spcPts val="0"/>
                        </a:spcAft>
                      </a:pPr>
                      <a:r>
                        <a:rPr lang="en-US" sz="1000" dirty="0">
                          <a:effectLst/>
                          <a:latin typeface="Roboto" panose="02000000000000000000"/>
                          <a:ea typeface="Tahoma" panose="020B0604030504040204" pitchFamily="34" charset="0"/>
                          <a:cs typeface="Times New Roman" panose="02020603050405020304" pitchFamily="18" charset="0"/>
                        </a:rPr>
                        <a:t>#</a:t>
                      </a:r>
                    </a:p>
                  </a:txBody>
                  <a:tcPr marL="68580" marR="68580" marT="0" marB="0" anchor="ctr">
                    <a:lnL w="12700" cap="flat" cmpd="sng" algn="ctr">
                      <a:solidFill>
                        <a:srgbClr val="BE382C"/>
                      </a:solidFill>
                      <a:prstDash val="solid"/>
                      <a:round/>
                      <a:headEnd type="none" w="med" len="med"/>
                      <a:tailEnd type="none" w="med" len="med"/>
                    </a:lnL>
                    <a:lnR w="12700" cap="flat" cmpd="sng" algn="ctr">
                      <a:solidFill>
                        <a:srgbClr val="BE382C"/>
                      </a:solidFill>
                      <a:prstDash val="solid"/>
                      <a:round/>
                      <a:headEnd type="none" w="med" len="med"/>
                      <a:tailEnd type="none" w="med" len="med"/>
                    </a:lnR>
                    <a:lnT w="12700" cap="flat" cmpd="sng" algn="ctr">
                      <a:solidFill>
                        <a:srgbClr val="BE382C"/>
                      </a:solidFill>
                      <a:prstDash val="solid"/>
                      <a:round/>
                      <a:headEnd type="none" w="med" len="med"/>
                      <a:tailEnd type="none" w="med" len="med"/>
                    </a:lnT>
                    <a:lnB w="12700" cap="flat" cmpd="sng" algn="ctr">
                      <a:solidFill>
                        <a:srgbClr val="BE382C"/>
                      </a:solidFill>
                      <a:prstDash val="solid"/>
                      <a:round/>
                      <a:headEnd type="none" w="med" len="med"/>
                      <a:tailEnd type="none" w="med" len="med"/>
                    </a:lnB>
                    <a:lnTlToBr w="12700" cmpd="sng">
                      <a:noFill/>
                      <a:prstDash val="solid"/>
                    </a:lnTlToBr>
                    <a:lnBlToTr w="12700" cmpd="sng">
                      <a:noFill/>
                      <a:prstDash val="solid"/>
                    </a:lnBlToTr>
                    <a:solidFill>
                      <a:srgbClr val="BE382C"/>
                    </a:solidFill>
                  </a:tcPr>
                </a:tc>
                <a:tc>
                  <a:txBody>
                    <a:bodyPr/>
                    <a:lstStyle/>
                    <a:p>
                      <a:pPr marL="0" marR="0" algn="ctr">
                        <a:spcBef>
                          <a:spcPts val="0"/>
                        </a:spcBef>
                        <a:spcAft>
                          <a:spcPts val="0"/>
                        </a:spcAft>
                      </a:pPr>
                      <a:r>
                        <a:rPr lang="en-US" sz="1000" dirty="0">
                          <a:effectLst/>
                          <a:latin typeface="Roboto" panose="02000000000000000000"/>
                          <a:ea typeface="Tahoma" panose="020B0604030504040204" pitchFamily="34" charset="0"/>
                          <a:cs typeface="Times New Roman" panose="02020603050405020304" pitchFamily="18" charset="0"/>
                        </a:rPr>
                        <a:t>Activity</a:t>
                      </a:r>
                    </a:p>
                  </a:txBody>
                  <a:tcPr marL="68580" marR="68580" marT="0" marB="0" anchor="ctr">
                    <a:lnL w="12700" cap="flat" cmpd="sng" algn="ctr">
                      <a:solidFill>
                        <a:srgbClr val="BE382C"/>
                      </a:solidFill>
                      <a:prstDash val="solid"/>
                      <a:round/>
                      <a:headEnd type="none" w="med" len="med"/>
                      <a:tailEnd type="none" w="med" len="med"/>
                    </a:lnL>
                    <a:lnR w="12700" cap="flat" cmpd="sng" algn="ctr">
                      <a:solidFill>
                        <a:srgbClr val="BE382C"/>
                      </a:solidFill>
                      <a:prstDash val="solid"/>
                      <a:round/>
                      <a:headEnd type="none" w="med" len="med"/>
                      <a:tailEnd type="none" w="med" len="med"/>
                    </a:lnR>
                    <a:lnT w="12700" cap="flat" cmpd="sng" algn="ctr">
                      <a:solidFill>
                        <a:srgbClr val="BE382C"/>
                      </a:solidFill>
                      <a:prstDash val="solid"/>
                      <a:round/>
                      <a:headEnd type="none" w="med" len="med"/>
                      <a:tailEnd type="none" w="med" len="med"/>
                    </a:lnT>
                    <a:lnB w="12700" cap="flat" cmpd="sng" algn="ctr">
                      <a:solidFill>
                        <a:srgbClr val="BE382C"/>
                      </a:solidFill>
                      <a:prstDash val="solid"/>
                      <a:round/>
                      <a:headEnd type="none" w="med" len="med"/>
                      <a:tailEnd type="none" w="med" len="med"/>
                    </a:lnB>
                    <a:lnTlToBr w="12700" cmpd="sng">
                      <a:noFill/>
                      <a:prstDash val="solid"/>
                    </a:lnTlToBr>
                    <a:lnBlToTr w="12700" cmpd="sng">
                      <a:noFill/>
                      <a:prstDash val="solid"/>
                    </a:lnBlToTr>
                    <a:solidFill>
                      <a:srgbClr val="BE382C"/>
                    </a:solidFill>
                  </a:tcPr>
                </a:tc>
                <a:tc>
                  <a:txBody>
                    <a:bodyPr/>
                    <a:lstStyle/>
                    <a:p>
                      <a:pPr marL="0" marR="0" algn="ctr">
                        <a:spcBef>
                          <a:spcPts val="0"/>
                        </a:spcBef>
                        <a:spcAft>
                          <a:spcPts val="0"/>
                        </a:spcAft>
                      </a:pPr>
                      <a:r>
                        <a:rPr lang="en-US" sz="1000" dirty="0">
                          <a:effectLst/>
                          <a:latin typeface="Roboto" panose="02000000000000000000"/>
                          <a:ea typeface="Tahoma" panose="020B0604030504040204" pitchFamily="34" charset="0"/>
                          <a:cs typeface="Times New Roman" panose="02020603050405020304" pitchFamily="18" charset="0"/>
                        </a:rPr>
                        <a:t>Steps</a:t>
                      </a:r>
                    </a:p>
                  </a:txBody>
                  <a:tcPr marL="68580" marR="68580" marT="0" marB="0" anchor="ctr">
                    <a:lnL w="12700" cap="flat" cmpd="sng" algn="ctr">
                      <a:solidFill>
                        <a:srgbClr val="BE382C"/>
                      </a:solidFill>
                      <a:prstDash val="solid"/>
                      <a:round/>
                      <a:headEnd type="none" w="med" len="med"/>
                      <a:tailEnd type="none" w="med" len="med"/>
                    </a:lnL>
                    <a:lnR w="12700" cap="flat" cmpd="sng" algn="ctr">
                      <a:solidFill>
                        <a:srgbClr val="BE382C"/>
                      </a:solidFill>
                      <a:prstDash val="solid"/>
                      <a:round/>
                      <a:headEnd type="none" w="med" len="med"/>
                      <a:tailEnd type="none" w="med" len="med"/>
                    </a:lnR>
                    <a:lnT w="12700" cap="flat" cmpd="sng" algn="ctr">
                      <a:solidFill>
                        <a:srgbClr val="BE382C"/>
                      </a:solidFill>
                      <a:prstDash val="solid"/>
                      <a:round/>
                      <a:headEnd type="none" w="med" len="med"/>
                      <a:tailEnd type="none" w="med" len="med"/>
                    </a:lnT>
                    <a:lnB w="12700" cap="flat" cmpd="sng" algn="ctr">
                      <a:solidFill>
                        <a:srgbClr val="BE382C"/>
                      </a:solidFill>
                      <a:prstDash val="solid"/>
                      <a:round/>
                      <a:headEnd type="none" w="med" len="med"/>
                      <a:tailEnd type="none" w="med" len="med"/>
                    </a:lnB>
                    <a:lnTlToBr w="12700" cmpd="sng">
                      <a:noFill/>
                      <a:prstDash val="solid"/>
                    </a:lnTlToBr>
                    <a:lnBlToTr w="12700" cmpd="sng">
                      <a:noFill/>
                      <a:prstDash val="solid"/>
                    </a:lnBlToTr>
                    <a:solidFill>
                      <a:srgbClr val="BE382C"/>
                    </a:solidFill>
                  </a:tcPr>
                </a:tc>
                <a:extLst>
                  <a:ext uri="{0D108BD9-81ED-4DB2-BD59-A6C34878D82A}">
                    <a16:rowId xmlns:a16="http://schemas.microsoft.com/office/drawing/2014/main" val="2822346283"/>
                  </a:ext>
                </a:extLst>
              </a:tr>
              <a:tr h="1032510">
                <a:tc>
                  <a:txBody>
                    <a:bodyPr/>
                    <a:lstStyle/>
                    <a:p>
                      <a:pPr marL="0" marR="0" algn="ctr">
                        <a:spcBef>
                          <a:spcPts val="0"/>
                        </a:spcBef>
                        <a:spcAft>
                          <a:spcPts val="0"/>
                        </a:spcAft>
                      </a:pPr>
                      <a:r>
                        <a:rPr lang="en-US" sz="1000" b="1" kern="1200" dirty="0">
                          <a:solidFill>
                            <a:schemeClr val="tx2"/>
                          </a:solidFill>
                          <a:effectLst/>
                          <a:latin typeface="Roboto" panose="02000000000000000000"/>
                          <a:ea typeface="Tahoma" panose="020B0604030504040204" pitchFamily="34" charset="0"/>
                          <a:cs typeface="Calibri" panose="020F0502020204030204" pitchFamily="34" charset="0"/>
                        </a:rPr>
                        <a:t>1</a:t>
                      </a:r>
                    </a:p>
                  </a:txBody>
                  <a:tcPr marL="68580" marR="68580" marT="0" marB="0" anchor="ctr">
                    <a:lnL w="12700" cap="flat" cmpd="sng" algn="ctr">
                      <a:solidFill>
                        <a:srgbClr val="BE382C"/>
                      </a:solidFill>
                      <a:prstDash val="solid"/>
                      <a:round/>
                      <a:headEnd type="none" w="med" len="med"/>
                      <a:tailEnd type="none" w="med" len="med"/>
                    </a:lnL>
                    <a:lnR w="12700" cap="flat" cmpd="sng" algn="ctr">
                      <a:solidFill>
                        <a:srgbClr val="BE382C"/>
                      </a:solidFill>
                      <a:prstDash val="solid"/>
                      <a:round/>
                      <a:headEnd type="none" w="med" len="med"/>
                      <a:tailEnd type="none" w="med" len="med"/>
                    </a:lnR>
                    <a:lnT w="12700" cap="flat" cmpd="sng" algn="ctr">
                      <a:solidFill>
                        <a:srgbClr val="BE382C"/>
                      </a:solidFill>
                      <a:prstDash val="solid"/>
                      <a:round/>
                      <a:headEnd type="none" w="med" len="med"/>
                      <a:tailEnd type="none" w="med" len="med"/>
                    </a:lnT>
                    <a:lnB w="12700" cap="flat" cmpd="sng" algn="ctr">
                      <a:solidFill>
                        <a:srgbClr val="BE382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15000"/>
                        </a:lnSpc>
                        <a:spcBef>
                          <a:spcPts val="0"/>
                        </a:spcBef>
                        <a:spcAft>
                          <a:spcPts val="0"/>
                        </a:spcAft>
                      </a:pPr>
                      <a:r>
                        <a:rPr lang="en-GB" sz="1100" b="1" dirty="0">
                          <a:solidFill>
                            <a:schemeClr val="tx2"/>
                          </a:solidFill>
                          <a:effectLst/>
                          <a:latin typeface="Roboto" panose="02000000000000000000"/>
                          <a:ea typeface="Calibri" panose="020F0502020204030204" pitchFamily="34" charset="0"/>
                          <a:cs typeface="Calibri" panose="020F0502020204030204" pitchFamily="34" charset="0"/>
                        </a:rPr>
                        <a:t>Award &amp; Orientation</a:t>
                      </a:r>
                      <a:endParaRPr lang="en-US" sz="1400" b="1" dirty="0">
                        <a:solidFill>
                          <a:schemeClr val="tx2"/>
                        </a:solidFill>
                        <a:effectLst/>
                        <a:latin typeface="Roboto" panose="0200000000000000000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BE382C"/>
                      </a:solidFill>
                      <a:prstDash val="solid"/>
                      <a:round/>
                      <a:headEnd type="none" w="med" len="med"/>
                      <a:tailEnd type="none" w="med" len="med"/>
                    </a:lnL>
                    <a:lnR w="12700" cap="flat" cmpd="sng" algn="ctr">
                      <a:solidFill>
                        <a:srgbClr val="BE382C"/>
                      </a:solidFill>
                      <a:prstDash val="solid"/>
                      <a:round/>
                      <a:headEnd type="none" w="med" len="med"/>
                      <a:tailEnd type="none" w="med" len="med"/>
                    </a:lnR>
                    <a:lnT w="12700" cap="flat" cmpd="sng" algn="ctr">
                      <a:solidFill>
                        <a:srgbClr val="BE382C"/>
                      </a:solidFill>
                      <a:prstDash val="solid"/>
                      <a:round/>
                      <a:headEnd type="none" w="med" len="med"/>
                      <a:tailEnd type="none" w="med" len="med"/>
                    </a:lnT>
                    <a:lnB w="12700" cap="flat" cmpd="sng" algn="ctr">
                      <a:solidFill>
                        <a:srgbClr val="BE382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l">
                        <a:lnSpc>
                          <a:spcPct val="150000"/>
                        </a:lnSpc>
                        <a:spcBef>
                          <a:spcPts val="0"/>
                        </a:spcBef>
                        <a:spcAft>
                          <a:spcPts val="0"/>
                        </a:spcAft>
                      </a:pPr>
                      <a:r>
                        <a:rPr lang="en-US" sz="1100" b="0" dirty="0">
                          <a:solidFill>
                            <a:schemeClr val="tx2"/>
                          </a:solidFill>
                          <a:effectLst/>
                          <a:latin typeface="Roboto" panose="02000000000000000000"/>
                          <a:ea typeface="Tahoma" panose="020B0604030504040204" pitchFamily="34" charset="0"/>
                          <a:cs typeface="Times New Roman" panose="02020603050405020304" pitchFamily="18" charset="0"/>
                        </a:rPr>
                        <a:t>This initial phase will be a session to cover the following aspects:</a:t>
                      </a:r>
                    </a:p>
                    <a:p>
                      <a:pPr marL="171450" marR="0" indent="-171450" algn="l">
                        <a:lnSpc>
                          <a:spcPct val="100000"/>
                        </a:lnSpc>
                        <a:spcBef>
                          <a:spcPts val="0"/>
                        </a:spcBef>
                        <a:spcAft>
                          <a:spcPts val="0"/>
                        </a:spcAft>
                        <a:buFont typeface="Arial" panose="020B0604020202020204" pitchFamily="34" charset="0"/>
                        <a:buChar char="•"/>
                      </a:pPr>
                      <a:r>
                        <a:rPr lang="en-US" sz="1100" b="0" dirty="0">
                          <a:solidFill>
                            <a:schemeClr val="tx2"/>
                          </a:solidFill>
                          <a:effectLst/>
                          <a:latin typeface="Roboto" panose="02000000000000000000"/>
                          <a:ea typeface="Tahoma" panose="020B0604030504040204" pitchFamily="34" charset="0"/>
                          <a:cs typeface="Times New Roman" panose="02020603050405020304" pitchFamily="18" charset="0"/>
                        </a:rPr>
                        <a:t>Interaction with Client’s Technical Team to discuss the technical and regulatory considerations for the design options proposed.</a:t>
                      </a:r>
                    </a:p>
                    <a:p>
                      <a:pPr marL="171450" marR="0" indent="-171450" algn="l">
                        <a:lnSpc>
                          <a:spcPct val="100000"/>
                        </a:lnSpc>
                        <a:spcBef>
                          <a:spcPts val="0"/>
                        </a:spcBef>
                        <a:spcAft>
                          <a:spcPts val="0"/>
                        </a:spcAft>
                        <a:buFont typeface="Arial" panose="020B0604020202020204" pitchFamily="34" charset="0"/>
                        <a:buChar char="•"/>
                      </a:pPr>
                      <a:r>
                        <a:rPr lang="en-US" sz="1100" b="0" dirty="0">
                          <a:solidFill>
                            <a:schemeClr val="tx2"/>
                          </a:solidFill>
                          <a:effectLst/>
                          <a:latin typeface="Roboto" panose="02000000000000000000"/>
                          <a:ea typeface="Tahoma" panose="020B0604030504040204" pitchFamily="34" charset="0"/>
                          <a:cs typeface="Times New Roman" panose="02020603050405020304" pitchFamily="18" charset="0"/>
                        </a:rPr>
                        <a:t>Walk Client through proposed design and provide a techno-commercial comparison for the various options.</a:t>
                      </a:r>
                    </a:p>
                    <a:p>
                      <a:pPr marL="0" marR="0" algn="l">
                        <a:spcBef>
                          <a:spcPts val="0"/>
                        </a:spcBef>
                        <a:spcAft>
                          <a:spcPts val="0"/>
                        </a:spcAft>
                      </a:pPr>
                      <a:endParaRPr lang="en-US" sz="1000" b="1" dirty="0">
                        <a:solidFill>
                          <a:schemeClr val="tx2"/>
                        </a:solidFill>
                        <a:effectLst/>
                        <a:latin typeface="Roboto" panose="02000000000000000000"/>
                        <a:ea typeface="Tahoma" panose="020B0604030504040204" pitchFamily="34" charset="0"/>
                        <a:cs typeface="Times New Roman" panose="02020603050405020304" pitchFamily="18" charset="0"/>
                      </a:endParaRPr>
                    </a:p>
                  </a:txBody>
                  <a:tcPr marL="68580" marR="68580" marT="0" marB="0" anchor="ctr">
                    <a:lnL w="12700" cap="flat" cmpd="sng" algn="ctr">
                      <a:solidFill>
                        <a:srgbClr val="BE382C"/>
                      </a:solidFill>
                      <a:prstDash val="solid"/>
                      <a:round/>
                      <a:headEnd type="none" w="med" len="med"/>
                      <a:tailEnd type="none" w="med" len="med"/>
                    </a:lnL>
                    <a:lnR w="12700" cap="flat" cmpd="sng" algn="ctr">
                      <a:solidFill>
                        <a:srgbClr val="BE382C"/>
                      </a:solidFill>
                      <a:prstDash val="solid"/>
                      <a:round/>
                      <a:headEnd type="none" w="med" len="med"/>
                      <a:tailEnd type="none" w="med" len="med"/>
                    </a:lnR>
                    <a:lnT w="12700" cap="flat" cmpd="sng" algn="ctr">
                      <a:solidFill>
                        <a:srgbClr val="BE382C"/>
                      </a:solidFill>
                      <a:prstDash val="solid"/>
                      <a:round/>
                      <a:headEnd type="none" w="med" len="med"/>
                      <a:tailEnd type="none" w="med" len="med"/>
                    </a:lnT>
                    <a:lnB w="12700" cap="flat" cmpd="sng" algn="ctr">
                      <a:solidFill>
                        <a:srgbClr val="BE382C"/>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58810396"/>
                  </a:ext>
                </a:extLst>
              </a:tr>
              <a:tr h="1752600">
                <a:tc>
                  <a:txBody>
                    <a:bodyPr/>
                    <a:lstStyle/>
                    <a:p>
                      <a:pPr marL="0" marR="0" algn="ctr">
                        <a:spcBef>
                          <a:spcPts val="0"/>
                        </a:spcBef>
                        <a:spcAft>
                          <a:spcPts val="0"/>
                        </a:spcAft>
                      </a:pPr>
                      <a:r>
                        <a:rPr lang="en-US" sz="1000" b="1" kern="1200" dirty="0">
                          <a:solidFill>
                            <a:schemeClr val="tx2"/>
                          </a:solidFill>
                          <a:effectLst/>
                          <a:latin typeface="Roboto" panose="02000000000000000000"/>
                          <a:ea typeface="Tahoma" panose="020B0604030504040204" pitchFamily="34" charset="0"/>
                          <a:cs typeface="Calibri" panose="020F0502020204030204" pitchFamily="34" charset="0"/>
                        </a:rPr>
                        <a:t>2</a:t>
                      </a:r>
                    </a:p>
                  </a:txBody>
                  <a:tcPr marL="68580" marR="68580" marT="0" marB="0" anchor="ctr">
                    <a:lnL w="12700" cap="flat" cmpd="sng" algn="ctr">
                      <a:solidFill>
                        <a:srgbClr val="BE382C"/>
                      </a:solidFill>
                      <a:prstDash val="solid"/>
                      <a:round/>
                      <a:headEnd type="none" w="med" len="med"/>
                      <a:tailEnd type="none" w="med" len="med"/>
                    </a:lnL>
                    <a:lnR w="12700" cap="flat" cmpd="sng" algn="ctr">
                      <a:solidFill>
                        <a:srgbClr val="BE382C"/>
                      </a:solidFill>
                      <a:prstDash val="solid"/>
                      <a:round/>
                      <a:headEnd type="none" w="med" len="med"/>
                      <a:tailEnd type="none" w="med" len="med"/>
                    </a:lnR>
                    <a:lnT w="12700" cap="flat" cmpd="sng" algn="ctr">
                      <a:solidFill>
                        <a:srgbClr val="BE382C"/>
                      </a:solidFill>
                      <a:prstDash val="solid"/>
                      <a:round/>
                      <a:headEnd type="none" w="med" len="med"/>
                      <a:tailEnd type="none" w="med" len="med"/>
                    </a:lnT>
                    <a:lnB w="12700" cap="flat" cmpd="sng" algn="ctr">
                      <a:solidFill>
                        <a:srgbClr val="BE382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15000"/>
                        </a:lnSpc>
                        <a:spcBef>
                          <a:spcPts val="0"/>
                        </a:spcBef>
                        <a:spcAft>
                          <a:spcPts val="0"/>
                        </a:spcAft>
                      </a:pPr>
                      <a:r>
                        <a:rPr lang="en-GB" sz="1100" b="1" dirty="0">
                          <a:solidFill>
                            <a:schemeClr val="tx2"/>
                          </a:solidFill>
                          <a:effectLst/>
                          <a:latin typeface="Roboto" panose="02000000000000000000"/>
                          <a:ea typeface="Calibri" panose="020F0502020204030204" pitchFamily="34" charset="0"/>
                          <a:cs typeface="Calibri" panose="020F0502020204030204" pitchFamily="34" charset="0"/>
                        </a:rPr>
                        <a:t>Design Concept Submission and Documentation Approval</a:t>
                      </a:r>
                      <a:endParaRPr lang="en-US" sz="1400" b="1" dirty="0">
                        <a:solidFill>
                          <a:schemeClr val="tx2"/>
                        </a:solidFill>
                        <a:effectLst/>
                        <a:latin typeface="Roboto" panose="0200000000000000000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BE382C"/>
                      </a:solidFill>
                      <a:prstDash val="solid"/>
                      <a:round/>
                      <a:headEnd type="none" w="med" len="med"/>
                      <a:tailEnd type="none" w="med" len="med"/>
                    </a:lnL>
                    <a:lnR w="12700" cap="flat" cmpd="sng" algn="ctr">
                      <a:solidFill>
                        <a:srgbClr val="BE382C"/>
                      </a:solidFill>
                      <a:prstDash val="solid"/>
                      <a:round/>
                      <a:headEnd type="none" w="med" len="med"/>
                      <a:tailEnd type="none" w="med" len="med"/>
                    </a:lnR>
                    <a:lnT w="12700" cap="flat" cmpd="sng" algn="ctr">
                      <a:solidFill>
                        <a:srgbClr val="BE382C"/>
                      </a:solidFill>
                      <a:prstDash val="solid"/>
                      <a:round/>
                      <a:headEnd type="none" w="med" len="med"/>
                      <a:tailEnd type="none" w="med" len="med"/>
                    </a:lnT>
                    <a:lnB w="12700" cap="flat" cmpd="sng" algn="ctr">
                      <a:solidFill>
                        <a:srgbClr val="BE382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l">
                        <a:spcBef>
                          <a:spcPts val="0"/>
                        </a:spcBef>
                        <a:spcAft>
                          <a:spcPts val="0"/>
                        </a:spcAft>
                      </a:pPr>
                      <a:r>
                        <a:rPr lang="en-US" sz="1100" dirty="0">
                          <a:solidFill>
                            <a:schemeClr val="tx2"/>
                          </a:solidFill>
                          <a:effectLst/>
                          <a:latin typeface="Roboto" panose="02000000000000000000"/>
                          <a:ea typeface="Tahoma" panose="020B0604030504040204" pitchFamily="34" charset="0"/>
                          <a:cs typeface="Times New Roman" panose="02020603050405020304" pitchFamily="18" charset="0"/>
                        </a:rPr>
                        <a:t>This phase includes the following steps, in order:</a:t>
                      </a:r>
                    </a:p>
                    <a:p>
                      <a:pPr marL="171450" marR="0" indent="-171450" algn="l">
                        <a:spcBef>
                          <a:spcPts val="0"/>
                        </a:spcBef>
                        <a:spcAft>
                          <a:spcPts val="0"/>
                        </a:spcAft>
                        <a:buFont typeface="Arial" panose="020B0604020202020204" pitchFamily="34" charset="0"/>
                        <a:buChar char="•"/>
                      </a:pPr>
                      <a:r>
                        <a:rPr lang="en-US" sz="1100" dirty="0">
                          <a:solidFill>
                            <a:schemeClr val="tx2"/>
                          </a:solidFill>
                          <a:effectLst/>
                          <a:latin typeface="Roboto" panose="02000000000000000000"/>
                          <a:ea typeface="Tahoma" panose="020B0604030504040204" pitchFamily="34" charset="0"/>
                          <a:cs typeface="Times New Roman" panose="02020603050405020304" pitchFamily="18" charset="0"/>
                        </a:rPr>
                        <a:t>Submission of the design option finalized by Client</a:t>
                      </a:r>
                    </a:p>
                    <a:p>
                      <a:pPr marL="171450" marR="0" indent="-171450" algn="l">
                        <a:spcBef>
                          <a:spcPts val="0"/>
                        </a:spcBef>
                        <a:spcAft>
                          <a:spcPts val="0"/>
                        </a:spcAft>
                        <a:buFont typeface="Arial" panose="020B0604020202020204" pitchFamily="34" charset="0"/>
                        <a:buChar char="•"/>
                      </a:pPr>
                      <a:r>
                        <a:rPr lang="en-US" sz="1100" dirty="0">
                          <a:solidFill>
                            <a:schemeClr val="tx2"/>
                          </a:solidFill>
                          <a:effectLst/>
                          <a:latin typeface="Roboto" panose="02000000000000000000"/>
                          <a:ea typeface="Tahoma" panose="020B0604030504040204" pitchFamily="34" charset="0"/>
                          <a:cs typeface="Times New Roman" panose="02020603050405020304" pitchFamily="18" charset="0"/>
                        </a:rPr>
                        <a:t>Work on the detailed engineering for all aspects such as Structure (Civil), Single Line Diagrams, Cable Scheduling, Earthing Calculations, Lightening Protection (Electrical) etc.</a:t>
                      </a:r>
                    </a:p>
                    <a:p>
                      <a:pPr marL="171450" marR="0" indent="-171450" algn="l">
                        <a:spcBef>
                          <a:spcPts val="0"/>
                        </a:spcBef>
                        <a:spcAft>
                          <a:spcPts val="0"/>
                        </a:spcAft>
                        <a:buFont typeface="Arial" panose="020B0604020202020204" pitchFamily="34" charset="0"/>
                        <a:buChar char="•"/>
                      </a:pPr>
                      <a:r>
                        <a:rPr lang="en-US" sz="1100" dirty="0">
                          <a:solidFill>
                            <a:schemeClr val="tx2"/>
                          </a:solidFill>
                          <a:effectLst/>
                          <a:latin typeface="Roboto" panose="02000000000000000000"/>
                          <a:ea typeface="Tahoma" panose="020B0604030504040204" pitchFamily="34" charset="0"/>
                          <a:cs typeface="Times New Roman" panose="02020603050405020304" pitchFamily="18" charset="0"/>
                        </a:rPr>
                        <a:t>Finalization of Manufacturers/Vendors of all equipment and approval from Client</a:t>
                      </a:r>
                    </a:p>
                    <a:p>
                      <a:pPr marL="171450" marR="0" indent="-171450" algn="l">
                        <a:spcBef>
                          <a:spcPts val="0"/>
                        </a:spcBef>
                        <a:spcAft>
                          <a:spcPts val="0"/>
                        </a:spcAft>
                        <a:buFont typeface="Arial" panose="020B0604020202020204" pitchFamily="34" charset="0"/>
                        <a:buChar char="•"/>
                      </a:pPr>
                      <a:r>
                        <a:rPr lang="en-US" sz="1100" dirty="0">
                          <a:solidFill>
                            <a:schemeClr val="tx2"/>
                          </a:solidFill>
                          <a:effectLst/>
                          <a:latin typeface="Roboto" panose="02000000000000000000"/>
                          <a:ea typeface="Tahoma" panose="020B0604030504040204" pitchFamily="34" charset="0"/>
                          <a:cs typeface="Times New Roman" panose="02020603050405020304" pitchFamily="18" charset="0"/>
                        </a:rPr>
                        <a:t>HSE Documentation submission and approval from Client</a:t>
                      </a:r>
                    </a:p>
                    <a:p>
                      <a:pPr marL="171450" marR="0" indent="-171450" algn="l">
                        <a:spcBef>
                          <a:spcPts val="0"/>
                        </a:spcBef>
                        <a:spcAft>
                          <a:spcPts val="0"/>
                        </a:spcAft>
                        <a:buFont typeface="Arial" panose="020B0604020202020204" pitchFamily="34" charset="0"/>
                        <a:buChar char="•"/>
                      </a:pPr>
                      <a:r>
                        <a:rPr lang="en-US" sz="1100" dirty="0">
                          <a:solidFill>
                            <a:schemeClr val="tx2"/>
                          </a:solidFill>
                          <a:effectLst/>
                          <a:latin typeface="Roboto" panose="02000000000000000000"/>
                          <a:ea typeface="Tahoma" panose="020B0604030504040204" pitchFamily="34" charset="0"/>
                          <a:cs typeface="Times New Roman" panose="02020603050405020304" pitchFamily="18" charset="0"/>
                        </a:rPr>
                        <a:t>Detailed Project Plan and Work Schedules submission and approval from Client</a:t>
                      </a:r>
                    </a:p>
                    <a:p>
                      <a:pPr marL="0" marR="0" algn="l">
                        <a:spcBef>
                          <a:spcPts val="0"/>
                        </a:spcBef>
                        <a:spcAft>
                          <a:spcPts val="0"/>
                        </a:spcAft>
                      </a:pPr>
                      <a:endParaRPr lang="en-US" sz="1000" dirty="0">
                        <a:solidFill>
                          <a:schemeClr val="tx2"/>
                        </a:solidFill>
                        <a:effectLst/>
                        <a:latin typeface="Roboto" panose="02000000000000000000"/>
                        <a:ea typeface="Tahoma" panose="020B0604030504040204" pitchFamily="34" charset="0"/>
                        <a:cs typeface="Times New Roman" panose="02020603050405020304" pitchFamily="18" charset="0"/>
                      </a:endParaRPr>
                    </a:p>
                  </a:txBody>
                  <a:tcPr marL="68580" marR="68580" marT="0" marB="0" anchor="ctr">
                    <a:lnL w="12700" cap="flat" cmpd="sng" algn="ctr">
                      <a:solidFill>
                        <a:srgbClr val="BE382C"/>
                      </a:solidFill>
                      <a:prstDash val="solid"/>
                      <a:round/>
                      <a:headEnd type="none" w="med" len="med"/>
                      <a:tailEnd type="none" w="med" len="med"/>
                    </a:lnL>
                    <a:lnR w="12700" cap="flat" cmpd="sng" algn="ctr">
                      <a:solidFill>
                        <a:srgbClr val="BE382C"/>
                      </a:solidFill>
                      <a:prstDash val="solid"/>
                      <a:round/>
                      <a:headEnd type="none" w="med" len="med"/>
                      <a:tailEnd type="none" w="med" len="med"/>
                    </a:lnR>
                    <a:lnT w="12700" cap="flat" cmpd="sng" algn="ctr">
                      <a:solidFill>
                        <a:srgbClr val="BE382C"/>
                      </a:solidFill>
                      <a:prstDash val="solid"/>
                      <a:round/>
                      <a:headEnd type="none" w="med" len="med"/>
                      <a:tailEnd type="none" w="med" len="med"/>
                    </a:lnT>
                    <a:lnB w="12700" cap="flat" cmpd="sng" algn="ctr">
                      <a:solidFill>
                        <a:srgbClr val="BE382C"/>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16735823"/>
                  </a:ext>
                </a:extLst>
              </a:tr>
            </a:tbl>
          </a:graphicData>
        </a:graphic>
      </p:graphicFrame>
      <p:sp>
        <p:nvSpPr>
          <p:cNvPr id="5" name="TextBox 4">
            <a:extLst>
              <a:ext uri="{FF2B5EF4-FFF2-40B4-BE49-F238E27FC236}">
                <a16:creationId xmlns:a16="http://schemas.microsoft.com/office/drawing/2014/main" id="{0E6F1623-D707-4E42-976B-957B0D3669FB}"/>
              </a:ext>
            </a:extLst>
          </p:cNvPr>
          <p:cNvSpPr txBox="1"/>
          <p:nvPr/>
        </p:nvSpPr>
        <p:spPr>
          <a:xfrm>
            <a:off x="751690" y="997808"/>
            <a:ext cx="7325510" cy="415498"/>
          </a:xfrm>
          <a:prstGeom prst="rect">
            <a:avLst/>
          </a:prstGeom>
          <a:noFill/>
        </p:spPr>
        <p:txBody>
          <a:bodyPr wrap="square" rtlCol="0">
            <a:spAutoFit/>
          </a:bodyPr>
          <a:lstStyle/>
          <a:p>
            <a:pPr algn="just"/>
            <a:r>
              <a:rPr lang="en-US" sz="1050" dirty="0">
                <a:solidFill>
                  <a:schemeClr val="tx2"/>
                </a:solidFill>
                <a:latin typeface="Roboto" panose="02000000000000000000"/>
              </a:rPr>
              <a:t>This section provides a comprehensive brief of the activities (phases) to be carried throughout the project lifecycle, upon award. Many of these phases occur simultaneously.</a:t>
            </a:r>
            <a:endParaRPr lang="en-GB" sz="1050" dirty="0">
              <a:solidFill>
                <a:schemeClr val="tx2"/>
              </a:solidFill>
              <a:latin typeface="Roboto" panose="02000000000000000000"/>
              <a:sym typeface="Wingdings" panose="05000000000000000000" pitchFamily="2" charset="2"/>
            </a:endParaRPr>
          </a:p>
        </p:txBody>
      </p:sp>
    </p:spTree>
    <p:extLst>
      <p:ext uri="{BB962C8B-B14F-4D97-AF65-F5344CB8AC3E}">
        <p14:creationId xmlns:p14="http://schemas.microsoft.com/office/powerpoint/2010/main" val="2510819082"/>
      </p:ext>
    </p:extLst>
  </p:cSld>
  <p:clrMapOvr>
    <a:masterClrMapping/>
  </p:clrMapOvr>
  <p:transition spd="slow">
    <p:push dir="u"/>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4BFBED9B-AF4E-4DDC-93DF-8E6573A9936A}"/>
              </a:ext>
            </a:extLst>
          </p:cNvPr>
          <p:cNvGraphicFramePr>
            <a:graphicFrameLocks noGrp="1"/>
          </p:cNvGraphicFramePr>
          <p:nvPr>
            <p:extLst>
              <p:ext uri="{D42A27DB-BD31-4B8C-83A1-F6EECF244321}">
                <p14:modId xmlns:p14="http://schemas.microsoft.com/office/powerpoint/2010/main" val="3960912090"/>
              </p:ext>
            </p:extLst>
          </p:nvPr>
        </p:nvGraphicFramePr>
        <p:xfrm>
          <a:off x="909245" y="1123950"/>
          <a:ext cx="7325511" cy="3886200"/>
        </p:xfrm>
        <a:graphic>
          <a:graphicData uri="http://schemas.openxmlformats.org/drawingml/2006/table">
            <a:tbl>
              <a:tblPr firstRow="1" firstCol="1" bandRow="1">
                <a:tableStyleId>{69012ECD-51FC-41F1-AA8D-1B2483CD663E}</a:tableStyleId>
              </a:tblPr>
              <a:tblGrid>
                <a:gridCol w="543712">
                  <a:extLst>
                    <a:ext uri="{9D8B030D-6E8A-4147-A177-3AD203B41FA5}">
                      <a16:colId xmlns:a16="http://schemas.microsoft.com/office/drawing/2014/main" val="1724256313"/>
                    </a:ext>
                  </a:extLst>
                </a:gridCol>
                <a:gridCol w="2362200">
                  <a:extLst>
                    <a:ext uri="{9D8B030D-6E8A-4147-A177-3AD203B41FA5}">
                      <a16:colId xmlns:a16="http://schemas.microsoft.com/office/drawing/2014/main" val="3162309934"/>
                    </a:ext>
                  </a:extLst>
                </a:gridCol>
                <a:gridCol w="4419599">
                  <a:extLst>
                    <a:ext uri="{9D8B030D-6E8A-4147-A177-3AD203B41FA5}">
                      <a16:colId xmlns:a16="http://schemas.microsoft.com/office/drawing/2014/main" val="523407234"/>
                    </a:ext>
                  </a:extLst>
                </a:gridCol>
              </a:tblGrid>
              <a:tr h="228600">
                <a:tc>
                  <a:txBody>
                    <a:bodyPr/>
                    <a:lstStyle/>
                    <a:p>
                      <a:pPr marL="0" marR="0" algn="ctr">
                        <a:spcBef>
                          <a:spcPts val="0"/>
                        </a:spcBef>
                        <a:spcAft>
                          <a:spcPts val="0"/>
                        </a:spcAft>
                      </a:pPr>
                      <a:r>
                        <a:rPr lang="en-US" sz="1000" dirty="0">
                          <a:effectLst/>
                          <a:latin typeface="Roboto" panose="02000000000000000000"/>
                          <a:ea typeface="Tahoma" panose="020B0604030504040204" pitchFamily="34" charset="0"/>
                          <a:cs typeface="Times New Roman" panose="02020603050405020304" pitchFamily="18" charset="0"/>
                        </a:rPr>
                        <a:t>#</a:t>
                      </a:r>
                    </a:p>
                  </a:txBody>
                  <a:tcPr marL="68580" marR="68580" marT="0" marB="0" anchor="ctr">
                    <a:lnL w="12700" cap="flat" cmpd="sng" algn="ctr">
                      <a:solidFill>
                        <a:srgbClr val="BE382C"/>
                      </a:solidFill>
                      <a:prstDash val="solid"/>
                      <a:round/>
                      <a:headEnd type="none" w="med" len="med"/>
                      <a:tailEnd type="none" w="med" len="med"/>
                    </a:lnL>
                    <a:lnR w="12700" cap="flat" cmpd="sng" algn="ctr">
                      <a:solidFill>
                        <a:srgbClr val="BE382C"/>
                      </a:solidFill>
                      <a:prstDash val="solid"/>
                      <a:round/>
                      <a:headEnd type="none" w="med" len="med"/>
                      <a:tailEnd type="none" w="med" len="med"/>
                    </a:lnR>
                    <a:lnT w="12700" cap="flat" cmpd="sng" algn="ctr">
                      <a:solidFill>
                        <a:srgbClr val="BE382C"/>
                      </a:solidFill>
                      <a:prstDash val="solid"/>
                      <a:round/>
                      <a:headEnd type="none" w="med" len="med"/>
                      <a:tailEnd type="none" w="med" len="med"/>
                    </a:lnT>
                    <a:lnB w="12700" cap="flat" cmpd="sng" algn="ctr">
                      <a:solidFill>
                        <a:srgbClr val="BE382C"/>
                      </a:solidFill>
                      <a:prstDash val="solid"/>
                      <a:round/>
                      <a:headEnd type="none" w="med" len="med"/>
                      <a:tailEnd type="none" w="med" len="med"/>
                    </a:lnB>
                    <a:lnTlToBr w="12700" cmpd="sng">
                      <a:noFill/>
                      <a:prstDash val="solid"/>
                    </a:lnTlToBr>
                    <a:lnBlToTr w="12700" cmpd="sng">
                      <a:noFill/>
                      <a:prstDash val="solid"/>
                    </a:lnBlToTr>
                    <a:solidFill>
                      <a:srgbClr val="BE382C"/>
                    </a:solidFill>
                  </a:tcPr>
                </a:tc>
                <a:tc>
                  <a:txBody>
                    <a:bodyPr/>
                    <a:lstStyle/>
                    <a:p>
                      <a:pPr marL="0" marR="0" algn="ctr">
                        <a:spcBef>
                          <a:spcPts val="0"/>
                        </a:spcBef>
                        <a:spcAft>
                          <a:spcPts val="0"/>
                        </a:spcAft>
                      </a:pPr>
                      <a:r>
                        <a:rPr lang="en-US" sz="1000" dirty="0">
                          <a:effectLst/>
                          <a:latin typeface="Roboto" panose="02000000000000000000"/>
                          <a:ea typeface="Tahoma" panose="020B0604030504040204" pitchFamily="34" charset="0"/>
                          <a:cs typeface="Times New Roman" panose="02020603050405020304" pitchFamily="18" charset="0"/>
                        </a:rPr>
                        <a:t>Activity</a:t>
                      </a:r>
                    </a:p>
                  </a:txBody>
                  <a:tcPr marL="68580" marR="68580" marT="0" marB="0" anchor="ctr">
                    <a:lnL w="12700" cap="flat" cmpd="sng" algn="ctr">
                      <a:solidFill>
                        <a:srgbClr val="BE382C"/>
                      </a:solidFill>
                      <a:prstDash val="solid"/>
                      <a:round/>
                      <a:headEnd type="none" w="med" len="med"/>
                      <a:tailEnd type="none" w="med" len="med"/>
                    </a:lnL>
                    <a:lnR w="12700" cap="flat" cmpd="sng" algn="ctr">
                      <a:solidFill>
                        <a:srgbClr val="BE382C"/>
                      </a:solidFill>
                      <a:prstDash val="solid"/>
                      <a:round/>
                      <a:headEnd type="none" w="med" len="med"/>
                      <a:tailEnd type="none" w="med" len="med"/>
                    </a:lnR>
                    <a:lnT w="12700" cap="flat" cmpd="sng" algn="ctr">
                      <a:solidFill>
                        <a:srgbClr val="BE382C"/>
                      </a:solidFill>
                      <a:prstDash val="solid"/>
                      <a:round/>
                      <a:headEnd type="none" w="med" len="med"/>
                      <a:tailEnd type="none" w="med" len="med"/>
                    </a:lnT>
                    <a:lnB w="12700" cap="flat" cmpd="sng" algn="ctr">
                      <a:solidFill>
                        <a:srgbClr val="BE382C"/>
                      </a:solidFill>
                      <a:prstDash val="solid"/>
                      <a:round/>
                      <a:headEnd type="none" w="med" len="med"/>
                      <a:tailEnd type="none" w="med" len="med"/>
                    </a:lnB>
                    <a:lnTlToBr w="12700" cmpd="sng">
                      <a:noFill/>
                      <a:prstDash val="solid"/>
                    </a:lnTlToBr>
                    <a:lnBlToTr w="12700" cmpd="sng">
                      <a:noFill/>
                      <a:prstDash val="solid"/>
                    </a:lnBlToTr>
                    <a:solidFill>
                      <a:srgbClr val="BE382C"/>
                    </a:solidFill>
                  </a:tcPr>
                </a:tc>
                <a:tc>
                  <a:txBody>
                    <a:bodyPr/>
                    <a:lstStyle/>
                    <a:p>
                      <a:pPr marL="0" marR="0" algn="ctr">
                        <a:spcBef>
                          <a:spcPts val="0"/>
                        </a:spcBef>
                        <a:spcAft>
                          <a:spcPts val="0"/>
                        </a:spcAft>
                      </a:pPr>
                      <a:r>
                        <a:rPr lang="en-US" sz="1000" dirty="0">
                          <a:effectLst/>
                          <a:latin typeface="Roboto" panose="02000000000000000000"/>
                          <a:ea typeface="Tahoma" panose="020B0604030504040204" pitchFamily="34" charset="0"/>
                          <a:cs typeface="Times New Roman" panose="02020603050405020304" pitchFamily="18" charset="0"/>
                        </a:rPr>
                        <a:t>Steps</a:t>
                      </a:r>
                    </a:p>
                  </a:txBody>
                  <a:tcPr marL="68580" marR="68580" marT="0" marB="0" anchor="ctr">
                    <a:lnL w="12700" cap="flat" cmpd="sng" algn="ctr">
                      <a:solidFill>
                        <a:srgbClr val="BE382C"/>
                      </a:solidFill>
                      <a:prstDash val="solid"/>
                      <a:round/>
                      <a:headEnd type="none" w="med" len="med"/>
                      <a:tailEnd type="none" w="med" len="med"/>
                    </a:lnL>
                    <a:lnR w="12700" cap="flat" cmpd="sng" algn="ctr">
                      <a:solidFill>
                        <a:srgbClr val="BE382C"/>
                      </a:solidFill>
                      <a:prstDash val="solid"/>
                      <a:round/>
                      <a:headEnd type="none" w="med" len="med"/>
                      <a:tailEnd type="none" w="med" len="med"/>
                    </a:lnR>
                    <a:lnT w="12700" cap="flat" cmpd="sng" algn="ctr">
                      <a:solidFill>
                        <a:srgbClr val="BE382C"/>
                      </a:solidFill>
                      <a:prstDash val="solid"/>
                      <a:round/>
                      <a:headEnd type="none" w="med" len="med"/>
                      <a:tailEnd type="none" w="med" len="med"/>
                    </a:lnT>
                    <a:lnB w="12700" cap="flat" cmpd="sng" algn="ctr">
                      <a:solidFill>
                        <a:srgbClr val="BE382C"/>
                      </a:solidFill>
                      <a:prstDash val="solid"/>
                      <a:round/>
                      <a:headEnd type="none" w="med" len="med"/>
                      <a:tailEnd type="none" w="med" len="med"/>
                    </a:lnB>
                    <a:lnTlToBr w="12700" cmpd="sng">
                      <a:noFill/>
                      <a:prstDash val="solid"/>
                    </a:lnTlToBr>
                    <a:lnBlToTr w="12700" cmpd="sng">
                      <a:noFill/>
                      <a:prstDash val="solid"/>
                    </a:lnBlToTr>
                    <a:solidFill>
                      <a:srgbClr val="BE382C"/>
                    </a:solidFill>
                  </a:tcPr>
                </a:tc>
                <a:extLst>
                  <a:ext uri="{0D108BD9-81ED-4DB2-BD59-A6C34878D82A}">
                    <a16:rowId xmlns:a16="http://schemas.microsoft.com/office/drawing/2014/main" val="2749143872"/>
                  </a:ext>
                </a:extLst>
              </a:tr>
              <a:tr h="3657600">
                <a:tc>
                  <a:txBody>
                    <a:bodyPr/>
                    <a:lstStyle/>
                    <a:p>
                      <a:pPr marL="0" marR="0" algn="ctr">
                        <a:spcBef>
                          <a:spcPts val="0"/>
                        </a:spcBef>
                        <a:spcAft>
                          <a:spcPts val="0"/>
                        </a:spcAft>
                      </a:pPr>
                      <a:r>
                        <a:rPr lang="en-US" sz="1000" b="1" kern="1200" dirty="0">
                          <a:solidFill>
                            <a:schemeClr val="tx2"/>
                          </a:solidFill>
                          <a:effectLst/>
                          <a:latin typeface="Roboto" panose="02000000000000000000"/>
                          <a:ea typeface="Tahoma" panose="020B0604030504040204" pitchFamily="34" charset="0"/>
                          <a:cs typeface="Calibri" panose="020F0502020204030204" pitchFamily="34" charset="0"/>
                        </a:rPr>
                        <a:t>3</a:t>
                      </a:r>
                    </a:p>
                  </a:txBody>
                  <a:tcPr marL="68580" marR="68580" marT="0" marB="0" anchor="ctr">
                    <a:lnL w="12700" cap="flat" cmpd="sng" algn="ctr">
                      <a:solidFill>
                        <a:srgbClr val="BE382C"/>
                      </a:solidFill>
                      <a:prstDash val="solid"/>
                      <a:round/>
                      <a:headEnd type="none" w="med" len="med"/>
                      <a:tailEnd type="none" w="med" len="med"/>
                    </a:lnL>
                    <a:lnR w="12700" cap="flat" cmpd="sng" algn="ctr">
                      <a:solidFill>
                        <a:srgbClr val="BE382C"/>
                      </a:solidFill>
                      <a:prstDash val="solid"/>
                      <a:round/>
                      <a:headEnd type="none" w="med" len="med"/>
                      <a:tailEnd type="none" w="med" len="med"/>
                    </a:lnR>
                    <a:lnT w="12700" cap="flat" cmpd="sng" algn="ctr">
                      <a:solidFill>
                        <a:srgbClr val="BE382C"/>
                      </a:solidFill>
                      <a:prstDash val="solid"/>
                      <a:round/>
                      <a:headEnd type="none" w="med" len="med"/>
                      <a:tailEnd type="none" w="med" len="med"/>
                    </a:lnT>
                    <a:lnB w="12700" cap="flat" cmpd="sng" algn="ctr">
                      <a:solidFill>
                        <a:srgbClr val="BE382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lnSpc>
                          <a:spcPct val="115000"/>
                        </a:lnSpc>
                        <a:spcBef>
                          <a:spcPts val="0"/>
                        </a:spcBef>
                        <a:spcAft>
                          <a:spcPts val="0"/>
                        </a:spcAft>
                      </a:pPr>
                      <a:r>
                        <a:rPr lang="en-GB" sz="1000" b="1" dirty="0">
                          <a:solidFill>
                            <a:schemeClr val="tx2"/>
                          </a:solidFill>
                          <a:effectLst/>
                          <a:latin typeface="Roboto" panose="02000000000000000000"/>
                          <a:ea typeface="Calibri" panose="020F0502020204030204" pitchFamily="34" charset="0"/>
                          <a:cs typeface="Calibri" panose="020F0502020204030204" pitchFamily="34" charset="0"/>
                        </a:rPr>
                        <a:t>Statutory &amp; Regulatory Approvals</a:t>
                      </a:r>
                      <a:endParaRPr lang="en-US" sz="1100" b="1" dirty="0">
                        <a:solidFill>
                          <a:schemeClr val="tx2"/>
                        </a:solidFill>
                        <a:effectLst/>
                        <a:latin typeface="Roboto" panose="0200000000000000000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BE382C"/>
                      </a:solidFill>
                      <a:prstDash val="solid"/>
                      <a:round/>
                      <a:headEnd type="none" w="med" len="med"/>
                      <a:tailEnd type="none" w="med" len="med"/>
                    </a:lnL>
                    <a:lnR w="12700" cap="flat" cmpd="sng" algn="ctr">
                      <a:solidFill>
                        <a:srgbClr val="BE382C"/>
                      </a:solidFill>
                      <a:prstDash val="solid"/>
                      <a:round/>
                      <a:headEnd type="none" w="med" len="med"/>
                      <a:tailEnd type="none" w="med" len="med"/>
                    </a:lnR>
                    <a:lnT w="12700" cap="flat" cmpd="sng" algn="ctr">
                      <a:solidFill>
                        <a:srgbClr val="BE382C"/>
                      </a:solidFill>
                      <a:prstDash val="solid"/>
                      <a:round/>
                      <a:headEnd type="none" w="med" len="med"/>
                      <a:tailEnd type="none" w="med" len="med"/>
                    </a:lnT>
                    <a:lnB w="12700" cap="flat" cmpd="sng" algn="ctr">
                      <a:solidFill>
                        <a:srgbClr val="BE382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l">
                        <a:spcBef>
                          <a:spcPts val="0"/>
                        </a:spcBef>
                        <a:spcAft>
                          <a:spcPts val="0"/>
                        </a:spcAft>
                      </a:pPr>
                      <a:r>
                        <a:rPr lang="en-US" sz="1000" b="0" dirty="0">
                          <a:solidFill>
                            <a:schemeClr val="tx2"/>
                          </a:solidFill>
                          <a:effectLst/>
                          <a:latin typeface="Roboto" panose="02000000000000000000"/>
                          <a:ea typeface="Tahoma" panose="020B0604030504040204" pitchFamily="34" charset="0"/>
                          <a:cs typeface="Times New Roman" panose="02020603050405020304" pitchFamily="18" charset="0"/>
                        </a:rPr>
                        <a:t>This phase is based on the APSR Connection Guidelines for Small-scale Grid connected Solar PV Plants. This is a 3-Stage process: </a:t>
                      </a:r>
                    </a:p>
                    <a:p>
                      <a:pPr marL="0" marR="0" algn="l">
                        <a:spcBef>
                          <a:spcPts val="0"/>
                        </a:spcBef>
                        <a:spcAft>
                          <a:spcPts val="0"/>
                        </a:spcAft>
                      </a:pPr>
                      <a:endParaRPr lang="en-US" sz="1000" b="0" dirty="0">
                        <a:solidFill>
                          <a:schemeClr val="tx2"/>
                        </a:solidFill>
                        <a:effectLst/>
                        <a:latin typeface="Roboto" panose="02000000000000000000"/>
                        <a:ea typeface="Tahoma" panose="020B0604030504040204" pitchFamily="34" charset="0"/>
                        <a:cs typeface="Times New Roman" panose="02020603050405020304" pitchFamily="18" charset="0"/>
                      </a:endParaRPr>
                    </a:p>
                    <a:p>
                      <a:pPr marL="0" marR="0" algn="l">
                        <a:spcBef>
                          <a:spcPts val="0"/>
                        </a:spcBef>
                        <a:spcAft>
                          <a:spcPts val="0"/>
                        </a:spcAft>
                      </a:pPr>
                      <a:r>
                        <a:rPr lang="en-US" sz="1000" b="1" dirty="0">
                          <a:solidFill>
                            <a:schemeClr val="tx2"/>
                          </a:solidFill>
                          <a:effectLst/>
                          <a:latin typeface="Roboto" panose="02000000000000000000"/>
                          <a:ea typeface="Tahoma" panose="020B0604030504040204" pitchFamily="34" charset="0"/>
                          <a:cs typeface="Times New Roman" panose="02020603050405020304" pitchFamily="18" charset="0"/>
                        </a:rPr>
                        <a:t>1. Initial Enquiry (with NEDC)</a:t>
                      </a:r>
                    </a:p>
                    <a:p>
                      <a:pPr marL="0" marR="0" algn="l">
                        <a:spcBef>
                          <a:spcPts val="0"/>
                        </a:spcBef>
                        <a:spcAft>
                          <a:spcPts val="0"/>
                        </a:spcAft>
                      </a:pPr>
                      <a:r>
                        <a:rPr lang="en-US" sz="1000" b="0" dirty="0">
                          <a:solidFill>
                            <a:schemeClr val="tx2"/>
                          </a:solidFill>
                          <a:effectLst/>
                          <a:latin typeface="Roboto" panose="02000000000000000000"/>
                          <a:ea typeface="Tahoma" panose="020B0604030504040204" pitchFamily="34" charset="0"/>
                          <a:cs typeface="Times New Roman" panose="02020603050405020304" pitchFamily="18" charset="0"/>
                        </a:rPr>
                        <a:t>    a. Contractor Enrolment </a:t>
                      </a:r>
                    </a:p>
                    <a:p>
                      <a:pPr marL="0" marR="0" algn="l">
                        <a:spcBef>
                          <a:spcPts val="0"/>
                        </a:spcBef>
                        <a:spcAft>
                          <a:spcPts val="0"/>
                        </a:spcAft>
                      </a:pPr>
                      <a:r>
                        <a:rPr lang="en-US" sz="1000" b="0" dirty="0">
                          <a:solidFill>
                            <a:schemeClr val="tx2"/>
                          </a:solidFill>
                          <a:effectLst/>
                          <a:latin typeface="Roboto" panose="02000000000000000000"/>
                          <a:ea typeface="Tahoma" panose="020B0604030504040204" pitchFamily="34" charset="0"/>
                          <a:cs typeface="Times New Roman" panose="02020603050405020304" pitchFamily="18" charset="0"/>
                        </a:rPr>
                        <a:t>    b. Project Preparation</a:t>
                      </a:r>
                    </a:p>
                    <a:p>
                      <a:pPr marL="0" marR="0" algn="l">
                        <a:spcBef>
                          <a:spcPts val="0"/>
                        </a:spcBef>
                        <a:spcAft>
                          <a:spcPts val="0"/>
                        </a:spcAft>
                      </a:pPr>
                      <a:r>
                        <a:rPr lang="en-US" sz="1000" b="0" dirty="0">
                          <a:solidFill>
                            <a:schemeClr val="tx2"/>
                          </a:solidFill>
                          <a:effectLst/>
                          <a:latin typeface="Roboto" panose="02000000000000000000"/>
                          <a:ea typeface="Tahoma" panose="020B0604030504040204" pitchFamily="34" charset="0"/>
                          <a:cs typeface="Times New Roman" panose="02020603050405020304" pitchFamily="18" charset="0"/>
                        </a:rPr>
                        <a:t>    c. Application for Connection for Solar PV</a:t>
                      </a:r>
                    </a:p>
                    <a:p>
                      <a:pPr marL="0" marR="0" algn="l">
                        <a:spcBef>
                          <a:spcPts val="0"/>
                        </a:spcBef>
                        <a:spcAft>
                          <a:spcPts val="0"/>
                        </a:spcAft>
                      </a:pPr>
                      <a:r>
                        <a:rPr lang="en-US" sz="1000" b="0" dirty="0">
                          <a:solidFill>
                            <a:schemeClr val="tx2"/>
                          </a:solidFill>
                          <a:effectLst/>
                          <a:latin typeface="Roboto" panose="02000000000000000000"/>
                          <a:ea typeface="Tahoma" panose="020B0604030504040204" pitchFamily="34" charset="0"/>
                          <a:cs typeface="Times New Roman" panose="02020603050405020304" pitchFamily="18" charset="0"/>
                        </a:rPr>
                        <a:t>    d. Connection Budgetary Cost Estimation </a:t>
                      </a:r>
                    </a:p>
                    <a:p>
                      <a:pPr marL="0" marR="0" algn="l">
                        <a:spcBef>
                          <a:spcPts val="0"/>
                        </a:spcBef>
                        <a:spcAft>
                          <a:spcPts val="0"/>
                        </a:spcAft>
                      </a:pPr>
                      <a:r>
                        <a:rPr lang="en-US" sz="1000" b="0" dirty="0">
                          <a:solidFill>
                            <a:schemeClr val="tx2"/>
                          </a:solidFill>
                          <a:effectLst/>
                          <a:latin typeface="Roboto" panose="02000000000000000000"/>
                          <a:ea typeface="Tahoma" panose="020B0604030504040204" pitchFamily="34" charset="0"/>
                          <a:cs typeface="Times New Roman" panose="02020603050405020304" pitchFamily="18" charset="0"/>
                        </a:rPr>
                        <a:t>    e. Affection Plan Approval by Municipality </a:t>
                      </a:r>
                    </a:p>
                    <a:p>
                      <a:pPr marL="0" marR="0" algn="l">
                        <a:spcBef>
                          <a:spcPts val="0"/>
                        </a:spcBef>
                        <a:spcAft>
                          <a:spcPts val="0"/>
                        </a:spcAft>
                      </a:pPr>
                      <a:endParaRPr lang="en-US" sz="1000" b="0" dirty="0">
                        <a:solidFill>
                          <a:schemeClr val="tx2"/>
                        </a:solidFill>
                        <a:effectLst/>
                        <a:latin typeface="Roboto" panose="02000000000000000000"/>
                        <a:ea typeface="Tahoma" panose="020B0604030504040204" pitchFamily="34" charset="0"/>
                        <a:cs typeface="Times New Roman" panose="02020603050405020304" pitchFamily="18" charset="0"/>
                      </a:endParaRPr>
                    </a:p>
                    <a:p>
                      <a:pPr marL="0" marR="0" algn="l">
                        <a:spcBef>
                          <a:spcPts val="0"/>
                        </a:spcBef>
                        <a:spcAft>
                          <a:spcPts val="0"/>
                        </a:spcAft>
                      </a:pPr>
                      <a:r>
                        <a:rPr lang="en-US" sz="1000" b="1" dirty="0">
                          <a:solidFill>
                            <a:schemeClr val="tx2"/>
                          </a:solidFill>
                          <a:effectLst/>
                          <a:latin typeface="Roboto" panose="02000000000000000000"/>
                          <a:ea typeface="Tahoma" panose="020B0604030504040204" pitchFamily="34" charset="0"/>
                          <a:cs typeface="Times New Roman" panose="02020603050405020304" pitchFamily="18" charset="0"/>
                        </a:rPr>
                        <a:t>2. Design Approval (with </a:t>
                      </a:r>
                      <a:r>
                        <a:rPr lang="en-US" sz="1000" b="1" dirty="0">
                          <a:solidFill>
                            <a:schemeClr val="tx2"/>
                          </a:solidFill>
                          <a:effectLst/>
                          <a:latin typeface="+mn-lt"/>
                          <a:ea typeface="Tahoma" panose="020B0604030504040204" pitchFamily="34" charset="0"/>
                          <a:cs typeface="Times New Roman" panose="02020603050405020304" pitchFamily="18" charset="0"/>
                        </a:rPr>
                        <a:t>NEDC</a:t>
                      </a:r>
                      <a:r>
                        <a:rPr lang="en-US" sz="1000" b="1" dirty="0">
                          <a:solidFill>
                            <a:schemeClr val="tx2"/>
                          </a:solidFill>
                          <a:effectLst/>
                          <a:latin typeface="Roboto" panose="02000000000000000000"/>
                          <a:ea typeface="Tahoma" panose="020B0604030504040204" pitchFamily="34" charset="0"/>
                          <a:cs typeface="Times New Roman" panose="02020603050405020304" pitchFamily="18" charset="0"/>
                        </a:rPr>
                        <a:t>)</a:t>
                      </a:r>
                    </a:p>
                    <a:p>
                      <a:pPr marL="0" marR="0" algn="l">
                        <a:spcBef>
                          <a:spcPts val="0"/>
                        </a:spcBef>
                        <a:spcAft>
                          <a:spcPts val="0"/>
                        </a:spcAft>
                      </a:pPr>
                      <a:r>
                        <a:rPr lang="en-US" sz="1000" b="0" dirty="0">
                          <a:solidFill>
                            <a:schemeClr val="tx2"/>
                          </a:solidFill>
                          <a:effectLst/>
                          <a:latin typeface="Roboto" panose="02000000000000000000"/>
                          <a:ea typeface="Tahoma" panose="020B0604030504040204" pitchFamily="34" charset="0"/>
                          <a:cs typeface="Times New Roman" panose="02020603050405020304" pitchFamily="18" charset="0"/>
                        </a:rPr>
                        <a:t>    a. Application for Design Approval</a:t>
                      </a:r>
                    </a:p>
                    <a:p>
                      <a:pPr marL="0" marR="0" algn="l">
                        <a:spcBef>
                          <a:spcPts val="0"/>
                        </a:spcBef>
                        <a:spcAft>
                          <a:spcPts val="0"/>
                        </a:spcAft>
                      </a:pPr>
                      <a:r>
                        <a:rPr lang="en-US" sz="1000" b="0" dirty="0">
                          <a:solidFill>
                            <a:schemeClr val="tx2"/>
                          </a:solidFill>
                          <a:effectLst/>
                          <a:latin typeface="Roboto" panose="02000000000000000000"/>
                          <a:ea typeface="Tahoma" panose="020B0604030504040204" pitchFamily="34" charset="0"/>
                          <a:cs typeface="Times New Roman" panose="02020603050405020304" pitchFamily="18" charset="0"/>
                        </a:rPr>
                        <a:t>    b. Define Connection Offer</a:t>
                      </a:r>
                    </a:p>
                    <a:p>
                      <a:pPr marL="0" marR="0" algn="l">
                        <a:spcBef>
                          <a:spcPts val="0"/>
                        </a:spcBef>
                        <a:spcAft>
                          <a:spcPts val="0"/>
                        </a:spcAft>
                      </a:pPr>
                      <a:r>
                        <a:rPr lang="en-US" sz="1000" b="0" dirty="0">
                          <a:solidFill>
                            <a:schemeClr val="tx2"/>
                          </a:solidFill>
                          <a:effectLst/>
                          <a:latin typeface="Roboto" panose="02000000000000000000"/>
                          <a:ea typeface="Tahoma" panose="020B0604030504040204" pitchFamily="34" charset="0"/>
                          <a:cs typeface="Times New Roman" panose="02020603050405020304" pitchFamily="18" charset="0"/>
                        </a:rPr>
                        <a:t>    c. PV Plant Construction starts (on Build-Permit receipt)</a:t>
                      </a:r>
                    </a:p>
                    <a:p>
                      <a:pPr marL="0" marR="0" algn="l">
                        <a:spcBef>
                          <a:spcPts val="0"/>
                        </a:spcBef>
                        <a:spcAft>
                          <a:spcPts val="0"/>
                        </a:spcAft>
                      </a:pPr>
                      <a:endParaRPr lang="en-US" sz="1000" b="0" dirty="0">
                        <a:solidFill>
                          <a:schemeClr val="tx2"/>
                        </a:solidFill>
                        <a:effectLst/>
                        <a:latin typeface="Roboto" panose="02000000000000000000"/>
                        <a:ea typeface="Tahoma" panose="020B0604030504040204" pitchFamily="34" charset="0"/>
                        <a:cs typeface="Times New Roman" panose="02020603050405020304" pitchFamily="18" charset="0"/>
                      </a:endParaRPr>
                    </a:p>
                    <a:p>
                      <a:pPr marL="0" marR="0" algn="l">
                        <a:spcBef>
                          <a:spcPts val="0"/>
                        </a:spcBef>
                        <a:spcAft>
                          <a:spcPts val="0"/>
                        </a:spcAft>
                      </a:pPr>
                      <a:r>
                        <a:rPr lang="en-US" sz="1000" b="1" dirty="0">
                          <a:solidFill>
                            <a:schemeClr val="tx2"/>
                          </a:solidFill>
                          <a:effectLst/>
                          <a:latin typeface="Roboto" panose="02000000000000000000"/>
                          <a:ea typeface="Tahoma" panose="020B0604030504040204" pitchFamily="34" charset="0"/>
                          <a:cs typeface="Times New Roman" panose="02020603050405020304" pitchFamily="18" charset="0"/>
                        </a:rPr>
                        <a:t>3. Inspection &amp; Energization (with </a:t>
                      </a:r>
                      <a:r>
                        <a:rPr lang="en-US" sz="1000" b="1" dirty="0">
                          <a:solidFill>
                            <a:schemeClr val="tx2"/>
                          </a:solidFill>
                          <a:effectLst/>
                          <a:latin typeface="+mn-lt"/>
                          <a:ea typeface="Tahoma" panose="020B0604030504040204" pitchFamily="34" charset="0"/>
                          <a:cs typeface="Times New Roman" panose="02020603050405020304" pitchFamily="18" charset="0"/>
                        </a:rPr>
                        <a:t>NEDC</a:t>
                      </a:r>
                      <a:r>
                        <a:rPr lang="en-US" sz="1000" b="1" dirty="0">
                          <a:solidFill>
                            <a:schemeClr val="tx2"/>
                          </a:solidFill>
                          <a:effectLst/>
                          <a:latin typeface="Roboto" panose="02000000000000000000"/>
                          <a:ea typeface="Tahoma" panose="020B0604030504040204" pitchFamily="34" charset="0"/>
                          <a:cs typeface="Times New Roman" panose="02020603050405020304" pitchFamily="18" charset="0"/>
                        </a:rPr>
                        <a:t>)</a:t>
                      </a:r>
                    </a:p>
                    <a:p>
                      <a:pPr marL="0" marR="0" algn="l">
                        <a:spcBef>
                          <a:spcPts val="0"/>
                        </a:spcBef>
                        <a:spcAft>
                          <a:spcPts val="0"/>
                        </a:spcAft>
                      </a:pPr>
                      <a:r>
                        <a:rPr lang="en-US" sz="1000" b="0" dirty="0">
                          <a:solidFill>
                            <a:schemeClr val="tx2"/>
                          </a:solidFill>
                          <a:effectLst/>
                          <a:latin typeface="Roboto" panose="02000000000000000000"/>
                          <a:ea typeface="Tahoma" panose="020B0604030504040204" pitchFamily="34" charset="0"/>
                          <a:cs typeface="Times New Roman" panose="02020603050405020304" pitchFamily="18" charset="0"/>
                        </a:rPr>
                        <a:t>    a. Notification for Mechanical Completion</a:t>
                      </a:r>
                    </a:p>
                    <a:p>
                      <a:pPr marL="0" marR="0" algn="l">
                        <a:spcBef>
                          <a:spcPts val="0"/>
                        </a:spcBef>
                        <a:spcAft>
                          <a:spcPts val="0"/>
                        </a:spcAft>
                      </a:pPr>
                      <a:r>
                        <a:rPr lang="en-US" sz="1000" b="0" dirty="0">
                          <a:solidFill>
                            <a:schemeClr val="tx2"/>
                          </a:solidFill>
                          <a:effectLst/>
                          <a:latin typeface="Roboto" panose="02000000000000000000"/>
                          <a:ea typeface="Tahoma" panose="020B0604030504040204" pitchFamily="34" charset="0"/>
                          <a:cs typeface="Times New Roman" panose="02020603050405020304" pitchFamily="18" charset="0"/>
                        </a:rPr>
                        <a:t>    b. PV Construction Finalization</a:t>
                      </a:r>
                    </a:p>
                    <a:p>
                      <a:pPr marL="0" marR="0" algn="l">
                        <a:spcBef>
                          <a:spcPts val="0"/>
                        </a:spcBef>
                        <a:spcAft>
                          <a:spcPts val="0"/>
                        </a:spcAft>
                      </a:pPr>
                      <a:r>
                        <a:rPr lang="en-US" sz="1000" b="0" dirty="0">
                          <a:solidFill>
                            <a:schemeClr val="tx2"/>
                          </a:solidFill>
                          <a:effectLst/>
                          <a:latin typeface="Roboto" panose="02000000000000000000"/>
                          <a:ea typeface="Tahoma" panose="020B0604030504040204" pitchFamily="34" charset="0"/>
                          <a:cs typeface="Times New Roman" panose="02020603050405020304" pitchFamily="18" charset="0"/>
                        </a:rPr>
                        <a:t>    c. Notification for Electrical Inspection and Testing:</a:t>
                      </a:r>
                    </a:p>
                    <a:p>
                      <a:pPr marL="0" marR="0" algn="l">
                        <a:spcBef>
                          <a:spcPts val="0"/>
                        </a:spcBef>
                        <a:spcAft>
                          <a:spcPts val="0"/>
                        </a:spcAft>
                      </a:pPr>
                      <a:r>
                        <a:rPr lang="en-US" sz="1000" b="0" dirty="0">
                          <a:solidFill>
                            <a:schemeClr val="tx2"/>
                          </a:solidFill>
                          <a:effectLst/>
                          <a:latin typeface="Roboto" panose="02000000000000000000"/>
                          <a:ea typeface="Tahoma" panose="020B0604030504040204" pitchFamily="34" charset="0"/>
                          <a:cs typeface="Times New Roman" panose="02020603050405020304" pitchFamily="18" charset="0"/>
                        </a:rPr>
                        <a:t>        </a:t>
                      </a:r>
                      <a:r>
                        <a:rPr lang="en-US" sz="1000" b="0" dirty="0" err="1">
                          <a:solidFill>
                            <a:schemeClr val="tx2"/>
                          </a:solidFill>
                          <a:effectLst/>
                          <a:latin typeface="Roboto" panose="02000000000000000000"/>
                          <a:ea typeface="Tahoma" panose="020B0604030504040204" pitchFamily="34" charset="0"/>
                          <a:cs typeface="Times New Roman" panose="02020603050405020304" pitchFamily="18" charset="0"/>
                        </a:rPr>
                        <a:t>i</a:t>
                      </a:r>
                      <a:r>
                        <a:rPr lang="en-US" sz="1000" b="0" dirty="0">
                          <a:solidFill>
                            <a:schemeClr val="tx2"/>
                          </a:solidFill>
                          <a:effectLst/>
                          <a:latin typeface="Roboto" panose="02000000000000000000"/>
                          <a:ea typeface="Tahoma" panose="020B0604030504040204" pitchFamily="34" charset="0"/>
                          <a:cs typeface="Times New Roman" panose="02020603050405020304" pitchFamily="18" charset="0"/>
                        </a:rPr>
                        <a:t>. Testing without Interconnection </a:t>
                      </a:r>
                    </a:p>
                    <a:p>
                      <a:pPr marL="0" marR="0" algn="l">
                        <a:spcBef>
                          <a:spcPts val="0"/>
                        </a:spcBef>
                        <a:spcAft>
                          <a:spcPts val="0"/>
                        </a:spcAft>
                      </a:pPr>
                      <a:r>
                        <a:rPr lang="en-US" sz="1000" b="0" dirty="0">
                          <a:solidFill>
                            <a:schemeClr val="tx2"/>
                          </a:solidFill>
                          <a:effectLst/>
                          <a:latin typeface="Roboto" panose="02000000000000000000"/>
                          <a:ea typeface="Tahoma" panose="020B0604030504040204" pitchFamily="34" charset="0"/>
                          <a:cs typeface="Times New Roman" panose="02020603050405020304" pitchFamily="18" charset="0"/>
                        </a:rPr>
                        <a:t>        ii. Testing with Interconnection </a:t>
                      </a:r>
                    </a:p>
                    <a:p>
                      <a:pPr marL="0" marR="0" algn="l">
                        <a:spcBef>
                          <a:spcPts val="0"/>
                        </a:spcBef>
                        <a:spcAft>
                          <a:spcPts val="0"/>
                        </a:spcAft>
                      </a:pPr>
                      <a:r>
                        <a:rPr lang="en-US" sz="1000" b="0" dirty="0">
                          <a:solidFill>
                            <a:schemeClr val="tx2"/>
                          </a:solidFill>
                          <a:effectLst/>
                          <a:latin typeface="Roboto" panose="02000000000000000000"/>
                          <a:ea typeface="Tahoma" panose="020B0604030504040204" pitchFamily="34" charset="0"/>
                          <a:cs typeface="Times New Roman" panose="02020603050405020304" pitchFamily="18" charset="0"/>
                        </a:rPr>
                        <a:t>    d. Performance Tests</a:t>
                      </a:r>
                    </a:p>
                    <a:p>
                      <a:pPr marL="0" marR="0" algn="l">
                        <a:spcBef>
                          <a:spcPts val="0"/>
                        </a:spcBef>
                        <a:spcAft>
                          <a:spcPts val="0"/>
                        </a:spcAft>
                      </a:pPr>
                      <a:r>
                        <a:rPr lang="en-US" sz="1000" b="0" dirty="0">
                          <a:solidFill>
                            <a:schemeClr val="tx2"/>
                          </a:solidFill>
                          <a:effectLst/>
                          <a:latin typeface="Roboto" panose="02000000000000000000"/>
                          <a:ea typeface="Tahoma" panose="020B0604030504040204" pitchFamily="34" charset="0"/>
                          <a:cs typeface="Times New Roman" panose="02020603050405020304" pitchFamily="18" charset="0"/>
                        </a:rPr>
                        <a:t>    e. Secondary Injection Test</a:t>
                      </a:r>
                    </a:p>
                    <a:p>
                      <a:pPr marL="0" marR="0" algn="l">
                        <a:spcBef>
                          <a:spcPts val="0"/>
                        </a:spcBef>
                        <a:spcAft>
                          <a:spcPts val="0"/>
                        </a:spcAft>
                      </a:pPr>
                      <a:endParaRPr lang="en-US" sz="1000" dirty="0">
                        <a:solidFill>
                          <a:schemeClr val="tx2"/>
                        </a:solidFill>
                        <a:effectLst/>
                        <a:latin typeface="Roboto" panose="02000000000000000000"/>
                        <a:ea typeface="Tahoma" panose="020B0604030504040204" pitchFamily="34" charset="0"/>
                        <a:cs typeface="Times New Roman" panose="02020603050405020304" pitchFamily="18" charset="0"/>
                      </a:endParaRPr>
                    </a:p>
                  </a:txBody>
                  <a:tcPr marL="68580" marR="68580" marT="0" marB="0" anchor="ctr">
                    <a:lnL w="12700" cap="flat" cmpd="sng" algn="ctr">
                      <a:solidFill>
                        <a:srgbClr val="BE382C"/>
                      </a:solidFill>
                      <a:prstDash val="solid"/>
                      <a:round/>
                      <a:headEnd type="none" w="med" len="med"/>
                      <a:tailEnd type="none" w="med" len="med"/>
                    </a:lnL>
                    <a:lnR w="12700" cap="flat" cmpd="sng" algn="ctr">
                      <a:solidFill>
                        <a:srgbClr val="BE382C"/>
                      </a:solidFill>
                      <a:prstDash val="solid"/>
                      <a:round/>
                      <a:headEnd type="none" w="med" len="med"/>
                      <a:tailEnd type="none" w="med" len="med"/>
                    </a:lnR>
                    <a:lnT w="12700" cap="flat" cmpd="sng" algn="ctr">
                      <a:solidFill>
                        <a:srgbClr val="BE382C"/>
                      </a:solidFill>
                      <a:prstDash val="solid"/>
                      <a:round/>
                      <a:headEnd type="none" w="med" len="med"/>
                      <a:tailEnd type="none" w="med" len="med"/>
                    </a:lnT>
                    <a:lnB w="12700" cap="flat" cmpd="sng" algn="ctr">
                      <a:solidFill>
                        <a:srgbClr val="BE382C"/>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48633096"/>
                  </a:ext>
                </a:extLst>
              </a:tr>
            </a:tbl>
          </a:graphicData>
        </a:graphic>
      </p:graphicFrame>
      <p:sp>
        <p:nvSpPr>
          <p:cNvPr id="9" name="Title 6">
            <a:extLst>
              <a:ext uri="{FF2B5EF4-FFF2-40B4-BE49-F238E27FC236}">
                <a16:creationId xmlns:a16="http://schemas.microsoft.com/office/drawing/2014/main" id="{10B0D4CB-BCCA-4DA2-8FDB-771EB1B7BB4E}"/>
              </a:ext>
            </a:extLst>
          </p:cNvPr>
          <p:cNvSpPr>
            <a:spLocks noGrp="1"/>
          </p:cNvSpPr>
          <p:nvPr>
            <p:ph type="title"/>
          </p:nvPr>
        </p:nvSpPr>
        <p:spPr>
          <a:xfrm>
            <a:off x="250257" y="267471"/>
            <a:ext cx="8643486" cy="353524"/>
          </a:xfrm>
        </p:spPr>
        <p:txBody>
          <a:bodyPr/>
          <a:lstStyle/>
          <a:p>
            <a:r>
              <a:rPr lang="en-US" sz="2100" dirty="0">
                <a:solidFill>
                  <a:schemeClr val="tx1">
                    <a:lumMod val="50000"/>
                    <a:lumOff val="50000"/>
                  </a:schemeClr>
                </a:solidFill>
                <a:latin typeface="Roboto" panose="02000000000000000000"/>
              </a:rPr>
              <a:t>Execution Methodology</a:t>
            </a:r>
          </a:p>
        </p:txBody>
      </p:sp>
      <p:sp>
        <p:nvSpPr>
          <p:cNvPr id="10" name="Text Placeholder 7">
            <a:extLst>
              <a:ext uri="{FF2B5EF4-FFF2-40B4-BE49-F238E27FC236}">
                <a16:creationId xmlns:a16="http://schemas.microsoft.com/office/drawing/2014/main" id="{45A6C93A-B3BA-44E6-A319-5E6BC8D89582}"/>
              </a:ext>
            </a:extLst>
          </p:cNvPr>
          <p:cNvSpPr>
            <a:spLocks noGrp="1"/>
          </p:cNvSpPr>
          <p:nvPr>
            <p:ph type="body" sz="half" idx="2"/>
          </p:nvPr>
        </p:nvSpPr>
        <p:spPr>
          <a:xfrm>
            <a:off x="250826" y="619126"/>
            <a:ext cx="8642350" cy="201613"/>
          </a:xfrm>
        </p:spPr>
        <p:txBody>
          <a:bodyPr/>
          <a:lstStyle/>
          <a:p>
            <a:r>
              <a:rPr lang="en-US" sz="1050" dirty="0">
                <a:solidFill>
                  <a:srgbClr val="BE382C"/>
                </a:solidFill>
                <a:latin typeface="Roboto"/>
              </a:rPr>
              <a:t>Project Execution Methodology</a:t>
            </a:r>
            <a:endParaRPr lang="en-US" sz="1050" dirty="0">
              <a:solidFill>
                <a:srgbClr val="7F7F7F"/>
              </a:solidFill>
              <a:latin typeface="Roboto" panose="02000000000000000000"/>
            </a:endParaRPr>
          </a:p>
        </p:txBody>
      </p:sp>
    </p:spTree>
    <p:extLst>
      <p:ext uri="{BB962C8B-B14F-4D97-AF65-F5344CB8AC3E}">
        <p14:creationId xmlns:p14="http://schemas.microsoft.com/office/powerpoint/2010/main" val="966244940"/>
      </p:ext>
    </p:extLst>
  </p:cSld>
  <p:clrMapOvr>
    <a:masterClrMapping/>
  </p:clrMapOvr>
  <p:transition spd="slow">
    <p:push dir="u"/>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80C5DF09-7FCD-45E3-98A2-B277B7D2830A}"/>
              </a:ext>
            </a:extLst>
          </p:cNvPr>
          <p:cNvGraphicFramePr>
            <a:graphicFrameLocks noGrp="1"/>
          </p:cNvGraphicFramePr>
          <p:nvPr>
            <p:extLst>
              <p:ext uri="{D42A27DB-BD31-4B8C-83A1-F6EECF244321}">
                <p14:modId xmlns:p14="http://schemas.microsoft.com/office/powerpoint/2010/main" val="114356981"/>
              </p:ext>
            </p:extLst>
          </p:nvPr>
        </p:nvGraphicFramePr>
        <p:xfrm>
          <a:off x="909245" y="1123950"/>
          <a:ext cx="7325511" cy="2971738"/>
        </p:xfrm>
        <a:graphic>
          <a:graphicData uri="http://schemas.openxmlformats.org/drawingml/2006/table">
            <a:tbl>
              <a:tblPr firstRow="1" firstCol="1" bandRow="1">
                <a:tableStyleId>{69012ECD-51FC-41F1-AA8D-1B2483CD663E}</a:tableStyleId>
              </a:tblPr>
              <a:tblGrid>
                <a:gridCol w="543712">
                  <a:extLst>
                    <a:ext uri="{9D8B030D-6E8A-4147-A177-3AD203B41FA5}">
                      <a16:colId xmlns:a16="http://schemas.microsoft.com/office/drawing/2014/main" val="1523661366"/>
                    </a:ext>
                  </a:extLst>
                </a:gridCol>
                <a:gridCol w="2362200">
                  <a:extLst>
                    <a:ext uri="{9D8B030D-6E8A-4147-A177-3AD203B41FA5}">
                      <a16:colId xmlns:a16="http://schemas.microsoft.com/office/drawing/2014/main" val="3758302584"/>
                    </a:ext>
                  </a:extLst>
                </a:gridCol>
                <a:gridCol w="4419599">
                  <a:extLst>
                    <a:ext uri="{9D8B030D-6E8A-4147-A177-3AD203B41FA5}">
                      <a16:colId xmlns:a16="http://schemas.microsoft.com/office/drawing/2014/main" val="1538051839"/>
                    </a:ext>
                  </a:extLst>
                </a:gridCol>
              </a:tblGrid>
              <a:tr h="228538">
                <a:tc>
                  <a:txBody>
                    <a:bodyPr/>
                    <a:lstStyle/>
                    <a:p>
                      <a:pPr marL="0" marR="0" algn="ctr">
                        <a:spcBef>
                          <a:spcPts val="0"/>
                        </a:spcBef>
                        <a:spcAft>
                          <a:spcPts val="0"/>
                        </a:spcAft>
                      </a:pPr>
                      <a:r>
                        <a:rPr lang="en-US" sz="1000" dirty="0">
                          <a:effectLst/>
                          <a:latin typeface="Roboto" panose="02000000000000000000"/>
                          <a:ea typeface="Tahoma" panose="020B0604030504040204" pitchFamily="34" charset="0"/>
                          <a:cs typeface="Times New Roman" panose="02020603050405020304" pitchFamily="18" charset="0"/>
                        </a:rPr>
                        <a:t>#</a:t>
                      </a:r>
                    </a:p>
                  </a:txBody>
                  <a:tcPr marL="68580" marR="68580" marT="0" marB="0" anchor="ctr">
                    <a:lnL w="12700" cap="flat" cmpd="sng" algn="ctr">
                      <a:solidFill>
                        <a:srgbClr val="BE382C"/>
                      </a:solidFill>
                      <a:prstDash val="solid"/>
                      <a:round/>
                      <a:headEnd type="none" w="med" len="med"/>
                      <a:tailEnd type="none" w="med" len="med"/>
                    </a:lnL>
                    <a:lnR w="12700" cap="flat" cmpd="sng" algn="ctr">
                      <a:solidFill>
                        <a:srgbClr val="BE382C"/>
                      </a:solidFill>
                      <a:prstDash val="solid"/>
                      <a:round/>
                      <a:headEnd type="none" w="med" len="med"/>
                      <a:tailEnd type="none" w="med" len="med"/>
                    </a:lnR>
                    <a:lnT w="12700" cap="flat" cmpd="sng" algn="ctr">
                      <a:solidFill>
                        <a:srgbClr val="BE382C"/>
                      </a:solidFill>
                      <a:prstDash val="solid"/>
                      <a:round/>
                      <a:headEnd type="none" w="med" len="med"/>
                      <a:tailEnd type="none" w="med" len="med"/>
                    </a:lnT>
                    <a:lnB w="12700" cap="flat" cmpd="sng" algn="ctr">
                      <a:solidFill>
                        <a:srgbClr val="BE382C"/>
                      </a:solidFill>
                      <a:prstDash val="solid"/>
                      <a:round/>
                      <a:headEnd type="none" w="med" len="med"/>
                      <a:tailEnd type="none" w="med" len="med"/>
                    </a:lnB>
                    <a:lnTlToBr w="12700" cmpd="sng">
                      <a:noFill/>
                      <a:prstDash val="solid"/>
                    </a:lnTlToBr>
                    <a:lnBlToTr w="12700" cmpd="sng">
                      <a:noFill/>
                      <a:prstDash val="solid"/>
                    </a:lnBlToTr>
                    <a:solidFill>
                      <a:srgbClr val="BE382C"/>
                    </a:solidFill>
                  </a:tcPr>
                </a:tc>
                <a:tc>
                  <a:txBody>
                    <a:bodyPr/>
                    <a:lstStyle/>
                    <a:p>
                      <a:pPr marL="0" marR="0" algn="ctr">
                        <a:spcBef>
                          <a:spcPts val="0"/>
                        </a:spcBef>
                        <a:spcAft>
                          <a:spcPts val="0"/>
                        </a:spcAft>
                      </a:pPr>
                      <a:r>
                        <a:rPr lang="en-US" sz="1000" dirty="0">
                          <a:effectLst/>
                          <a:latin typeface="Roboto" panose="02000000000000000000"/>
                          <a:ea typeface="Tahoma" panose="020B0604030504040204" pitchFamily="34" charset="0"/>
                          <a:cs typeface="Times New Roman" panose="02020603050405020304" pitchFamily="18" charset="0"/>
                        </a:rPr>
                        <a:t>Activity</a:t>
                      </a:r>
                    </a:p>
                  </a:txBody>
                  <a:tcPr marL="68580" marR="68580" marT="0" marB="0" anchor="ctr">
                    <a:lnL w="12700" cap="flat" cmpd="sng" algn="ctr">
                      <a:solidFill>
                        <a:srgbClr val="BE382C"/>
                      </a:solidFill>
                      <a:prstDash val="solid"/>
                      <a:round/>
                      <a:headEnd type="none" w="med" len="med"/>
                      <a:tailEnd type="none" w="med" len="med"/>
                    </a:lnL>
                    <a:lnR w="12700" cap="flat" cmpd="sng" algn="ctr">
                      <a:solidFill>
                        <a:srgbClr val="BE382C"/>
                      </a:solidFill>
                      <a:prstDash val="solid"/>
                      <a:round/>
                      <a:headEnd type="none" w="med" len="med"/>
                      <a:tailEnd type="none" w="med" len="med"/>
                    </a:lnR>
                    <a:lnT w="12700" cap="flat" cmpd="sng" algn="ctr">
                      <a:solidFill>
                        <a:srgbClr val="BE382C"/>
                      </a:solidFill>
                      <a:prstDash val="solid"/>
                      <a:round/>
                      <a:headEnd type="none" w="med" len="med"/>
                      <a:tailEnd type="none" w="med" len="med"/>
                    </a:lnT>
                    <a:lnB w="12700" cap="flat" cmpd="sng" algn="ctr">
                      <a:solidFill>
                        <a:srgbClr val="BE382C"/>
                      </a:solidFill>
                      <a:prstDash val="solid"/>
                      <a:round/>
                      <a:headEnd type="none" w="med" len="med"/>
                      <a:tailEnd type="none" w="med" len="med"/>
                    </a:lnB>
                    <a:lnTlToBr w="12700" cmpd="sng">
                      <a:noFill/>
                      <a:prstDash val="solid"/>
                    </a:lnTlToBr>
                    <a:lnBlToTr w="12700" cmpd="sng">
                      <a:noFill/>
                      <a:prstDash val="solid"/>
                    </a:lnBlToTr>
                    <a:solidFill>
                      <a:srgbClr val="BE382C"/>
                    </a:solidFill>
                  </a:tcPr>
                </a:tc>
                <a:tc>
                  <a:txBody>
                    <a:bodyPr/>
                    <a:lstStyle/>
                    <a:p>
                      <a:pPr marL="0" marR="0" algn="ctr">
                        <a:spcBef>
                          <a:spcPts val="0"/>
                        </a:spcBef>
                        <a:spcAft>
                          <a:spcPts val="0"/>
                        </a:spcAft>
                      </a:pPr>
                      <a:r>
                        <a:rPr lang="en-US" sz="1000" dirty="0">
                          <a:effectLst/>
                          <a:latin typeface="Roboto" panose="02000000000000000000"/>
                          <a:ea typeface="Tahoma" panose="020B0604030504040204" pitchFamily="34" charset="0"/>
                          <a:cs typeface="Times New Roman" panose="02020603050405020304" pitchFamily="18" charset="0"/>
                        </a:rPr>
                        <a:t>Steps</a:t>
                      </a:r>
                    </a:p>
                  </a:txBody>
                  <a:tcPr marL="68580" marR="68580" marT="0" marB="0" anchor="ctr">
                    <a:lnL w="12700" cap="flat" cmpd="sng" algn="ctr">
                      <a:solidFill>
                        <a:srgbClr val="BE382C"/>
                      </a:solidFill>
                      <a:prstDash val="solid"/>
                      <a:round/>
                      <a:headEnd type="none" w="med" len="med"/>
                      <a:tailEnd type="none" w="med" len="med"/>
                    </a:lnL>
                    <a:lnR w="12700" cap="flat" cmpd="sng" algn="ctr">
                      <a:solidFill>
                        <a:srgbClr val="BE382C"/>
                      </a:solidFill>
                      <a:prstDash val="solid"/>
                      <a:round/>
                      <a:headEnd type="none" w="med" len="med"/>
                      <a:tailEnd type="none" w="med" len="med"/>
                    </a:lnR>
                    <a:lnT w="12700" cap="flat" cmpd="sng" algn="ctr">
                      <a:solidFill>
                        <a:srgbClr val="BE382C"/>
                      </a:solidFill>
                      <a:prstDash val="solid"/>
                      <a:round/>
                      <a:headEnd type="none" w="med" len="med"/>
                      <a:tailEnd type="none" w="med" len="med"/>
                    </a:lnT>
                    <a:lnB w="12700" cap="flat" cmpd="sng" algn="ctr">
                      <a:solidFill>
                        <a:srgbClr val="BE382C"/>
                      </a:solidFill>
                      <a:prstDash val="solid"/>
                      <a:round/>
                      <a:headEnd type="none" w="med" len="med"/>
                      <a:tailEnd type="none" w="med" len="med"/>
                    </a:lnB>
                    <a:lnTlToBr w="12700" cmpd="sng">
                      <a:noFill/>
                      <a:prstDash val="solid"/>
                    </a:lnTlToBr>
                    <a:lnBlToTr w="12700" cmpd="sng">
                      <a:noFill/>
                      <a:prstDash val="solid"/>
                    </a:lnBlToTr>
                    <a:solidFill>
                      <a:srgbClr val="BE382C"/>
                    </a:solidFill>
                  </a:tcPr>
                </a:tc>
                <a:extLst>
                  <a:ext uri="{0D108BD9-81ED-4DB2-BD59-A6C34878D82A}">
                    <a16:rowId xmlns:a16="http://schemas.microsoft.com/office/drawing/2014/main" val="3894537714"/>
                  </a:ext>
                </a:extLst>
              </a:tr>
              <a:tr h="1219200">
                <a:tc>
                  <a:txBody>
                    <a:bodyPr/>
                    <a:lstStyle/>
                    <a:p>
                      <a:pPr marL="0" marR="0" algn="ctr" defTabSz="914377" rtl="0" eaLnBrk="1" latinLnBrk="0" hangingPunct="1">
                        <a:spcBef>
                          <a:spcPts val="0"/>
                        </a:spcBef>
                        <a:spcAft>
                          <a:spcPts val="0"/>
                        </a:spcAft>
                      </a:pPr>
                      <a:r>
                        <a:rPr lang="en-US" sz="1000" b="1" kern="1200" dirty="0">
                          <a:solidFill>
                            <a:schemeClr val="tx2"/>
                          </a:solidFill>
                          <a:effectLst/>
                          <a:latin typeface="Roboto" panose="02000000000000000000"/>
                          <a:ea typeface="Tahoma" panose="020B0604030504040204" pitchFamily="34" charset="0"/>
                          <a:cs typeface="Calibri" panose="020F0502020204030204" pitchFamily="34" charset="0"/>
                        </a:rPr>
                        <a:t>4</a:t>
                      </a:r>
                    </a:p>
                  </a:txBody>
                  <a:tcPr marL="68580" marR="68580" marT="0" marB="0" anchor="ctr">
                    <a:lnL w="12700" cap="flat" cmpd="sng" algn="ctr">
                      <a:solidFill>
                        <a:srgbClr val="BE382C"/>
                      </a:solidFill>
                      <a:prstDash val="solid"/>
                      <a:round/>
                      <a:headEnd type="none" w="med" len="med"/>
                      <a:tailEnd type="none" w="med" len="med"/>
                    </a:lnL>
                    <a:lnR w="12700" cap="flat" cmpd="sng" algn="ctr">
                      <a:solidFill>
                        <a:srgbClr val="BE382C"/>
                      </a:solidFill>
                      <a:prstDash val="solid"/>
                      <a:round/>
                      <a:headEnd type="none" w="med" len="med"/>
                      <a:tailEnd type="none" w="med" len="med"/>
                    </a:lnR>
                    <a:lnT w="12700" cap="flat" cmpd="sng" algn="ctr">
                      <a:solidFill>
                        <a:srgbClr val="BE382C"/>
                      </a:solidFill>
                      <a:prstDash val="solid"/>
                      <a:round/>
                      <a:headEnd type="none" w="med" len="med"/>
                      <a:tailEnd type="none" w="med" len="med"/>
                    </a:lnT>
                    <a:lnB w="12700" cap="flat" cmpd="sng" algn="ctr">
                      <a:solidFill>
                        <a:srgbClr val="BE382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defTabSz="914377" rtl="0" eaLnBrk="1" latinLnBrk="0" hangingPunct="1">
                        <a:lnSpc>
                          <a:spcPct val="115000"/>
                        </a:lnSpc>
                        <a:spcBef>
                          <a:spcPts val="0"/>
                        </a:spcBef>
                        <a:spcAft>
                          <a:spcPts val="0"/>
                        </a:spcAft>
                      </a:pPr>
                      <a:r>
                        <a:rPr lang="en-GB" sz="1000" b="1" kern="1200" dirty="0">
                          <a:solidFill>
                            <a:schemeClr val="tx2"/>
                          </a:solidFill>
                          <a:effectLst/>
                          <a:latin typeface="Roboto" panose="02000000000000000000"/>
                          <a:ea typeface="Tahoma" panose="020B0604030504040204" pitchFamily="34" charset="0"/>
                          <a:cs typeface="Calibri" panose="020F0502020204030204" pitchFamily="34" charset="0"/>
                        </a:rPr>
                        <a:t>Procurement, Clearances &amp; Delivery to site</a:t>
                      </a:r>
                      <a:endParaRPr lang="en-US" sz="1000" b="1" kern="1200" dirty="0">
                        <a:solidFill>
                          <a:schemeClr val="tx2"/>
                        </a:solidFill>
                        <a:effectLst/>
                        <a:latin typeface="Roboto" panose="02000000000000000000"/>
                        <a:ea typeface="Tahoma" panose="020B0604030504040204" pitchFamily="34" charset="0"/>
                        <a:cs typeface="Calibri" panose="020F0502020204030204" pitchFamily="34" charset="0"/>
                      </a:endParaRPr>
                    </a:p>
                  </a:txBody>
                  <a:tcPr marL="68580" marR="68580" marT="0" marB="0" anchor="ctr">
                    <a:lnL w="12700" cap="flat" cmpd="sng" algn="ctr">
                      <a:solidFill>
                        <a:srgbClr val="BE382C"/>
                      </a:solidFill>
                      <a:prstDash val="solid"/>
                      <a:round/>
                      <a:headEnd type="none" w="med" len="med"/>
                      <a:tailEnd type="none" w="med" len="med"/>
                    </a:lnL>
                    <a:lnR w="12700" cap="flat" cmpd="sng" algn="ctr">
                      <a:solidFill>
                        <a:srgbClr val="BE382C"/>
                      </a:solidFill>
                      <a:prstDash val="solid"/>
                      <a:round/>
                      <a:headEnd type="none" w="med" len="med"/>
                      <a:tailEnd type="none" w="med" len="med"/>
                    </a:lnR>
                    <a:lnT w="12700" cap="flat" cmpd="sng" algn="ctr">
                      <a:solidFill>
                        <a:srgbClr val="BE382C"/>
                      </a:solidFill>
                      <a:prstDash val="solid"/>
                      <a:round/>
                      <a:headEnd type="none" w="med" len="med"/>
                      <a:tailEnd type="none" w="med" len="med"/>
                    </a:lnT>
                    <a:lnB w="12700" cap="flat" cmpd="sng" algn="ctr">
                      <a:solidFill>
                        <a:srgbClr val="BE382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l">
                        <a:spcBef>
                          <a:spcPts val="0"/>
                        </a:spcBef>
                        <a:spcAft>
                          <a:spcPts val="0"/>
                        </a:spcAft>
                      </a:pPr>
                      <a:r>
                        <a:rPr lang="en-US" sz="1000" dirty="0">
                          <a:solidFill>
                            <a:schemeClr val="tx2"/>
                          </a:solidFill>
                          <a:effectLst/>
                          <a:latin typeface="Roboto" panose="02000000000000000000"/>
                          <a:ea typeface="Tahoma" panose="020B0604030504040204" pitchFamily="34" charset="0"/>
                          <a:cs typeface="Times New Roman" panose="02020603050405020304" pitchFamily="18" charset="0"/>
                        </a:rPr>
                        <a:t>This phase begins as soon as the vendors are finalized and approved by Clients and involves:</a:t>
                      </a:r>
                    </a:p>
                    <a:p>
                      <a:pPr marL="171450" marR="0" indent="-171450" algn="l">
                        <a:spcBef>
                          <a:spcPts val="0"/>
                        </a:spcBef>
                        <a:spcAft>
                          <a:spcPts val="0"/>
                        </a:spcAft>
                        <a:buFont typeface="Arial" panose="020B0604020202020204" pitchFamily="34" charset="0"/>
                        <a:buChar char="•"/>
                      </a:pPr>
                      <a:r>
                        <a:rPr lang="en-US" sz="1000" dirty="0">
                          <a:solidFill>
                            <a:schemeClr val="tx2"/>
                          </a:solidFill>
                          <a:effectLst/>
                          <a:latin typeface="Roboto" panose="02000000000000000000"/>
                          <a:ea typeface="Tahoma" panose="020B0604030504040204" pitchFamily="34" charset="0"/>
                          <a:cs typeface="Times New Roman" panose="02020603050405020304" pitchFamily="18" charset="0"/>
                        </a:rPr>
                        <a:t>Order Placement </a:t>
                      </a:r>
                    </a:p>
                    <a:p>
                      <a:pPr marL="171450" marR="0" indent="-171450" algn="l">
                        <a:spcBef>
                          <a:spcPts val="0"/>
                        </a:spcBef>
                        <a:spcAft>
                          <a:spcPts val="0"/>
                        </a:spcAft>
                        <a:buFont typeface="Arial" panose="020B0604020202020204" pitchFamily="34" charset="0"/>
                        <a:buChar char="•"/>
                      </a:pPr>
                      <a:r>
                        <a:rPr lang="en-US" sz="1000" dirty="0">
                          <a:solidFill>
                            <a:schemeClr val="tx2"/>
                          </a:solidFill>
                          <a:effectLst/>
                          <a:latin typeface="Roboto" panose="02000000000000000000"/>
                          <a:ea typeface="Tahoma" panose="020B0604030504040204" pitchFamily="34" charset="0"/>
                          <a:cs typeface="Times New Roman" panose="02020603050405020304" pitchFamily="18" charset="0"/>
                        </a:rPr>
                        <a:t>Shipment</a:t>
                      </a:r>
                    </a:p>
                    <a:p>
                      <a:pPr marL="171450" marR="0" indent="-171450" algn="l">
                        <a:spcBef>
                          <a:spcPts val="0"/>
                        </a:spcBef>
                        <a:spcAft>
                          <a:spcPts val="0"/>
                        </a:spcAft>
                        <a:buFont typeface="Arial" panose="020B0604020202020204" pitchFamily="34" charset="0"/>
                        <a:buChar char="•"/>
                      </a:pPr>
                      <a:r>
                        <a:rPr lang="en-US" sz="1000" dirty="0">
                          <a:solidFill>
                            <a:schemeClr val="tx2"/>
                          </a:solidFill>
                          <a:effectLst/>
                          <a:latin typeface="Roboto" panose="02000000000000000000"/>
                          <a:ea typeface="Tahoma" panose="020B0604030504040204" pitchFamily="34" charset="0"/>
                          <a:cs typeface="Times New Roman" panose="02020603050405020304" pitchFamily="18" charset="0"/>
                        </a:rPr>
                        <a:t>Delivery and Clearances at the respective local ports </a:t>
                      </a:r>
                    </a:p>
                    <a:p>
                      <a:pPr marL="171450" marR="0" indent="-171450" algn="l">
                        <a:spcBef>
                          <a:spcPts val="0"/>
                        </a:spcBef>
                        <a:spcAft>
                          <a:spcPts val="0"/>
                        </a:spcAft>
                        <a:buFont typeface="Arial" panose="020B0604020202020204" pitchFamily="34" charset="0"/>
                        <a:buChar char="•"/>
                      </a:pPr>
                      <a:r>
                        <a:rPr lang="en-US" sz="1000" dirty="0">
                          <a:solidFill>
                            <a:schemeClr val="tx2"/>
                          </a:solidFill>
                          <a:effectLst/>
                          <a:latin typeface="Roboto" panose="02000000000000000000"/>
                          <a:ea typeface="Tahoma" panose="020B0604030504040204" pitchFamily="34" charset="0"/>
                          <a:cs typeface="Times New Roman" panose="02020603050405020304" pitchFamily="18" charset="0"/>
                        </a:rPr>
                        <a:t>Storage facilities made available, if required.</a:t>
                      </a:r>
                    </a:p>
                    <a:p>
                      <a:pPr marL="171450" marR="0" indent="-171450" algn="l">
                        <a:spcBef>
                          <a:spcPts val="0"/>
                        </a:spcBef>
                        <a:spcAft>
                          <a:spcPts val="0"/>
                        </a:spcAft>
                        <a:buFont typeface="Arial" panose="020B0604020202020204" pitchFamily="34" charset="0"/>
                        <a:buChar char="•"/>
                      </a:pPr>
                      <a:r>
                        <a:rPr lang="en-US" sz="1000" dirty="0">
                          <a:solidFill>
                            <a:schemeClr val="tx2"/>
                          </a:solidFill>
                          <a:effectLst/>
                          <a:latin typeface="Roboto" panose="02000000000000000000"/>
                          <a:ea typeface="Tahoma" panose="020B0604030504040204" pitchFamily="34" charset="0"/>
                          <a:cs typeface="Times New Roman" panose="02020603050405020304" pitchFamily="18" charset="0"/>
                        </a:rPr>
                        <a:t>Delivery to site</a:t>
                      </a:r>
                    </a:p>
                    <a:p>
                      <a:pPr marL="0" marR="0" algn="l">
                        <a:spcBef>
                          <a:spcPts val="0"/>
                        </a:spcBef>
                        <a:spcAft>
                          <a:spcPts val="0"/>
                        </a:spcAft>
                      </a:pPr>
                      <a:endParaRPr lang="en-US" sz="1000" dirty="0">
                        <a:solidFill>
                          <a:schemeClr val="tx2"/>
                        </a:solidFill>
                        <a:effectLst/>
                        <a:latin typeface="Roboto" panose="02000000000000000000"/>
                        <a:ea typeface="Tahoma" panose="020B0604030504040204" pitchFamily="34" charset="0"/>
                        <a:cs typeface="Times New Roman" panose="02020603050405020304" pitchFamily="18" charset="0"/>
                      </a:endParaRPr>
                    </a:p>
                  </a:txBody>
                  <a:tcPr marL="68580" marR="68580" marT="0" marB="0" anchor="ctr">
                    <a:lnL w="12700" cap="flat" cmpd="sng" algn="ctr">
                      <a:solidFill>
                        <a:srgbClr val="BE382C"/>
                      </a:solidFill>
                      <a:prstDash val="solid"/>
                      <a:round/>
                      <a:headEnd type="none" w="med" len="med"/>
                      <a:tailEnd type="none" w="med" len="med"/>
                    </a:lnL>
                    <a:lnR w="12700" cap="flat" cmpd="sng" algn="ctr">
                      <a:solidFill>
                        <a:srgbClr val="BE382C"/>
                      </a:solidFill>
                      <a:prstDash val="solid"/>
                      <a:round/>
                      <a:headEnd type="none" w="med" len="med"/>
                      <a:tailEnd type="none" w="med" len="med"/>
                    </a:lnR>
                    <a:lnT w="12700" cap="flat" cmpd="sng" algn="ctr">
                      <a:solidFill>
                        <a:srgbClr val="BE382C"/>
                      </a:solidFill>
                      <a:prstDash val="solid"/>
                      <a:round/>
                      <a:headEnd type="none" w="med" len="med"/>
                      <a:tailEnd type="none" w="med" len="med"/>
                    </a:lnT>
                    <a:lnB w="12700" cap="flat" cmpd="sng" algn="ctr">
                      <a:solidFill>
                        <a:srgbClr val="BE382C"/>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80035633"/>
                  </a:ext>
                </a:extLst>
              </a:tr>
              <a:tr h="1524000">
                <a:tc>
                  <a:txBody>
                    <a:bodyPr/>
                    <a:lstStyle/>
                    <a:p>
                      <a:pPr marL="0" marR="0" algn="ctr">
                        <a:spcBef>
                          <a:spcPts val="0"/>
                        </a:spcBef>
                        <a:spcAft>
                          <a:spcPts val="0"/>
                        </a:spcAft>
                      </a:pPr>
                      <a:r>
                        <a:rPr lang="en-US" sz="1000" b="1" kern="1200" dirty="0">
                          <a:solidFill>
                            <a:schemeClr val="tx2"/>
                          </a:solidFill>
                          <a:effectLst/>
                          <a:latin typeface="Roboto" panose="02000000000000000000"/>
                          <a:ea typeface="Tahoma" panose="020B0604030504040204" pitchFamily="34" charset="0"/>
                          <a:cs typeface="Calibri" panose="020F0502020204030204" pitchFamily="34" charset="0"/>
                        </a:rPr>
                        <a:t>5</a:t>
                      </a:r>
                    </a:p>
                  </a:txBody>
                  <a:tcPr marL="68580" marR="68580" marT="0" marB="0" anchor="ctr">
                    <a:lnL w="12700" cap="flat" cmpd="sng" algn="ctr">
                      <a:solidFill>
                        <a:srgbClr val="BE382C"/>
                      </a:solidFill>
                      <a:prstDash val="solid"/>
                      <a:round/>
                      <a:headEnd type="none" w="med" len="med"/>
                      <a:tailEnd type="none" w="med" len="med"/>
                    </a:lnL>
                    <a:lnR w="12700" cap="flat" cmpd="sng" algn="ctr">
                      <a:solidFill>
                        <a:srgbClr val="BE382C"/>
                      </a:solidFill>
                      <a:prstDash val="solid"/>
                      <a:round/>
                      <a:headEnd type="none" w="med" len="med"/>
                      <a:tailEnd type="none" w="med" len="med"/>
                    </a:lnR>
                    <a:lnT w="12700" cap="flat" cmpd="sng" algn="ctr">
                      <a:solidFill>
                        <a:srgbClr val="BE382C"/>
                      </a:solidFill>
                      <a:prstDash val="solid"/>
                      <a:round/>
                      <a:headEnd type="none" w="med" len="med"/>
                      <a:tailEnd type="none" w="med" len="med"/>
                    </a:lnT>
                    <a:lnB w="12700" cap="flat" cmpd="sng" algn="ctr">
                      <a:solidFill>
                        <a:srgbClr val="BE382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15000"/>
                        </a:lnSpc>
                        <a:spcBef>
                          <a:spcPts val="0"/>
                        </a:spcBef>
                        <a:spcAft>
                          <a:spcPts val="0"/>
                        </a:spcAft>
                      </a:pPr>
                      <a:r>
                        <a:rPr lang="en-GB" sz="1000" b="1" dirty="0">
                          <a:solidFill>
                            <a:schemeClr val="tx2"/>
                          </a:solidFill>
                          <a:effectLst/>
                          <a:latin typeface="Roboto" panose="02000000000000000000"/>
                          <a:ea typeface="Calibri" panose="020F0502020204030204" pitchFamily="34" charset="0"/>
                          <a:cs typeface="Calibri" panose="020F0502020204030204" pitchFamily="34" charset="0"/>
                        </a:rPr>
                        <a:t>Mobilization to site/Site Preparation</a:t>
                      </a:r>
                      <a:endParaRPr lang="en-US" sz="1100" b="1" dirty="0">
                        <a:solidFill>
                          <a:schemeClr val="tx2"/>
                        </a:solidFill>
                        <a:effectLst/>
                        <a:latin typeface="Roboto" panose="0200000000000000000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BE382C"/>
                      </a:solidFill>
                      <a:prstDash val="solid"/>
                      <a:round/>
                      <a:headEnd type="none" w="med" len="med"/>
                      <a:tailEnd type="none" w="med" len="med"/>
                    </a:lnL>
                    <a:lnR w="12700" cap="flat" cmpd="sng" algn="ctr">
                      <a:solidFill>
                        <a:srgbClr val="BE382C"/>
                      </a:solidFill>
                      <a:prstDash val="solid"/>
                      <a:round/>
                      <a:headEnd type="none" w="med" len="med"/>
                      <a:tailEnd type="none" w="med" len="med"/>
                    </a:lnR>
                    <a:lnT w="12700" cap="flat" cmpd="sng" algn="ctr">
                      <a:solidFill>
                        <a:srgbClr val="BE382C"/>
                      </a:solidFill>
                      <a:prstDash val="solid"/>
                      <a:round/>
                      <a:headEnd type="none" w="med" len="med"/>
                      <a:tailEnd type="none" w="med" len="med"/>
                    </a:lnT>
                    <a:lnB w="12700" cap="flat" cmpd="sng" algn="ctr">
                      <a:solidFill>
                        <a:srgbClr val="BE382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l">
                        <a:spcBef>
                          <a:spcPts val="0"/>
                        </a:spcBef>
                        <a:spcAft>
                          <a:spcPts val="0"/>
                        </a:spcAft>
                      </a:pPr>
                      <a:r>
                        <a:rPr lang="en-US" sz="1000" dirty="0">
                          <a:solidFill>
                            <a:schemeClr val="tx2"/>
                          </a:solidFill>
                          <a:effectLst/>
                          <a:latin typeface="Roboto" panose="02000000000000000000"/>
                          <a:ea typeface="Tahoma" panose="020B0604030504040204" pitchFamily="34" charset="0"/>
                          <a:cs typeface="Times New Roman" panose="02020603050405020304" pitchFamily="18" charset="0"/>
                        </a:rPr>
                        <a:t>This phase begins with the arrival of the major equipment on site while others can follow in due course:</a:t>
                      </a:r>
                    </a:p>
                    <a:p>
                      <a:pPr marL="171450" marR="0" indent="-171450" algn="l">
                        <a:spcBef>
                          <a:spcPts val="0"/>
                        </a:spcBef>
                        <a:spcAft>
                          <a:spcPts val="0"/>
                        </a:spcAft>
                        <a:buFont typeface="Arial" panose="020B0604020202020204" pitchFamily="34" charset="0"/>
                        <a:buChar char="•"/>
                      </a:pPr>
                      <a:r>
                        <a:rPr lang="en-US" sz="1000" dirty="0">
                          <a:solidFill>
                            <a:schemeClr val="tx2"/>
                          </a:solidFill>
                          <a:effectLst/>
                          <a:latin typeface="Roboto" panose="02000000000000000000"/>
                          <a:ea typeface="Tahoma" panose="020B0604030504040204" pitchFamily="34" charset="0"/>
                          <a:cs typeface="Times New Roman" panose="02020603050405020304" pitchFamily="18" charset="0"/>
                        </a:rPr>
                        <a:t>Off-site HSE Induction</a:t>
                      </a:r>
                    </a:p>
                    <a:p>
                      <a:pPr marL="171450" marR="0" indent="-171450" algn="l">
                        <a:spcBef>
                          <a:spcPts val="0"/>
                        </a:spcBef>
                        <a:spcAft>
                          <a:spcPts val="0"/>
                        </a:spcAft>
                        <a:buFont typeface="Arial" panose="020B0604020202020204" pitchFamily="34" charset="0"/>
                        <a:buChar char="•"/>
                      </a:pPr>
                      <a:r>
                        <a:rPr lang="en-US" sz="1000" dirty="0">
                          <a:solidFill>
                            <a:schemeClr val="tx2"/>
                          </a:solidFill>
                          <a:effectLst/>
                          <a:latin typeface="Roboto" panose="02000000000000000000"/>
                          <a:ea typeface="Tahoma" panose="020B0604030504040204" pitchFamily="34" charset="0"/>
                          <a:cs typeface="Times New Roman" panose="02020603050405020304" pitchFamily="18" charset="0"/>
                        </a:rPr>
                        <a:t>On-site HSE Induction</a:t>
                      </a:r>
                    </a:p>
                    <a:p>
                      <a:pPr marL="171450" marR="0" indent="-171450" algn="l">
                        <a:spcBef>
                          <a:spcPts val="0"/>
                        </a:spcBef>
                        <a:spcAft>
                          <a:spcPts val="0"/>
                        </a:spcAft>
                        <a:buFont typeface="Arial" panose="020B0604020202020204" pitchFamily="34" charset="0"/>
                        <a:buChar char="•"/>
                      </a:pPr>
                      <a:r>
                        <a:rPr lang="en-US" sz="1000" dirty="0">
                          <a:solidFill>
                            <a:schemeClr val="tx2"/>
                          </a:solidFill>
                          <a:effectLst/>
                          <a:latin typeface="Roboto" panose="02000000000000000000"/>
                          <a:ea typeface="Tahoma" panose="020B0604030504040204" pitchFamily="34" charset="0"/>
                          <a:cs typeface="Times New Roman" panose="02020603050405020304" pitchFamily="18" charset="0"/>
                        </a:rPr>
                        <a:t>Site familiarization</a:t>
                      </a:r>
                    </a:p>
                    <a:p>
                      <a:pPr marL="171450" marR="0" indent="-171450" algn="l">
                        <a:spcBef>
                          <a:spcPts val="0"/>
                        </a:spcBef>
                        <a:spcAft>
                          <a:spcPts val="0"/>
                        </a:spcAft>
                        <a:buFont typeface="Arial" panose="020B0604020202020204" pitchFamily="34" charset="0"/>
                        <a:buChar char="•"/>
                      </a:pPr>
                      <a:r>
                        <a:rPr lang="en-US" sz="1000" dirty="0">
                          <a:solidFill>
                            <a:schemeClr val="tx2"/>
                          </a:solidFill>
                          <a:effectLst/>
                          <a:latin typeface="Roboto" panose="02000000000000000000"/>
                          <a:ea typeface="Tahoma" panose="020B0604030504040204" pitchFamily="34" charset="0"/>
                          <a:cs typeface="Times New Roman" panose="02020603050405020304" pitchFamily="18" charset="0"/>
                        </a:rPr>
                        <a:t>On-site office set-up (if required)</a:t>
                      </a:r>
                    </a:p>
                    <a:p>
                      <a:pPr marL="171450" marR="0" indent="-171450" algn="l">
                        <a:spcBef>
                          <a:spcPts val="0"/>
                        </a:spcBef>
                        <a:spcAft>
                          <a:spcPts val="0"/>
                        </a:spcAft>
                        <a:buFont typeface="Arial" panose="020B0604020202020204" pitchFamily="34" charset="0"/>
                        <a:buChar char="•"/>
                      </a:pPr>
                      <a:r>
                        <a:rPr lang="en-US" sz="1000" dirty="0">
                          <a:solidFill>
                            <a:schemeClr val="tx2"/>
                          </a:solidFill>
                          <a:effectLst/>
                          <a:latin typeface="Roboto" panose="02000000000000000000"/>
                          <a:ea typeface="Tahoma" panose="020B0604030504040204" pitchFamily="34" charset="0"/>
                          <a:cs typeface="Times New Roman" panose="02020603050405020304" pitchFamily="18" charset="0"/>
                        </a:rPr>
                        <a:t>Placement of sign boards and barricading (physical/visual)</a:t>
                      </a:r>
                    </a:p>
                    <a:p>
                      <a:pPr marL="171450" marR="0" indent="-171450" algn="l">
                        <a:spcBef>
                          <a:spcPts val="0"/>
                        </a:spcBef>
                        <a:spcAft>
                          <a:spcPts val="0"/>
                        </a:spcAft>
                        <a:buFont typeface="Arial" panose="020B0604020202020204" pitchFamily="34" charset="0"/>
                        <a:buChar char="•"/>
                      </a:pPr>
                      <a:r>
                        <a:rPr lang="en-US" sz="1000" dirty="0">
                          <a:solidFill>
                            <a:schemeClr val="tx2"/>
                          </a:solidFill>
                          <a:effectLst/>
                          <a:latin typeface="Roboto" panose="02000000000000000000"/>
                          <a:ea typeface="Tahoma" panose="020B0604030504040204" pitchFamily="34" charset="0"/>
                          <a:cs typeface="Times New Roman" panose="02020603050405020304" pitchFamily="18" charset="0"/>
                        </a:rPr>
                        <a:t>Clear marking of working and storage zones</a:t>
                      </a:r>
                    </a:p>
                    <a:p>
                      <a:pPr marL="171450" marR="0" indent="-171450" algn="l">
                        <a:spcBef>
                          <a:spcPts val="0"/>
                        </a:spcBef>
                        <a:spcAft>
                          <a:spcPts val="0"/>
                        </a:spcAft>
                        <a:buFont typeface="Arial" panose="020B0604020202020204" pitchFamily="34" charset="0"/>
                        <a:buChar char="•"/>
                      </a:pPr>
                      <a:r>
                        <a:rPr lang="en-US" sz="1000" dirty="0">
                          <a:solidFill>
                            <a:schemeClr val="tx2"/>
                          </a:solidFill>
                          <a:effectLst/>
                          <a:latin typeface="Roboto" panose="02000000000000000000"/>
                          <a:ea typeface="Tahoma" panose="020B0604030504040204" pitchFamily="34" charset="0"/>
                          <a:cs typeface="Times New Roman" panose="02020603050405020304" pitchFamily="18" charset="0"/>
                        </a:rPr>
                        <a:t>Storage of Equipment on site</a:t>
                      </a:r>
                    </a:p>
                    <a:p>
                      <a:pPr marL="0" marR="0" algn="l">
                        <a:spcBef>
                          <a:spcPts val="0"/>
                        </a:spcBef>
                        <a:spcAft>
                          <a:spcPts val="0"/>
                        </a:spcAft>
                      </a:pPr>
                      <a:endParaRPr lang="en-US" sz="1000" dirty="0">
                        <a:solidFill>
                          <a:schemeClr val="tx2"/>
                        </a:solidFill>
                        <a:effectLst/>
                        <a:latin typeface="Roboto" panose="02000000000000000000"/>
                        <a:ea typeface="Tahoma" panose="020B0604030504040204" pitchFamily="34" charset="0"/>
                        <a:cs typeface="Times New Roman" panose="02020603050405020304" pitchFamily="18" charset="0"/>
                      </a:endParaRPr>
                    </a:p>
                  </a:txBody>
                  <a:tcPr marL="68580" marR="68580" marT="0" marB="0" anchor="ctr">
                    <a:lnL w="12700" cap="flat" cmpd="sng" algn="ctr">
                      <a:solidFill>
                        <a:srgbClr val="BE382C"/>
                      </a:solidFill>
                      <a:prstDash val="solid"/>
                      <a:round/>
                      <a:headEnd type="none" w="med" len="med"/>
                      <a:tailEnd type="none" w="med" len="med"/>
                    </a:lnL>
                    <a:lnR w="12700" cap="flat" cmpd="sng" algn="ctr">
                      <a:solidFill>
                        <a:srgbClr val="BE382C"/>
                      </a:solidFill>
                      <a:prstDash val="solid"/>
                      <a:round/>
                      <a:headEnd type="none" w="med" len="med"/>
                      <a:tailEnd type="none" w="med" len="med"/>
                    </a:lnR>
                    <a:lnT w="12700" cap="flat" cmpd="sng" algn="ctr">
                      <a:solidFill>
                        <a:srgbClr val="BE382C"/>
                      </a:solidFill>
                      <a:prstDash val="solid"/>
                      <a:round/>
                      <a:headEnd type="none" w="med" len="med"/>
                      <a:tailEnd type="none" w="med" len="med"/>
                    </a:lnT>
                    <a:lnB w="12700" cap="flat" cmpd="sng" algn="ctr">
                      <a:solidFill>
                        <a:srgbClr val="BE382C"/>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35187567"/>
                  </a:ext>
                </a:extLst>
              </a:tr>
            </a:tbl>
          </a:graphicData>
        </a:graphic>
      </p:graphicFrame>
      <p:sp>
        <p:nvSpPr>
          <p:cNvPr id="11" name="Title 6">
            <a:extLst>
              <a:ext uri="{FF2B5EF4-FFF2-40B4-BE49-F238E27FC236}">
                <a16:creationId xmlns:a16="http://schemas.microsoft.com/office/drawing/2014/main" id="{480F0B63-BB78-4C8D-9323-2B9FE7DC392E}"/>
              </a:ext>
            </a:extLst>
          </p:cNvPr>
          <p:cNvSpPr>
            <a:spLocks noGrp="1"/>
          </p:cNvSpPr>
          <p:nvPr>
            <p:ph type="title"/>
          </p:nvPr>
        </p:nvSpPr>
        <p:spPr>
          <a:xfrm>
            <a:off x="250257" y="267471"/>
            <a:ext cx="8643486" cy="353524"/>
          </a:xfrm>
        </p:spPr>
        <p:txBody>
          <a:bodyPr/>
          <a:lstStyle/>
          <a:p>
            <a:r>
              <a:rPr lang="en-US" sz="2100" dirty="0">
                <a:solidFill>
                  <a:schemeClr val="tx1">
                    <a:lumMod val="50000"/>
                    <a:lumOff val="50000"/>
                  </a:schemeClr>
                </a:solidFill>
                <a:latin typeface="Roboto" panose="02000000000000000000"/>
              </a:rPr>
              <a:t>Execution Methodology</a:t>
            </a:r>
          </a:p>
        </p:txBody>
      </p:sp>
      <p:sp>
        <p:nvSpPr>
          <p:cNvPr id="12" name="Text Placeholder 7">
            <a:extLst>
              <a:ext uri="{FF2B5EF4-FFF2-40B4-BE49-F238E27FC236}">
                <a16:creationId xmlns:a16="http://schemas.microsoft.com/office/drawing/2014/main" id="{94FCE4AC-F93D-4D76-9D1D-1F51FF58D070}"/>
              </a:ext>
            </a:extLst>
          </p:cNvPr>
          <p:cNvSpPr>
            <a:spLocks noGrp="1"/>
          </p:cNvSpPr>
          <p:nvPr>
            <p:ph type="body" sz="half" idx="2"/>
          </p:nvPr>
        </p:nvSpPr>
        <p:spPr>
          <a:xfrm>
            <a:off x="250826" y="619126"/>
            <a:ext cx="8642350" cy="201613"/>
          </a:xfrm>
        </p:spPr>
        <p:txBody>
          <a:bodyPr/>
          <a:lstStyle/>
          <a:p>
            <a:r>
              <a:rPr lang="en-US" sz="1050" dirty="0">
                <a:solidFill>
                  <a:srgbClr val="BE382C"/>
                </a:solidFill>
                <a:latin typeface="Roboto"/>
              </a:rPr>
              <a:t>Project Execution Methodology</a:t>
            </a:r>
            <a:endParaRPr lang="en-US" sz="1050" dirty="0">
              <a:solidFill>
                <a:srgbClr val="7F7F7F"/>
              </a:solidFill>
              <a:latin typeface="Roboto" panose="02000000000000000000"/>
            </a:endParaRPr>
          </a:p>
        </p:txBody>
      </p:sp>
    </p:spTree>
    <p:extLst>
      <p:ext uri="{BB962C8B-B14F-4D97-AF65-F5344CB8AC3E}">
        <p14:creationId xmlns:p14="http://schemas.microsoft.com/office/powerpoint/2010/main" val="2659776100"/>
      </p:ext>
    </p:extLst>
  </p:cSld>
  <p:clrMapOvr>
    <a:masterClrMapping/>
  </p:clrMapOvr>
  <p:transition spd="slow">
    <p:push dir="u"/>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80C5DF09-7FCD-45E3-98A2-B277B7D2830A}"/>
              </a:ext>
            </a:extLst>
          </p:cNvPr>
          <p:cNvGraphicFramePr>
            <a:graphicFrameLocks noGrp="1"/>
          </p:cNvGraphicFramePr>
          <p:nvPr/>
        </p:nvGraphicFramePr>
        <p:xfrm>
          <a:off x="909245" y="1123950"/>
          <a:ext cx="7325511" cy="2819338"/>
        </p:xfrm>
        <a:graphic>
          <a:graphicData uri="http://schemas.openxmlformats.org/drawingml/2006/table">
            <a:tbl>
              <a:tblPr firstRow="1" firstCol="1" bandRow="1">
                <a:tableStyleId>{69012ECD-51FC-41F1-AA8D-1B2483CD663E}</a:tableStyleId>
              </a:tblPr>
              <a:tblGrid>
                <a:gridCol w="543712">
                  <a:extLst>
                    <a:ext uri="{9D8B030D-6E8A-4147-A177-3AD203B41FA5}">
                      <a16:colId xmlns:a16="http://schemas.microsoft.com/office/drawing/2014/main" val="1523661366"/>
                    </a:ext>
                  </a:extLst>
                </a:gridCol>
                <a:gridCol w="2362200">
                  <a:extLst>
                    <a:ext uri="{9D8B030D-6E8A-4147-A177-3AD203B41FA5}">
                      <a16:colId xmlns:a16="http://schemas.microsoft.com/office/drawing/2014/main" val="3758302584"/>
                    </a:ext>
                  </a:extLst>
                </a:gridCol>
                <a:gridCol w="4419599">
                  <a:extLst>
                    <a:ext uri="{9D8B030D-6E8A-4147-A177-3AD203B41FA5}">
                      <a16:colId xmlns:a16="http://schemas.microsoft.com/office/drawing/2014/main" val="1538051839"/>
                    </a:ext>
                  </a:extLst>
                </a:gridCol>
              </a:tblGrid>
              <a:tr h="228538">
                <a:tc>
                  <a:txBody>
                    <a:bodyPr/>
                    <a:lstStyle/>
                    <a:p>
                      <a:pPr marL="0" marR="0" algn="ctr">
                        <a:spcBef>
                          <a:spcPts val="0"/>
                        </a:spcBef>
                        <a:spcAft>
                          <a:spcPts val="0"/>
                        </a:spcAft>
                      </a:pPr>
                      <a:r>
                        <a:rPr lang="en-US" sz="1000" dirty="0">
                          <a:effectLst/>
                          <a:latin typeface="Roboto" panose="02000000000000000000"/>
                          <a:ea typeface="Tahoma" panose="020B0604030504040204" pitchFamily="34" charset="0"/>
                          <a:cs typeface="Times New Roman" panose="02020603050405020304" pitchFamily="18" charset="0"/>
                        </a:rPr>
                        <a:t>#</a:t>
                      </a:r>
                    </a:p>
                  </a:txBody>
                  <a:tcPr marL="68580" marR="68580" marT="0" marB="0" anchor="ctr">
                    <a:lnL w="12700" cap="flat" cmpd="sng" algn="ctr">
                      <a:solidFill>
                        <a:srgbClr val="BE382C"/>
                      </a:solidFill>
                      <a:prstDash val="solid"/>
                      <a:round/>
                      <a:headEnd type="none" w="med" len="med"/>
                      <a:tailEnd type="none" w="med" len="med"/>
                    </a:lnL>
                    <a:lnR w="12700" cap="flat" cmpd="sng" algn="ctr">
                      <a:solidFill>
                        <a:srgbClr val="BE382C"/>
                      </a:solidFill>
                      <a:prstDash val="solid"/>
                      <a:round/>
                      <a:headEnd type="none" w="med" len="med"/>
                      <a:tailEnd type="none" w="med" len="med"/>
                    </a:lnR>
                    <a:lnT w="12700" cap="flat" cmpd="sng" algn="ctr">
                      <a:solidFill>
                        <a:srgbClr val="BE382C"/>
                      </a:solidFill>
                      <a:prstDash val="solid"/>
                      <a:round/>
                      <a:headEnd type="none" w="med" len="med"/>
                      <a:tailEnd type="none" w="med" len="med"/>
                    </a:lnT>
                    <a:lnB w="12700" cap="flat" cmpd="sng" algn="ctr">
                      <a:solidFill>
                        <a:srgbClr val="BE382C"/>
                      </a:solidFill>
                      <a:prstDash val="solid"/>
                      <a:round/>
                      <a:headEnd type="none" w="med" len="med"/>
                      <a:tailEnd type="none" w="med" len="med"/>
                    </a:lnB>
                    <a:lnTlToBr w="12700" cmpd="sng">
                      <a:noFill/>
                      <a:prstDash val="solid"/>
                    </a:lnTlToBr>
                    <a:lnBlToTr w="12700" cmpd="sng">
                      <a:noFill/>
                      <a:prstDash val="solid"/>
                    </a:lnBlToTr>
                    <a:solidFill>
                      <a:srgbClr val="BE382C"/>
                    </a:solidFill>
                  </a:tcPr>
                </a:tc>
                <a:tc>
                  <a:txBody>
                    <a:bodyPr/>
                    <a:lstStyle/>
                    <a:p>
                      <a:pPr marL="0" marR="0" algn="ctr">
                        <a:spcBef>
                          <a:spcPts val="0"/>
                        </a:spcBef>
                        <a:spcAft>
                          <a:spcPts val="0"/>
                        </a:spcAft>
                      </a:pPr>
                      <a:r>
                        <a:rPr lang="en-US" sz="1000" dirty="0">
                          <a:effectLst/>
                          <a:latin typeface="Roboto" panose="02000000000000000000"/>
                          <a:ea typeface="Tahoma" panose="020B0604030504040204" pitchFamily="34" charset="0"/>
                          <a:cs typeface="Times New Roman" panose="02020603050405020304" pitchFamily="18" charset="0"/>
                        </a:rPr>
                        <a:t>Activity</a:t>
                      </a:r>
                    </a:p>
                  </a:txBody>
                  <a:tcPr marL="68580" marR="68580" marT="0" marB="0" anchor="ctr">
                    <a:lnL w="12700" cap="flat" cmpd="sng" algn="ctr">
                      <a:solidFill>
                        <a:srgbClr val="BE382C"/>
                      </a:solidFill>
                      <a:prstDash val="solid"/>
                      <a:round/>
                      <a:headEnd type="none" w="med" len="med"/>
                      <a:tailEnd type="none" w="med" len="med"/>
                    </a:lnL>
                    <a:lnR w="12700" cap="flat" cmpd="sng" algn="ctr">
                      <a:solidFill>
                        <a:srgbClr val="BE382C"/>
                      </a:solidFill>
                      <a:prstDash val="solid"/>
                      <a:round/>
                      <a:headEnd type="none" w="med" len="med"/>
                      <a:tailEnd type="none" w="med" len="med"/>
                    </a:lnR>
                    <a:lnT w="12700" cap="flat" cmpd="sng" algn="ctr">
                      <a:solidFill>
                        <a:srgbClr val="BE382C"/>
                      </a:solidFill>
                      <a:prstDash val="solid"/>
                      <a:round/>
                      <a:headEnd type="none" w="med" len="med"/>
                      <a:tailEnd type="none" w="med" len="med"/>
                    </a:lnT>
                    <a:lnB w="12700" cap="flat" cmpd="sng" algn="ctr">
                      <a:solidFill>
                        <a:srgbClr val="BE382C"/>
                      </a:solidFill>
                      <a:prstDash val="solid"/>
                      <a:round/>
                      <a:headEnd type="none" w="med" len="med"/>
                      <a:tailEnd type="none" w="med" len="med"/>
                    </a:lnB>
                    <a:lnTlToBr w="12700" cmpd="sng">
                      <a:noFill/>
                      <a:prstDash val="solid"/>
                    </a:lnTlToBr>
                    <a:lnBlToTr w="12700" cmpd="sng">
                      <a:noFill/>
                      <a:prstDash val="solid"/>
                    </a:lnBlToTr>
                    <a:solidFill>
                      <a:srgbClr val="BE382C"/>
                    </a:solidFill>
                  </a:tcPr>
                </a:tc>
                <a:tc>
                  <a:txBody>
                    <a:bodyPr/>
                    <a:lstStyle/>
                    <a:p>
                      <a:pPr marL="0" marR="0" algn="ctr">
                        <a:spcBef>
                          <a:spcPts val="0"/>
                        </a:spcBef>
                        <a:spcAft>
                          <a:spcPts val="0"/>
                        </a:spcAft>
                      </a:pPr>
                      <a:r>
                        <a:rPr lang="en-US" sz="1000" dirty="0">
                          <a:effectLst/>
                          <a:latin typeface="Roboto" panose="02000000000000000000"/>
                          <a:ea typeface="Tahoma" panose="020B0604030504040204" pitchFamily="34" charset="0"/>
                          <a:cs typeface="Times New Roman" panose="02020603050405020304" pitchFamily="18" charset="0"/>
                        </a:rPr>
                        <a:t>Steps</a:t>
                      </a:r>
                    </a:p>
                  </a:txBody>
                  <a:tcPr marL="68580" marR="68580" marT="0" marB="0" anchor="ctr">
                    <a:lnL w="12700" cap="flat" cmpd="sng" algn="ctr">
                      <a:solidFill>
                        <a:srgbClr val="BE382C"/>
                      </a:solidFill>
                      <a:prstDash val="solid"/>
                      <a:round/>
                      <a:headEnd type="none" w="med" len="med"/>
                      <a:tailEnd type="none" w="med" len="med"/>
                    </a:lnL>
                    <a:lnR w="12700" cap="flat" cmpd="sng" algn="ctr">
                      <a:solidFill>
                        <a:srgbClr val="BE382C"/>
                      </a:solidFill>
                      <a:prstDash val="solid"/>
                      <a:round/>
                      <a:headEnd type="none" w="med" len="med"/>
                      <a:tailEnd type="none" w="med" len="med"/>
                    </a:lnR>
                    <a:lnT w="12700" cap="flat" cmpd="sng" algn="ctr">
                      <a:solidFill>
                        <a:srgbClr val="BE382C"/>
                      </a:solidFill>
                      <a:prstDash val="solid"/>
                      <a:round/>
                      <a:headEnd type="none" w="med" len="med"/>
                      <a:tailEnd type="none" w="med" len="med"/>
                    </a:lnT>
                    <a:lnB w="12700" cap="flat" cmpd="sng" algn="ctr">
                      <a:solidFill>
                        <a:srgbClr val="BE382C"/>
                      </a:solidFill>
                      <a:prstDash val="solid"/>
                      <a:round/>
                      <a:headEnd type="none" w="med" len="med"/>
                      <a:tailEnd type="none" w="med" len="med"/>
                    </a:lnB>
                    <a:lnTlToBr w="12700" cmpd="sng">
                      <a:noFill/>
                      <a:prstDash val="solid"/>
                    </a:lnTlToBr>
                    <a:lnBlToTr w="12700" cmpd="sng">
                      <a:noFill/>
                      <a:prstDash val="solid"/>
                    </a:lnBlToTr>
                    <a:solidFill>
                      <a:srgbClr val="BE382C"/>
                    </a:solidFill>
                  </a:tcPr>
                </a:tc>
                <a:extLst>
                  <a:ext uri="{0D108BD9-81ED-4DB2-BD59-A6C34878D82A}">
                    <a16:rowId xmlns:a16="http://schemas.microsoft.com/office/drawing/2014/main" val="3894537714"/>
                  </a:ext>
                </a:extLst>
              </a:tr>
              <a:tr h="2526030">
                <a:tc>
                  <a:txBody>
                    <a:bodyPr/>
                    <a:lstStyle/>
                    <a:p>
                      <a:pPr marL="0" marR="0" algn="ctr">
                        <a:spcBef>
                          <a:spcPts val="0"/>
                        </a:spcBef>
                        <a:spcAft>
                          <a:spcPts val="0"/>
                        </a:spcAft>
                      </a:pPr>
                      <a:r>
                        <a:rPr lang="en-US" sz="1000" b="1" kern="1200" dirty="0">
                          <a:solidFill>
                            <a:schemeClr val="tx2"/>
                          </a:solidFill>
                          <a:effectLst/>
                          <a:latin typeface="Roboto" panose="02000000000000000000"/>
                          <a:ea typeface="Tahoma" panose="020B0604030504040204" pitchFamily="34" charset="0"/>
                          <a:cs typeface="Calibri" panose="020F0502020204030204" pitchFamily="34" charset="0"/>
                        </a:rPr>
                        <a:t>6</a:t>
                      </a:r>
                    </a:p>
                  </a:txBody>
                  <a:tcPr marL="68580" marR="68580" marT="0" marB="0" anchor="ctr">
                    <a:lnL w="12700" cap="flat" cmpd="sng" algn="ctr">
                      <a:solidFill>
                        <a:srgbClr val="BE382C"/>
                      </a:solidFill>
                      <a:prstDash val="solid"/>
                      <a:round/>
                      <a:headEnd type="none" w="med" len="med"/>
                      <a:tailEnd type="none" w="med" len="med"/>
                    </a:lnL>
                    <a:lnR w="12700" cap="flat" cmpd="sng" algn="ctr">
                      <a:solidFill>
                        <a:srgbClr val="BE382C"/>
                      </a:solidFill>
                      <a:prstDash val="solid"/>
                      <a:round/>
                      <a:headEnd type="none" w="med" len="med"/>
                      <a:tailEnd type="none" w="med" len="med"/>
                    </a:lnR>
                    <a:lnT w="12700" cap="flat" cmpd="sng" algn="ctr">
                      <a:solidFill>
                        <a:srgbClr val="BE382C"/>
                      </a:solidFill>
                      <a:prstDash val="solid"/>
                      <a:round/>
                      <a:headEnd type="none" w="med" len="med"/>
                      <a:tailEnd type="none" w="med" len="med"/>
                    </a:lnT>
                    <a:lnB w="12700" cap="flat" cmpd="sng" algn="ctr">
                      <a:solidFill>
                        <a:srgbClr val="BE382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15000"/>
                        </a:lnSpc>
                        <a:spcBef>
                          <a:spcPts val="0"/>
                        </a:spcBef>
                        <a:spcAft>
                          <a:spcPts val="0"/>
                        </a:spcAft>
                      </a:pPr>
                      <a:r>
                        <a:rPr lang="en-GB" sz="1000" b="1" dirty="0">
                          <a:solidFill>
                            <a:schemeClr val="tx2"/>
                          </a:solidFill>
                          <a:effectLst/>
                          <a:latin typeface="Roboto" panose="02000000000000000000"/>
                          <a:ea typeface="Calibri" panose="020F0502020204030204" pitchFamily="34" charset="0"/>
                          <a:cs typeface="Calibri" panose="020F0502020204030204" pitchFamily="34" charset="0"/>
                        </a:rPr>
                        <a:t>All Installation (Civil and Electrical) </a:t>
                      </a:r>
                      <a:endParaRPr lang="en-US" sz="1100" b="1" dirty="0">
                        <a:solidFill>
                          <a:schemeClr val="tx2"/>
                        </a:solidFill>
                        <a:effectLst/>
                        <a:latin typeface="Roboto" panose="0200000000000000000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BE382C"/>
                      </a:solidFill>
                      <a:prstDash val="solid"/>
                      <a:round/>
                      <a:headEnd type="none" w="med" len="med"/>
                      <a:tailEnd type="none" w="med" len="med"/>
                    </a:lnL>
                    <a:lnR w="12700" cap="flat" cmpd="sng" algn="ctr">
                      <a:solidFill>
                        <a:srgbClr val="BE382C"/>
                      </a:solidFill>
                      <a:prstDash val="solid"/>
                      <a:round/>
                      <a:headEnd type="none" w="med" len="med"/>
                      <a:tailEnd type="none" w="med" len="med"/>
                    </a:lnR>
                    <a:lnT w="12700" cap="flat" cmpd="sng" algn="ctr">
                      <a:solidFill>
                        <a:srgbClr val="BE382C"/>
                      </a:solidFill>
                      <a:prstDash val="solid"/>
                      <a:round/>
                      <a:headEnd type="none" w="med" len="med"/>
                      <a:tailEnd type="none" w="med" len="med"/>
                    </a:lnT>
                    <a:lnB w="12700" cap="flat" cmpd="sng" algn="ctr">
                      <a:solidFill>
                        <a:srgbClr val="BE382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l">
                        <a:spcBef>
                          <a:spcPts val="0"/>
                        </a:spcBef>
                        <a:spcAft>
                          <a:spcPts val="0"/>
                        </a:spcAft>
                      </a:pPr>
                      <a:r>
                        <a:rPr lang="en-US" sz="1000" dirty="0">
                          <a:solidFill>
                            <a:schemeClr val="tx2"/>
                          </a:solidFill>
                          <a:effectLst/>
                          <a:latin typeface="Roboto" panose="02000000000000000000"/>
                          <a:ea typeface="Tahoma" panose="020B0604030504040204" pitchFamily="34" charset="0"/>
                          <a:cs typeface="Times New Roman" panose="02020603050405020304" pitchFamily="18" charset="0"/>
                        </a:rPr>
                        <a:t>This phase comprises the Installation of all components of the Solar PV Plant, such as:</a:t>
                      </a:r>
                    </a:p>
                    <a:p>
                      <a:pPr marL="171450" marR="0" indent="-171450" algn="l">
                        <a:spcBef>
                          <a:spcPts val="0"/>
                        </a:spcBef>
                        <a:spcAft>
                          <a:spcPts val="0"/>
                        </a:spcAft>
                        <a:buFont typeface="Arial" panose="020B0604020202020204" pitchFamily="34" charset="0"/>
                        <a:buChar char="•"/>
                      </a:pPr>
                      <a:r>
                        <a:rPr lang="en-US" sz="1000" dirty="0">
                          <a:solidFill>
                            <a:schemeClr val="tx2"/>
                          </a:solidFill>
                          <a:effectLst/>
                          <a:latin typeface="Roboto" panose="02000000000000000000"/>
                          <a:ea typeface="Tahoma" panose="020B0604030504040204" pitchFamily="34" charset="0"/>
                          <a:cs typeface="Times New Roman" panose="02020603050405020304" pitchFamily="18" charset="0"/>
                        </a:rPr>
                        <a:t>Installation and assembly of PV mounting structure</a:t>
                      </a:r>
                    </a:p>
                    <a:p>
                      <a:pPr marL="171450" marR="0" indent="-171450" algn="l">
                        <a:spcBef>
                          <a:spcPts val="0"/>
                        </a:spcBef>
                        <a:spcAft>
                          <a:spcPts val="0"/>
                        </a:spcAft>
                        <a:buFont typeface="Arial" panose="020B0604020202020204" pitchFamily="34" charset="0"/>
                        <a:buChar char="•"/>
                      </a:pPr>
                      <a:r>
                        <a:rPr lang="en-US" sz="1000" dirty="0">
                          <a:solidFill>
                            <a:schemeClr val="tx2"/>
                          </a:solidFill>
                          <a:effectLst/>
                          <a:latin typeface="Roboto" panose="02000000000000000000"/>
                          <a:ea typeface="Tahoma" panose="020B0604030504040204" pitchFamily="34" charset="0"/>
                          <a:cs typeface="Times New Roman" panose="02020603050405020304" pitchFamily="18" charset="0"/>
                        </a:rPr>
                        <a:t>Installation and assembly of PV Modules</a:t>
                      </a:r>
                    </a:p>
                    <a:p>
                      <a:pPr marL="171450" marR="0" indent="-171450" algn="l">
                        <a:spcBef>
                          <a:spcPts val="0"/>
                        </a:spcBef>
                        <a:spcAft>
                          <a:spcPts val="0"/>
                        </a:spcAft>
                        <a:buFont typeface="Arial" panose="020B0604020202020204" pitchFamily="34" charset="0"/>
                        <a:buChar char="•"/>
                      </a:pPr>
                      <a:r>
                        <a:rPr lang="en-US" sz="1000" dirty="0">
                          <a:solidFill>
                            <a:schemeClr val="tx2"/>
                          </a:solidFill>
                          <a:effectLst/>
                          <a:latin typeface="Roboto" panose="02000000000000000000"/>
                          <a:ea typeface="Tahoma" panose="020B0604030504040204" pitchFamily="34" charset="0"/>
                          <a:cs typeface="Times New Roman" panose="02020603050405020304" pitchFamily="18" charset="0"/>
                        </a:rPr>
                        <a:t>Installation of PV Inverters and support structures, if required.</a:t>
                      </a:r>
                    </a:p>
                    <a:p>
                      <a:pPr marL="171450" marR="0" indent="-171450" algn="l">
                        <a:spcBef>
                          <a:spcPts val="0"/>
                        </a:spcBef>
                        <a:spcAft>
                          <a:spcPts val="0"/>
                        </a:spcAft>
                        <a:buFont typeface="Arial" panose="020B0604020202020204" pitchFamily="34" charset="0"/>
                        <a:buChar char="•"/>
                      </a:pPr>
                      <a:r>
                        <a:rPr lang="en-US" sz="1000" dirty="0">
                          <a:solidFill>
                            <a:schemeClr val="tx2"/>
                          </a:solidFill>
                          <a:effectLst/>
                          <a:latin typeface="Roboto" panose="02000000000000000000"/>
                          <a:ea typeface="Tahoma" panose="020B0604030504040204" pitchFamily="34" charset="0"/>
                          <a:cs typeface="Times New Roman" panose="02020603050405020304" pitchFamily="18" charset="0"/>
                        </a:rPr>
                        <a:t>Stringing of PV Modules</a:t>
                      </a:r>
                    </a:p>
                    <a:p>
                      <a:pPr marL="171450" marR="0" indent="-171450" algn="l">
                        <a:spcBef>
                          <a:spcPts val="0"/>
                        </a:spcBef>
                        <a:spcAft>
                          <a:spcPts val="0"/>
                        </a:spcAft>
                        <a:buFont typeface="Arial" panose="020B0604020202020204" pitchFamily="34" charset="0"/>
                        <a:buChar char="•"/>
                      </a:pPr>
                      <a:r>
                        <a:rPr lang="en-US" sz="1000" dirty="0">
                          <a:solidFill>
                            <a:schemeClr val="tx2"/>
                          </a:solidFill>
                          <a:effectLst/>
                          <a:latin typeface="Roboto" panose="02000000000000000000"/>
                          <a:ea typeface="Tahoma" panose="020B0604030504040204" pitchFamily="34" charset="0"/>
                          <a:cs typeface="Times New Roman" panose="02020603050405020304" pitchFamily="18" charset="0"/>
                        </a:rPr>
                        <a:t>Installation of Cable Trays </a:t>
                      </a:r>
                    </a:p>
                    <a:p>
                      <a:pPr marL="171450" marR="0" indent="-171450" algn="l">
                        <a:spcBef>
                          <a:spcPts val="0"/>
                        </a:spcBef>
                        <a:spcAft>
                          <a:spcPts val="0"/>
                        </a:spcAft>
                        <a:buFont typeface="Arial" panose="020B0604020202020204" pitchFamily="34" charset="0"/>
                        <a:buChar char="•"/>
                      </a:pPr>
                      <a:r>
                        <a:rPr lang="en-US" sz="1000" dirty="0">
                          <a:solidFill>
                            <a:schemeClr val="tx2"/>
                          </a:solidFill>
                          <a:effectLst/>
                          <a:latin typeface="Roboto" panose="02000000000000000000"/>
                          <a:ea typeface="Tahoma" panose="020B0604030504040204" pitchFamily="34" charset="0"/>
                          <a:cs typeface="Times New Roman" panose="02020603050405020304" pitchFamily="18" charset="0"/>
                        </a:rPr>
                        <a:t>Laying of DC and AC Cables</a:t>
                      </a:r>
                    </a:p>
                    <a:p>
                      <a:pPr marL="171450" marR="0" indent="-171450" algn="l">
                        <a:spcBef>
                          <a:spcPts val="0"/>
                        </a:spcBef>
                        <a:spcAft>
                          <a:spcPts val="0"/>
                        </a:spcAft>
                        <a:buFont typeface="Arial" panose="020B0604020202020204" pitchFamily="34" charset="0"/>
                        <a:buChar char="•"/>
                      </a:pPr>
                      <a:r>
                        <a:rPr lang="en-US" sz="1000" dirty="0">
                          <a:solidFill>
                            <a:schemeClr val="tx2"/>
                          </a:solidFill>
                          <a:effectLst/>
                          <a:latin typeface="Roboto" panose="02000000000000000000"/>
                          <a:ea typeface="Tahoma" panose="020B0604030504040204" pitchFamily="34" charset="0"/>
                          <a:cs typeface="Times New Roman" panose="02020603050405020304" pitchFamily="18" charset="0"/>
                        </a:rPr>
                        <a:t>Cable Dressing and Tagging</a:t>
                      </a:r>
                    </a:p>
                    <a:p>
                      <a:pPr marL="171450" marR="0" indent="-171450" algn="l">
                        <a:spcBef>
                          <a:spcPts val="0"/>
                        </a:spcBef>
                        <a:spcAft>
                          <a:spcPts val="0"/>
                        </a:spcAft>
                        <a:buFont typeface="Arial" panose="020B0604020202020204" pitchFamily="34" charset="0"/>
                        <a:buChar char="•"/>
                      </a:pPr>
                      <a:r>
                        <a:rPr lang="en-US" sz="1000" dirty="0">
                          <a:solidFill>
                            <a:schemeClr val="tx2"/>
                          </a:solidFill>
                          <a:effectLst/>
                          <a:latin typeface="Roboto" panose="02000000000000000000"/>
                          <a:ea typeface="Tahoma" panose="020B0604030504040204" pitchFamily="34" charset="0"/>
                          <a:cs typeface="Times New Roman" panose="02020603050405020304" pitchFamily="18" charset="0"/>
                        </a:rPr>
                        <a:t>Installation of AC Combiner Box (ACCB) </a:t>
                      </a:r>
                    </a:p>
                    <a:p>
                      <a:pPr marL="171450" marR="0" indent="-171450" algn="l">
                        <a:spcBef>
                          <a:spcPts val="0"/>
                        </a:spcBef>
                        <a:spcAft>
                          <a:spcPts val="0"/>
                        </a:spcAft>
                        <a:buFont typeface="Arial" panose="020B0604020202020204" pitchFamily="34" charset="0"/>
                        <a:buChar char="•"/>
                      </a:pPr>
                      <a:r>
                        <a:rPr lang="en-US" sz="1000" dirty="0">
                          <a:solidFill>
                            <a:schemeClr val="tx2"/>
                          </a:solidFill>
                          <a:effectLst/>
                          <a:latin typeface="Roboto" panose="02000000000000000000"/>
                          <a:ea typeface="Tahoma" panose="020B0604030504040204" pitchFamily="34" charset="0"/>
                          <a:cs typeface="Times New Roman" panose="02020603050405020304" pitchFamily="18" charset="0"/>
                        </a:rPr>
                        <a:t>Termination of DC cables in inverters and AC cables in respective electrical panels</a:t>
                      </a:r>
                    </a:p>
                    <a:p>
                      <a:pPr marL="171450" marR="0" indent="-171450" algn="l">
                        <a:spcBef>
                          <a:spcPts val="0"/>
                        </a:spcBef>
                        <a:spcAft>
                          <a:spcPts val="0"/>
                        </a:spcAft>
                        <a:buFont typeface="Arial" panose="020B0604020202020204" pitchFamily="34" charset="0"/>
                        <a:buChar char="•"/>
                      </a:pPr>
                      <a:r>
                        <a:rPr lang="en-US" sz="1000" dirty="0">
                          <a:solidFill>
                            <a:schemeClr val="tx2"/>
                          </a:solidFill>
                          <a:effectLst/>
                          <a:latin typeface="Roboto" panose="02000000000000000000"/>
                          <a:ea typeface="Tahoma" panose="020B0604030504040204" pitchFamily="34" charset="0"/>
                          <a:cs typeface="Times New Roman" panose="02020603050405020304" pitchFamily="18" charset="0"/>
                        </a:rPr>
                        <a:t>Installation of Energy Meters</a:t>
                      </a:r>
                    </a:p>
                    <a:p>
                      <a:pPr marL="171450" marR="0" indent="-171450" algn="l">
                        <a:spcBef>
                          <a:spcPts val="0"/>
                        </a:spcBef>
                        <a:spcAft>
                          <a:spcPts val="0"/>
                        </a:spcAft>
                        <a:buFont typeface="Arial" panose="020B0604020202020204" pitchFamily="34" charset="0"/>
                        <a:buChar char="•"/>
                      </a:pPr>
                      <a:r>
                        <a:rPr lang="en-US" sz="1000" dirty="0">
                          <a:solidFill>
                            <a:schemeClr val="tx2"/>
                          </a:solidFill>
                          <a:effectLst/>
                          <a:latin typeface="Roboto" panose="02000000000000000000"/>
                          <a:ea typeface="Tahoma" panose="020B0604030504040204" pitchFamily="34" charset="0"/>
                          <a:cs typeface="Times New Roman" panose="02020603050405020304" pitchFamily="18" charset="0"/>
                        </a:rPr>
                        <a:t>Grounding of mounting structure, PV modules, inverters, all electrical panels</a:t>
                      </a:r>
                    </a:p>
                    <a:p>
                      <a:pPr marL="171450" marR="0" indent="-171450" algn="l">
                        <a:spcBef>
                          <a:spcPts val="0"/>
                        </a:spcBef>
                        <a:spcAft>
                          <a:spcPts val="0"/>
                        </a:spcAft>
                        <a:buFont typeface="Arial" panose="020B0604020202020204" pitchFamily="34" charset="0"/>
                        <a:buChar char="•"/>
                      </a:pPr>
                      <a:r>
                        <a:rPr lang="en-US" sz="1000" dirty="0">
                          <a:solidFill>
                            <a:schemeClr val="tx2"/>
                          </a:solidFill>
                          <a:effectLst/>
                          <a:latin typeface="Roboto" panose="02000000000000000000"/>
                          <a:ea typeface="Tahoma" panose="020B0604030504040204" pitchFamily="34" charset="0"/>
                          <a:cs typeface="Times New Roman" panose="02020603050405020304" pitchFamily="18" charset="0"/>
                        </a:rPr>
                        <a:t>Installation and Commissioning of Monitoring Solution </a:t>
                      </a:r>
                    </a:p>
                    <a:p>
                      <a:pPr marL="0" marR="0" algn="l">
                        <a:spcBef>
                          <a:spcPts val="0"/>
                        </a:spcBef>
                        <a:spcAft>
                          <a:spcPts val="0"/>
                        </a:spcAft>
                      </a:pPr>
                      <a:endParaRPr lang="en-US" sz="1000" dirty="0">
                        <a:solidFill>
                          <a:schemeClr val="tx2"/>
                        </a:solidFill>
                        <a:effectLst/>
                        <a:latin typeface="Roboto" panose="02000000000000000000"/>
                        <a:ea typeface="Tahoma" panose="020B0604030504040204" pitchFamily="34" charset="0"/>
                        <a:cs typeface="Times New Roman" panose="02020603050405020304" pitchFamily="18" charset="0"/>
                      </a:endParaRPr>
                    </a:p>
                  </a:txBody>
                  <a:tcPr marL="68580" marR="68580" marT="0" marB="0" anchor="ctr">
                    <a:lnL w="12700" cap="flat" cmpd="sng" algn="ctr">
                      <a:solidFill>
                        <a:srgbClr val="BE382C"/>
                      </a:solidFill>
                      <a:prstDash val="solid"/>
                      <a:round/>
                      <a:headEnd type="none" w="med" len="med"/>
                      <a:tailEnd type="none" w="med" len="med"/>
                    </a:lnL>
                    <a:lnR w="12700" cap="flat" cmpd="sng" algn="ctr">
                      <a:solidFill>
                        <a:srgbClr val="BE382C"/>
                      </a:solidFill>
                      <a:prstDash val="solid"/>
                      <a:round/>
                      <a:headEnd type="none" w="med" len="med"/>
                      <a:tailEnd type="none" w="med" len="med"/>
                    </a:lnR>
                    <a:lnT w="12700" cap="flat" cmpd="sng" algn="ctr">
                      <a:solidFill>
                        <a:srgbClr val="BE382C"/>
                      </a:solidFill>
                      <a:prstDash val="solid"/>
                      <a:round/>
                      <a:headEnd type="none" w="med" len="med"/>
                      <a:tailEnd type="none" w="med" len="med"/>
                    </a:lnT>
                    <a:lnB w="12700" cap="flat" cmpd="sng" algn="ctr">
                      <a:solidFill>
                        <a:srgbClr val="BE382C"/>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37312575"/>
                  </a:ext>
                </a:extLst>
              </a:tr>
            </a:tbl>
          </a:graphicData>
        </a:graphic>
      </p:graphicFrame>
      <p:sp>
        <p:nvSpPr>
          <p:cNvPr id="11" name="Title 6">
            <a:extLst>
              <a:ext uri="{FF2B5EF4-FFF2-40B4-BE49-F238E27FC236}">
                <a16:creationId xmlns:a16="http://schemas.microsoft.com/office/drawing/2014/main" id="{7D5BE687-028C-440D-89BE-EBD46B54CDE5}"/>
              </a:ext>
            </a:extLst>
          </p:cNvPr>
          <p:cNvSpPr>
            <a:spLocks noGrp="1"/>
          </p:cNvSpPr>
          <p:nvPr>
            <p:ph type="title"/>
          </p:nvPr>
        </p:nvSpPr>
        <p:spPr>
          <a:xfrm>
            <a:off x="250257" y="267471"/>
            <a:ext cx="8643486" cy="353524"/>
          </a:xfrm>
        </p:spPr>
        <p:txBody>
          <a:bodyPr/>
          <a:lstStyle/>
          <a:p>
            <a:r>
              <a:rPr lang="en-US" sz="2100" dirty="0">
                <a:solidFill>
                  <a:schemeClr val="tx1">
                    <a:lumMod val="50000"/>
                    <a:lumOff val="50000"/>
                  </a:schemeClr>
                </a:solidFill>
                <a:latin typeface="Roboto" panose="02000000000000000000"/>
              </a:rPr>
              <a:t>Execution Methodology</a:t>
            </a:r>
          </a:p>
        </p:txBody>
      </p:sp>
      <p:sp>
        <p:nvSpPr>
          <p:cNvPr id="12" name="Text Placeholder 7">
            <a:extLst>
              <a:ext uri="{FF2B5EF4-FFF2-40B4-BE49-F238E27FC236}">
                <a16:creationId xmlns:a16="http://schemas.microsoft.com/office/drawing/2014/main" id="{82ECBF82-7C27-464E-B227-7CB9C84AE9AB}"/>
              </a:ext>
            </a:extLst>
          </p:cNvPr>
          <p:cNvSpPr>
            <a:spLocks noGrp="1"/>
          </p:cNvSpPr>
          <p:nvPr>
            <p:ph type="body" sz="half" idx="2"/>
          </p:nvPr>
        </p:nvSpPr>
        <p:spPr>
          <a:xfrm>
            <a:off x="250826" y="619126"/>
            <a:ext cx="8642350" cy="201613"/>
          </a:xfrm>
        </p:spPr>
        <p:txBody>
          <a:bodyPr/>
          <a:lstStyle/>
          <a:p>
            <a:r>
              <a:rPr lang="en-US" sz="1050" dirty="0">
                <a:solidFill>
                  <a:srgbClr val="BE382C"/>
                </a:solidFill>
                <a:latin typeface="Roboto"/>
              </a:rPr>
              <a:t>Project Execution Methodology</a:t>
            </a:r>
            <a:endParaRPr lang="en-US" sz="1050" dirty="0">
              <a:solidFill>
                <a:srgbClr val="7F7F7F"/>
              </a:solidFill>
              <a:latin typeface="Roboto" panose="02000000000000000000"/>
            </a:endParaRPr>
          </a:p>
        </p:txBody>
      </p:sp>
    </p:spTree>
    <p:extLst>
      <p:ext uri="{BB962C8B-B14F-4D97-AF65-F5344CB8AC3E}">
        <p14:creationId xmlns:p14="http://schemas.microsoft.com/office/powerpoint/2010/main" val="3777924693"/>
      </p:ext>
    </p:extLst>
  </p:cSld>
  <p:clrMapOvr>
    <a:masterClrMapping/>
  </p:clrMapOvr>
  <p:transition spd="slow">
    <p:push dir="u"/>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80C5DF09-7FCD-45E3-98A2-B277B7D2830A}"/>
              </a:ext>
            </a:extLst>
          </p:cNvPr>
          <p:cNvGraphicFramePr>
            <a:graphicFrameLocks noGrp="1"/>
          </p:cNvGraphicFramePr>
          <p:nvPr>
            <p:extLst>
              <p:ext uri="{D42A27DB-BD31-4B8C-83A1-F6EECF244321}">
                <p14:modId xmlns:p14="http://schemas.microsoft.com/office/powerpoint/2010/main" val="3025111365"/>
              </p:ext>
            </p:extLst>
          </p:nvPr>
        </p:nvGraphicFramePr>
        <p:xfrm>
          <a:off x="909245" y="1123950"/>
          <a:ext cx="7325511" cy="3581338"/>
        </p:xfrm>
        <a:graphic>
          <a:graphicData uri="http://schemas.openxmlformats.org/drawingml/2006/table">
            <a:tbl>
              <a:tblPr firstRow="1" firstCol="1" bandRow="1">
                <a:tableStyleId>{69012ECD-51FC-41F1-AA8D-1B2483CD663E}</a:tableStyleId>
              </a:tblPr>
              <a:tblGrid>
                <a:gridCol w="543712">
                  <a:extLst>
                    <a:ext uri="{9D8B030D-6E8A-4147-A177-3AD203B41FA5}">
                      <a16:colId xmlns:a16="http://schemas.microsoft.com/office/drawing/2014/main" val="1523661366"/>
                    </a:ext>
                  </a:extLst>
                </a:gridCol>
                <a:gridCol w="2362200">
                  <a:extLst>
                    <a:ext uri="{9D8B030D-6E8A-4147-A177-3AD203B41FA5}">
                      <a16:colId xmlns:a16="http://schemas.microsoft.com/office/drawing/2014/main" val="3758302584"/>
                    </a:ext>
                  </a:extLst>
                </a:gridCol>
                <a:gridCol w="4419599">
                  <a:extLst>
                    <a:ext uri="{9D8B030D-6E8A-4147-A177-3AD203B41FA5}">
                      <a16:colId xmlns:a16="http://schemas.microsoft.com/office/drawing/2014/main" val="1538051839"/>
                    </a:ext>
                  </a:extLst>
                </a:gridCol>
              </a:tblGrid>
              <a:tr h="228538">
                <a:tc>
                  <a:txBody>
                    <a:bodyPr/>
                    <a:lstStyle/>
                    <a:p>
                      <a:pPr marL="0" marR="0" algn="ctr">
                        <a:spcBef>
                          <a:spcPts val="0"/>
                        </a:spcBef>
                        <a:spcAft>
                          <a:spcPts val="0"/>
                        </a:spcAft>
                      </a:pPr>
                      <a:r>
                        <a:rPr lang="en-US" sz="1000" dirty="0">
                          <a:effectLst/>
                          <a:latin typeface="Roboto" panose="02000000000000000000"/>
                          <a:ea typeface="Tahoma" panose="020B0604030504040204" pitchFamily="34" charset="0"/>
                          <a:cs typeface="Times New Roman" panose="02020603050405020304" pitchFamily="18" charset="0"/>
                        </a:rPr>
                        <a:t>#</a:t>
                      </a:r>
                    </a:p>
                  </a:txBody>
                  <a:tcPr marL="68580" marR="68580" marT="0" marB="0" anchor="ctr">
                    <a:lnL w="12700" cap="flat" cmpd="sng" algn="ctr">
                      <a:solidFill>
                        <a:srgbClr val="BE382C"/>
                      </a:solidFill>
                      <a:prstDash val="solid"/>
                      <a:round/>
                      <a:headEnd type="none" w="med" len="med"/>
                      <a:tailEnd type="none" w="med" len="med"/>
                    </a:lnL>
                    <a:lnR w="12700" cap="flat" cmpd="sng" algn="ctr">
                      <a:solidFill>
                        <a:srgbClr val="BE382C"/>
                      </a:solidFill>
                      <a:prstDash val="solid"/>
                      <a:round/>
                      <a:headEnd type="none" w="med" len="med"/>
                      <a:tailEnd type="none" w="med" len="med"/>
                    </a:lnR>
                    <a:lnT w="12700" cap="flat" cmpd="sng" algn="ctr">
                      <a:solidFill>
                        <a:srgbClr val="BE382C"/>
                      </a:solidFill>
                      <a:prstDash val="solid"/>
                      <a:round/>
                      <a:headEnd type="none" w="med" len="med"/>
                      <a:tailEnd type="none" w="med" len="med"/>
                    </a:lnT>
                    <a:lnB w="12700" cap="flat" cmpd="sng" algn="ctr">
                      <a:solidFill>
                        <a:srgbClr val="BE382C"/>
                      </a:solidFill>
                      <a:prstDash val="solid"/>
                      <a:round/>
                      <a:headEnd type="none" w="med" len="med"/>
                      <a:tailEnd type="none" w="med" len="med"/>
                    </a:lnB>
                    <a:lnTlToBr w="12700" cmpd="sng">
                      <a:noFill/>
                      <a:prstDash val="solid"/>
                    </a:lnTlToBr>
                    <a:lnBlToTr w="12700" cmpd="sng">
                      <a:noFill/>
                      <a:prstDash val="solid"/>
                    </a:lnBlToTr>
                    <a:solidFill>
                      <a:srgbClr val="BE382C"/>
                    </a:solidFill>
                  </a:tcPr>
                </a:tc>
                <a:tc>
                  <a:txBody>
                    <a:bodyPr/>
                    <a:lstStyle/>
                    <a:p>
                      <a:pPr marL="0" marR="0" algn="ctr">
                        <a:spcBef>
                          <a:spcPts val="0"/>
                        </a:spcBef>
                        <a:spcAft>
                          <a:spcPts val="0"/>
                        </a:spcAft>
                      </a:pPr>
                      <a:r>
                        <a:rPr lang="en-US" sz="1000" dirty="0">
                          <a:effectLst/>
                          <a:latin typeface="Roboto" panose="02000000000000000000"/>
                          <a:ea typeface="Tahoma" panose="020B0604030504040204" pitchFamily="34" charset="0"/>
                          <a:cs typeface="Times New Roman" panose="02020603050405020304" pitchFamily="18" charset="0"/>
                        </a:rPr>
                        <a:t>Activity</a:t>
                      </a:r>
                    </a:p>
                  </a:txBody>
                  <a:tcPr marL="68580" marR="68580" marT="0" marB="0" anchor="ctr">
                    <a:lnL w="12700" cap="flat" cmpd="sng" algn="ctr">
                      <a:solidFill>
                        <a:srgbClr val="BE382C"/>
                      </a:solidFill>
                      <a:prstDash val="solid"/>
                      <a:round/>
                      <a:headEnd type="none" w="med" len="med"/>
                      <a:tailEnd type="none" w="med" len="med"/>
                    </a:lnL>
                    <a:lnR w="12700" cap="flat" cmpd="sng" algn="ctr">
                      <a:solidFill>
                        <a:srgbClr val="BE382C"/>
                      </a:solidFill>
                      <a:prstDash val="solid"/>
                      <a:round/>
                      <a:headEnd type="none" w="med" len="med"/>
                      <a:tailEnd type="none" w="med" len="med"/>
                    </a:lnR>
                    <a:lnT w="12700" cap="flat" cmpd="sng" algn="ctr">
                      <a:solidFill>
                        <a:srgbClr val="BE382C"/>
                      </a:solidFill>
                      <a:prstDash val="solid"/>
                      <a:round/>
                      <a:headEnd type="none" w="med" len="med"/>
                      <a:tailEnd type="none" w="med" len="med"/>
                    </a:lnT>
                    <a:lnB w="12700" cap="flat" cmpd="sng" algn="ctr">
                      <a:solidFill>
                        <a:srgbClr val="BE382C"/>
                      </a:solidFill>
                      <a:prstDash val="solid"/>
                      <a:round/>
                      <a:headEnd type="none" w="med" len="med"/>
                      <a:tailEnd type="none" w="med" len="med"/>
                    </a:lnB>
                    <a:lnTlToBr w="12700" cmpd="sng">
                      <a:noFill/>
                      <a:prstDash val="solid"/>
                    </a:lnTlToBr>
                    <a:lnBlToTr w="12700" cmpd="sng">
                      <a:noFill/>
                      <a:prstDash val="solid"/>
                    </a:lnBlToTr>
                    <a:solidFill>
                      <a:srgbClr val="BE382C"/>
                    </a:solidFill>
                  </a:tcPr>
                </a:tc>
                <a:tc>
                  <a:txBody>
                    <a:bodyPr/>
                    <a:lstStyle/>
                    <a:p>
                      <a:pPr marL="0" marR="0" algn="ctr">
                        <a:spcBef>
                          <a:spcPts val="0"/>
                        </a:spcBef>
                        <a:spcAft>
                          <a:spcPts val="0"/>
                        </a:spcAft>
                      </a:pPr>
                      <a:r>
                        <a:rPr lang="en-US" sz="1000" dirty="0">
                          <a:effectLst/>
                          <a:latin typeface="Roboto" panose="02000000000000000000"/>
                          <a:ea typeface="Tahoma" panose="020B0604030504040204" pitchFamily="34" charset="0"/>
                          <a:cs typeface="Times New Roman" panose="02020603050405020304" pitchFamily="18" charset="0"/>
                        </a:rPr>
                        <a:t>Steps</a:t>
                      </a:r>
                    </a:p>
                  </a:txBody>
                  <a:tcPr marL="68580" marR="68580" marT="0" marB="0" anchor="ctr">
                    <a:lnL w="12700" cap="flat" cmpd="sng" algn="ctr">
                      <a:solidFill>
                        <a:srgbClr val="BE382C"/>
                      </a:solidFill>
                      <a:prstDash val="solid"/>
                      <a:round/>
                      <a:headEnd type="none" w="med" len="med"/>
                      <a:tailEnd type="none" w="med" len="med"/>
                    </a:lnL>
                    <a:lnR w="12700" cap="flat" cmpd="sng" algn="ctr">
                      <a:solidFill>
                        <a:srgbClr val="BE382C"/>
                      </a:solidFill>
                      <a:prstDash val="solid"/>
                      <a:round/>
                      <a:headEnd type="none" w="med" len="med"/>
                      <a:tailEnd type="none" w="med" len="med"/>
                    </a:lnR>
                    <a:lnT w="12700" cap="flat" cmpd="sng" algn="ctr">
                      <a:solidFill>
                        <a:srgbClr val="BE382C"/>
                      </a:solidFill>
                      <a:prstDash val="solid"/>
                      <a:round/>
                      <a:headEnd type="none" w="med" len="med"/>
                      <a:tailEnd type="none" w="med" len="med"/>
                    </a:lnT>
                    <a:lnB w="12700" cap="flat" cmpd="sng" algn="ctr">
                      <a:solidFill>
                        <a:srgbClr val="BE382C"/>
                      </a:solidFill>
                      <a:prstDash val="solid"/>
                      <a:round/>
                      <a:headEnd type="none" w="med" len="med"/>
                      <a:tailEnd type="none" w="med" len="med"/>
                    </a:lnB>
                    <a:lnTlToBr w="12700" cmpd="sng">
                      <a:noFill/>
                      <a:prstDash val="solid"/>
                    </a:lnTlToBr>
                    <a:lnBlToTr w="12700" cmpd="sng">
                      <a:noFill/>
                      <a:prstDash val="solid"/>
                    </a:lnBlToTr>
                    <a:solidFill>
                      <a:srgbClr val="BE382C"/>
                    </a:solidFill>
                  </a:tcPr>
                </a:tc>
                <a:extLst>
                  <a:ext uri="{0D108BD9-81ED-4DB2-BD59-A6C34878D82A}">
                    <a16:rowId xmlns:a16="http://schemas.microsoft.com/office/drawing/2014/main" val="3894537714"/>
                  </a:ext>
                </a:extLst>
              </a:tr>
              <a:tr h="1371600">
                <a:tc>
                  <a:txBody>
                    <a:bodyPr/>
                    <a:lstStyle/>
                    <a:p>
                      <a:pPr marL="0" marR="0" algn="ctr">
                        <a:spcBef>
                          <a:spcPts val="0"/>
                        </a:spcBef>
                        <a:spcAft>
                          <a:spcPts val="0"/>
                        </a:spcAft>
                      </a:pPr>
                      <a:r>
                        <a:rPr lang="en-US" sz="1000" b="1" kern="1200" dirty="0">
                          <a:solidFill>
                            <a:schemeClr val="tx2"/>
                          </a:solidFill>
                          <a:effectLst/>
                          <a:latin typeface="Roboto" panose="02000000000000000000"/>
                          <a:ea typeface="Tahoma" panose="020B0604030504040204" pitchFamily="34" charset="0"/>
                          <a:cs typeface="Calibri" panose="020F0502020204030204" pitchFamily="34" charset="0"/>
                        </a:rPr>
                        <a:t>7</a:t>
                      </a:r>
                    </a:p>
                  </a:txBody>
                  <a:tcPr marL="68580" marR="68580" marT="0" marB="0" anchor="ctr">
                    <a:lnL w="12700" cap="flat" cmpd="sng" algn="ctr">
                      <a:solidFill>
                        <a:srgbClr val="BE382C"/>
                      </a:solidFill>
                      <a:prstDash val="solid"/>
                      <a:round/>
                      <a:headEnd type="none" w="med" len="med"/>
                      <a:tailEnd type="none" w="med" len="med"/>
                    </a:lnL>
                    <a:lnR w="12700" cap="flat" cmpd="sng" algn="ctr">
                      <a:solidFill>
                        <a:srgbClr val="BE382C"/>
                      </a:solidFill>
                      <a:prstDash val="solid"/>
                      <a:round/>
                      <a:headEnd type="none" w="med" len="med"/>
                      <a:tailEnd type="none" w="med" len="med"/>
                    </a:lnR>
                    <a:lnT w="12700" cap="flat" cmpd="sng" algn="ctr">
                      <a:solidFill>
                        <a:srgbClr val="BE382C"/>
                      </a:solidFill>
                      <a:prstDash val="solid"/>
                      <a:round/>
                      <a:headEnd type="none" w="med" len="med"/>
                      <a:tailEnd type="none" w="med" len="med"/>
                    </a:lnT>
                    <a:lnB w="12700" cap="flat" cmpd="sng" algn="ctr">
                      <a:solidFill>
                        <a:srgbClr val="BE382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15000"/>
                        </a:lnSpc>
                        <a:spcBef>
                          <a:spcPts val="0"/>
                        </a:spcBef>
                        <a:spcAft>
                          <a:spcPts val="0"/>
                        </a:spcAft>
                      </a:pPr>
                      <a:r>
                        <a:rPr lang="en-GB" sz="1000" b="1" dirty="0">
                          <a:solidFill>
                            <a:schemeClr val="tx2"/>
                          </a:solidFill>
                          <a:effectLst/>
                          <a:latin typeface="Roboto" panose="02000000000000000000"/>
                          <a:ea typeface="Calibri" panose="020F0502020204030204" pitchFamily="34" charset="0"/>
                          <a:cs typeface="Calibri" panose="020F0502020204030204" pitchFamily="34" charset="0"/>
                        </a:rPr>
                        <a:t>Testing, Inspections and Commissioning </a:t>
                      </a:r>
                      <a:endParaRPr lang="en-US" sz="1100" b="1" dirty="0">
                        <a:solidFill>
                          <a:schemeClr val="tx2"/>
                        </a:solidFill>
                        <a:effectLst/>
                        <a:latin typeface="Roboto" panose="0200000000000000000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BE382C"/>
                      </a:solidFill>
                      <a:prstDash val="solid"/>
                      <a:round/>
                      <a:headEnd type="none" w="med" len="med"/>
                      <a:tailEnd type="none" w="med" len="med"/>
                    </a:lnL>
                    <a:lnR w="12700" cap="flat" cmpd="sng" algn="ctr">
                      <a:solidFill>
                        <a:srgbClr val="BE382C"/>
                      </a:solidFill>
                      <a:prstDash val="solid"/>
                      <a:round/>
                      <a:headEnd type="none" w="med" len="med"/>
                      <a:tailEnd type="none" w="med" len="med"/>
                    </a:lnR>
                    <a:lnT w="12700" cap="flat" cmpd="sng" algn="ctr">
                      <a:solidFill>
                        <a:srgbClr val="BE382C"/>
                      </a:solidFill>
                      <a:prstDash val="solid"/>
                      <a:round/>
                      <a:headEnd type="none" w="med" len="med"/>
                      <a:tailEnd type="none" w="med" len="med"/>
                    </a:lnT>
                    <a:lnB w="12700" cap="flat" cmpd="sng" algn="ctr">
                      <a:solidFill>
                        <a:srgbClr val="BE382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l">
                        <a:spcBef>
                          <a:spcPts val="0"/>
                        </a:spcBef>
                        <a:spcAft>
                          <a:spcPts val="0"/>
                        </a:spcAft>
                      </a:pPr>
                      <a:r>
                        <a:rPr lang="en-US" sz="1000" dirty="0">
                          <a:solidFill>
                            <a:schemeClr val="tx2"/>
                          </a:solidFill>
                          <a:effectLst/>
                          <a:latin typeface="Roboto" panose="02000000000000000000"/>
                          <a:ea typeface="Tahoma" panose="020B0604030504040204" pitchFamily="34" charset="0"/>
                          <a:cs typeface="Times New Roman" panose="02020603050405020304" pitchFamily="18" charset="0"/>
                        </a:rPr>
                        <a:t>This phase includes the Tests and Approvals as per APSR Guidelines, for Tests before and after Inter-connection/Energization, such as: </a:t>
                      </a:r>
                    </a:p>
                    <a:p>
                      <a:pPr marL="171450" marR="0" indent="-171450" algn="l">
                        <a:spcBef>
                          <a:spcPts val="0"/>
                        </a:spcBef>
                        <a:spcAft>
                          <a:spcPts val="0"/>
                        </a:spcAft>
                        <a:buFont typeface="Arial" panose="020B0604020202020204" pitchFamily="34" charset="0"/>
                        <a:buChar char="•"/>
                      </a:pPr>
                      <a:r>
                        <a:rPr lang="en-US" sz="1000" dirty="0">
                          <a:solidFill>
                            <a:schemeClr val="tx2"/>
                          </a:solidFill>
                          <a:effectLst/>
                          <a:latin typeface="Roboto" panose="02000000000000000000"/>
                          <a:ea typeface="Tahoma" panose="020B0604030504040204" pitchFamily="34" charset="0"/>
                          <a:cs typeface="Times New Roman" panose="02020603050405020304" pitchFamily="18" charset="0"/>
                        </a:rPr>
                        <a:t>Ground continuity (Insulation Resistance) Tests (for each PV string)</a:t>
                      </a:r>
                    </a:p>
                    <a:p>
                      <a:pPr marL="171450" marR="0" indent="-171450" algn="l">
                        <a:spcBef>
                          <a:spcPts val="0"/>
                        </a:spcBef>
                        <a:spcAft>
                          <a:spcPts val="0"/>
                        </a:spcAft>
                        <a:buFont typeface="Arial" panose="020B0604020202020204" pitchFamily="34" charset="0"/>
                        <a:buChar char="•"/>
                      </a:pPr>
                      <a:r>
                        <a:rPr lang="en-US" sz="1000" dirty="0">
                          <a:solidFill>
                            <a:schemeClr val="tx2"/>
                          </a:solidFill>
                          <a:effectLst/>
                          <a:latin typeface="Roboto" panose="02000000000000000000"/>
                          <a:ea typeface="Tahoma" panose="020B0604030504040204" pitchFamily="34" charset="0"/>
                          <a:cs typeface="Times New Roman" panose="02020603050405020304" pitchFamily="18" charset="0"/>
                        </a:rPr>
                        <a:t>Open Circuit Voltage Tests (for each PV string)</a:t>
                      </a:r>
                    </a:p>
                    <a:p>
                      <a:pPr marL="171450" marR="0" indent="-171450" algn="l">
                        <a:spcBef>
                          <a:spcPts val="0"/>
                        </a:spcBef>
                        <a:spcAft>
                          <a:spcPts val="0"/>
                        </a:spcAft>
                        <a:buFont typeface="Arial" panose="020B0604020202020204" pitchFamily="34" charset="0"/>
                        <a:buChar char="•"/>
                      </a:pPr>
                      <a:r>
                        <a:rPr lang="en-US" sz="1000" dirty="0">
                          <a:solidFill>
                            <a:schemeClr val="tx2"/>
                          </a:solidFill>
                          <a:effectLst/>
                          <a:latin typeface="Roboto" panose="02000000000000000000"/>
                          <a:ea typeface="Tahoma" panose="020B0604030504040204" pitchFamily="34" charset="0"/>
                          <a:cs typeface="Times New Roman" panose="02020603050405020304" pitchFamily="18" charset="0"/>
                        </a:rPr>
                        <a:t>Short Circuit Current Tests (for each PV string)</a:t>
                      </a:r>
                    </a:p>
                    <a:p>
                      <a:pPr marL="171450" marR="0" indent="-171450" algn="l">
                        <a:spcBef>
                          <a:spcPts val="0"/>
                        </a:spcBef>
                        <a:spcAft>
                          <a:spcPts val="0"/>
                        </a:spcAft>
                        <a:buFont typeface="Arial" panose="020B0604020202020204" pitchFamily="34" charset="0"/>
                        <a:buChar char="•"/>
                      </a:pPr>
                      <a:r>
                        <a:rPr lang="en-US" sz="1000" dirty="0">
                          <a:solidFill>
                            <a:schemeClr val="tx2"/>
                          </a:solidFill>
                          <a:effectLst/>
                          <a:latin typeface="Roboto" panose="02000000000000000000"/>
                          <a:ea typeface="Tahoma" panose="020B0604030504040204" pitchFamily="34" charset="0"/>
                          <a:cs typeface="Times New Roman" panose="02020603050405020304" pitchFamily="18" charset="0"/>
                        </a:rPr>
                        <a:t>Performance Test</a:t>
                      </a:r>
                    </a:p>
                    <a:p>
                      <a:pPr marL="171450" marR="0" indent="-171450" algn="l">
                        <a:spcBef>
                          <a:spcPts val="0"/>
                        </a:spcBef>
                        <a:spcAft>
                          <a:spcPts val="0"/>
                        </a:spcAft>
                        <a:buFont typeface="Arial" panose="020B0604020202020204" pitchFamily="34" charset="0"/>
                        <a:buChar char="•"/>
                      </a:pPr>
                      <a:r>
                        <a:rPr lang="en-US" sz="1000" dirty="0">
                          <a:solidFill>
                            <a:schemeClr val="tx2"/>
                          </a:solidFill>
                          <a:effectLst/>
                          <a:latin typeface="Roboto" panose="02000000000000000000"/>
                          <a:ea typeface="Tahoma" panose="020B0604030504040204" pitchFamily="34" charset="0"/>
                          <a:cs typeface="Times New Roman" panose="02020603050405020304" pitchFamily="18" charset="0"/>
                        </a:rPr>
                        <a:t>Secondary Injection Test</a:t>
                      </a:r>
                    </a:p>
                    <a:p>
                      <a:pPr marL="0" marR="0" algn="l">
                        <a:spcBef>
                          <a:spcPts val="0"/>
                        </a:spcBef>
                        <a:spcAft>
                          <a:spcPts val="0"/>
                        </a:spcAft>
                      </a:pPr>
                      <a:endParaRPr lang="en-US" sz="1000" dirty="0">
                        <a:solidFill>
                          <a:schemeClr val="tx2"/>
                        </a:solidFill>
                        <a:effectLst/>
                        <a:latin typeface="Roboto" panose="02000000000000000000"/>
                        <a:ea typeface="Tahoma" panose="020B0604030504040204" pitchFamily="34" charset="0"/>
                        <a:cs typeface="Times New Roman" panose="02020603050405020304" pitchFamily="18" charset="0"/>
                      </a:endParaRPr>
                    </a:p>
                  </a:txBody>
                  <a:tcPr marL="68580" marR="68580" marT="0" marB="0" anchor="ctr">
                    <a:lnL w="12700" cap="flat" cmpd="sng" algn="ctr">
                      <a:solidFill>
                        <a:srgbClr val="BE382C"/>
                      </a:solidFill>
                      <a:prstDash val="solid"/>
                      <a:round/>
                      <a:headEnd type="none" w="med" len="med"/>
                      <a:tailEnd type="none" w="med" len="med"/>
                    </a:lnL>
                    <a:lnR w="12700" cap="flat" cmpd="sng" algn="ctr">
                      <a:solidFill>
                        <a:srgbClr val="BE382C"/>
                      </a:solidFill>
                      <a:prstDash val="solid"/>
                      <a:round/>
                      <a:headEnd type="none" w="med" len="med"/>
                      <a:tailEnd type="none" w="med" len="med"/>
                    </a:lnR>
                    <a:lnT w="12700" cap="flat" cmpd="sng" algn="ctr">
                      <a:solidFill>
                        <a:srgbClr val="BE382C"/>
                      </a:solidFill>
                      <a:prstDash val="solid"/>
                      <a:round/>
                      <a:headEnd type="none" w="med" len="med"/>
                      <a:tailEnd type="none" w="med" len="med"/>
                    </a:lnT>
                    <a:lnB w="12700" cap="flat" cmpd="sng" algn="ctr">
                      <a:solidFill>
                        <a:srgbClr val="BE382C"/>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599141631"/>
                  </a:ext>
                </a:extLst>
              </a:tr>
              <a:tr h="1981200">
                <a:tc>
                  <a:txBody>
                    <a:bodyPr/>
                    <a:lstStyle/>
                    <a:p>
                      <a:pPr marL="0" marR="0" algn="ctr">
                        <a:spcBef>
                          <a:spcPts val="0"/>
                        </a:spcBef>
                        <a:spcAft>
                          <a:spcPts val="0"/>
                        </a:spcAft>
                      </a:pPr>
                      <a:r>
                        <a:rPr lang="en-US" sz="1000" b="1" kern="1200" dirty="0">
                          <a:solidFill>
                            <a:schemeClr val="tx2"/>
                          </a:solidFill>
                          <a:effectLst/>
                          <a:latin typeface="Roboto" panose="02000000000000000000"/>
                          <a:ea typeface="Tahoma" panose="020B0604030504040204" pitchFamily="34" charset="0"/>
                          <a:cs typeface="Calibri" panose="020F0502020204030204" pitchFamily="34" charset="0"/>
                        </a:rPr>
                        <a:t>8</a:t>
                      </a:r>
                    </a:p>
                  </a:txBody>
                  <a:tcPr marL="68580" marR="68580" marT="0" marB="0" anchor="ctr">
                    <a:lnL w="12700" cap="flat" cmpd="sng" algn="ctr">
                      <a:solidFill>
                        <a:srgbClr val="BE382C"/>
                      </a:solidFill>
                      <a:prstDash val="solid"/>
                      <a:round/>
                      <a:headEnd type="none" w="med" len="med"/>
                      <a:tailEnd type="none" w="med" len="med"/>
                    </a:lnL>
                    <a:lnR w="12700" cap="flat" cmpd="sng" algn="ctr">
                      <a:solidFill>
                        <a:srgbClr val="BE382C"/>
                      </a:solidFill>
                      <a:prstDash val="solid"/>
                      <a:round/>
                      <a:headEnd type="none" w="med" len="med"/>
                      <a:tailEnd type="none" w="med" len="med"/>
                    </a:lnR>
                    <a:lnT w="12700" cap="flat" cmpd="sng" algn="ctr">
                      <a:solidFill>
                        <a:srgbClr val="BE382C"/>
                      </a:solidFill>
                      <a:prstDash val="solid"/>
                      <a:round/>
                      <a:headEnd type="none" w="med" len="med"/>
                      <a:tailEnd type="none" w="med" len="med"/>
                    </a:lnT>
                    <a:lnB w="12700" cap="flat" cmpd="sng" algn="ctr">
                      <a:solidFill>
                        <a:srgbClr val="BE382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15000"/>
                        </a:lnSpc>
                        <a:spcBef>
                          <a:spcPts val="0"/>
                        </a:spcBef>
                        <a:spcAft>
                          <a:spcPts val="0"/>
                        </a:spcAft>
                      </a:pPr>
                      <a:r>
                        <a:rPr lang="en-GB" sz="1000" b="1" dirty="0">
                          <a:solidFill>
                            <a:schemeClr val="tx2"/>
                          </a:solidFill>
                          <a:effectLst/>
                          <a:latin typeface="Roboto" panose="02000000000000000000"/>
                          <a:ea typeface="Calibri" panose="020F0502020204030204" pitchFamily="34" charset="0"/>
                          <a:cs typeface="Calibri" panose="020F0502020204030204" pitchFamily="34" charset="0"/>
                        </a:rPr>
                        <a:t>Hand Over</a:t>
                      </a:r>
                      <a:endParaRPr lang="en-US" sz="1100" b="1" dirty="0">
                        <a:solidFill>
                          <a:schemeClr val="tx2"/>
                        </a:solidFill>
                        <a:effectLst/>
                        <a:latin typeface="Roboto" panose="0200000000000000000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BE382C"/>
                      </a:solidFill>
                      <a:prstDash val="solid"/>
                      <a:round/>
                      <a:headEnd type="none" w="med" len="med"/>
                      <a:tailEnd type="none" w="med" len="med"/>
                    </a:lnL>
                    <a:lnR w="12700" cap="flat" cmpd="sng" algn="ctr">
                      <a:solidFill>
                        <a:srgbClr val="BE382C"/>
                      </a:solidFill>
                      <a:prstDash val="solid"/>
                      <a:round/>
                      <a:headEnd type="none" w="med" len="med"/>
                      <a:tailEnd type="none" w="med" len="med"/>
                    </a:lnR>
                    <a:lnT w="12700" cap="flat" cmpd="sng" algn="ctr">
                      <a:solidFill>
                        <a:srgbClr val="BE382C"/>
                      </a:solidFill>
                      <a:prstDash val="solid"/>
                      <a:round/>
                      <a:headEnd type="none" w="med" len="med"/>
                      <a:tailEnd type="none" w="med" len="med"/>
                    </a:lnT>
                    <a:lnB w="12700" cap="flat" cmpd="sng" algn="ctr">
                      <a:solidFill>
                        <a:srgbClr val="BE382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l">
                        <a:spcBef>
                          <a:spcPts val="0"/>
                        </a:spcBef>
                        <a:spcAft>
                          <a:spcPts val="0"/>
                        </a:spcAft>
                      </a:pPr>
                      <a:r>
                        <a:rPr lang="en-US" sz="1000" dirty="0">
                          <a:solidFill>
                            <a:schemeClr val="tx2"/>
                          </a:solidFill>
                          <a:effectLst/>
                          <a:latin typeface="Roboto" panose="02000000000000000000"/>
                          <a:ea typeface="Tahoma" panose="020B0604030504040204" pitchFamily="34" charset="0"/>
                          <a:cs typeface="Times New Roman" panose="02020603050405020304" pitchFamily="18" charset="0"/>
                        </a:rPr>
                        <a:t>This final phase includes the submission of all Deliverables as requested by Client, in specific:</a:t>
                      </a:r>
                    </a:p>
                    <a:p>
                      <a:pPr marL="171450" marR="0" indent="-171450" algn="l">
                        <a:spcBef>
                          <a:spcPts val="0"/>
                        </a:spcBef>
                        <a:spcAft>
                          <a:spcPts val="0"/>
                        </a:spcAft>
                        <a:buFont typeface="Arial" panose="020B0604020202020204" pitchFamily="34" charset="0"/>
                        <a:buChar char="•"/>
                      </a:pPr>
                      <a:r>
                        <a:rPr lang="en-US" sz="1000" dirty="0">
                          <a:solidFill>
                            <a:schemeClr val="tx2"/>
                          </a:solidFill>
                          <a:effectLst/>
                          <a:latin typeface="Roboto" panose="02000000000000000000"/>
                          <a:ea typeface="Tahoma" panose="020B0604030504040204" pitchFamily="34" charset="0"/>
                          <a:cs typeface="Times New Roman" panose="02020603050405020304" pitchFamily="18" charset="0"/>
                        </a:rPr>
                        <a:t>As-built Drawings and Single Line Diagrams (SLDs)</a:t>
                      </a:r>
                    </a:p>
                    <a:p>
                      <a:pPr marL="171450" marR="0" indent="-171450" algn="l">
                        <a:spcBef>
                          <a:spcPts val="0"/>
                        </a:spcBef>
                        <a:spcAft>
                          <a:spcPts val="0"/>
                        </a:spcAft>
                        <a:buFont typeface="Arial" panose="020B0604020202020204" pitchFamily="34" charset="0"/>
                        <a:buChar char="•"/>
                      </a:pPr>
                      <a:r>
                        <a:rPr lang="en-US" sz="1000" dirty="0">
                          <a:solidFill>
                            <a:schemeClr val="tx2"/>
                          </a:solidFill>
                          <a:effectLst/>
                          <a:latin typeface="Roboto" panose="02000000000000000000"/>
                          <a:ea typeface="Tahoma" panose="020B0604030504040204" pitchFamily="34" charset="0"/>
                          <a:cs typeface="Times New Roman" panose="02020603050405020304" pitchFamily="18" charset="0"/>
                        </a:rPr>
                        <a:t>Complete Design Report (DR)</a:t>
                      </a:r>
                    </a:p>
                    <a:p>
                      <a:pPr marL="171450" marR="0" indent="-171450" algn="l">
                        <a:spcBef>
                          <a:spcPts val="0"/>
                        </a:spcBef>
                        <a:spcAft>
                          <a:spcPts val="0"/>
                        </a:spcAft>
                        <a:buFont typeface="Arial" panose="020B0604020202020204" pitchFamily="34" charset="0"/>
                        <a:buChar char="•"/>
                      </a:pPr>
                      <a:r>
                        <a:rPr lang="en-US" sz="1000" dirty="0">
                          <a:solidFill>
                            <a:schemeClr val="tx2"/>
                          </a:solidFill>
                          <a:effectLst/>
                          <a:latin typeface="Roboto" panose="02000000000000000000"/>
                          <a:ea typeface="Tahoma" panose="020B0604030504040204" pitchFamily="34" charset="0"/>
                          <a:cs typeface="Times New Roman" panose="02020603050405020304" pitchFamily="18" charset="0"/>
                        </a:rPr>
                        <a:t>System Commissioning Reports (CR)</a:t>
                      </a:r>
                    </a:p>
                    <a:p>
                      <a:pPr marL="171450" marR="0" indent="-171450" algn="l">
                        <a:spcBef>
                          <a:spcPts val="0"/>
                        </a:spcBef>
                        <a:spcAft>
                          <a:spcPts val="0"/>
                        </a:spcAft>
                        <a:buFont typeface="Arial" panose="020B0604020202020204" pitchFamily="34" charset="0"/>
                        <a:buChar char="•"/>
                      </a:pPr>
                      <a:r>
                        <a:rPr lang="en-US" sz="1000" dirty="0">
                          <a:solidFill>
                            <a:schemeClr val="tx2"/>
                          </a:solidFill>
                          <a:effectLst/>
                          <a:latin typeface="Roboto" panose="02000000000000000000"/>
                          <a:ea typeface="Tahoma" panose="020B0604030504040204" pitchFamily="34" charset="0"/>
                          <a:cs typeface="Times New Roman" panose="02020603050405020304" pitchFamily="18" charset="0"/>
                        </a:rPr>
                        <a:t>PV System Inspection Report</a:t>
                      </a:r>
                    </a:p>
                    <a:p>
                      <a:pPr marL="171450" marR="0" indent="-171450" algn="l">
                        <a:spcBef>
                          <a:spcPts val="0"/>
                        </a:spcBef>
                        <a:spcAft>
                          <a:spcPts val="0"/>
                        </a:spcAft>
                        <a:buFont typeface="Arial" panose="020B0604020202020204" pitchFamily="34" charset="0"/>
                        <a:buChar char="•"/>
                      </a:pPr>
                      <a:r>
                        <a:rPr lang="en-US" sz="1000" dirty="0">
                          <a:solidFill>
                            <a:schemeClr val="tx2"/>
                          </a:solidFill>
                          <a:effectLst/>
                          <a:latin typeface="Roboto" panose="02000000000000000000"/>
                          <a:ea typeface="Tahoma" panose="020B0604030504040204" pitchFamily="34" charset="0"/>
                          <a:cs typeface="Times New Roman" panose="02020603050405020304" pitchFamily="18" charset="0"/>
                        </a:rPr>
                        <a:t>PV Array Test Reports (results of polarity, insulation, grounding, voltage and current tests)</a:t>
                      </a:r>
                    </a:p>
                    <a:p>
                      <a:pPr marL="171450" marR="0" indent="-171450" algn="l">
                        <a:spcBef>
                          <a:spcPts val="0"/>
                        </a:spcBef>
                        <a:spcAft>
                          <a:spcPts val="0"/>
                        </a:spcAft>
                        <a:buFont typeface="Arial" panose="020B0604020202020204" pitchFamily="34" charset="0"/>
                        <a:buChar char="•"/>
                      </a:pPr>
                      <a:r>
                        <a:rPr lang="en-US" sz="1000" dirty="0">
                          <a:solidFill>
                            <a:schemeClr val="tx2"/>
                          </a:solidFill>
                          <a:effectLst/>
                          <a:latin typeface="Roboto" panose="02000000000000000000"/>
                          <a:ea typeface="Tahoma" panose="020B0604030504040204" pitchFamily="34" charset="0"/>
                          <a:cs typeface="Times New Roman" panose="02020603050405020304" pitchFamily="18" charset="0"/>
                        </a:rPr>
                        <a:t>Performance Test Reports </a:t>
                      </a:r>
                    </a:p>
                    <a:p>
                      <a:pPr marL="171450" marR="0" indent="-171450" algn="l">
                        <a:spcBef>
                          <a:spcPts val="0"/>
                        </a:spcBef>
                        <a:spcAft>
                          <a:spcPts val="0"/>
                        </a:spcAft>
                        <a:buFont typeface="Arial" panose="020B0604020202020204" pitchFamily="34" charset="0"/>
                        <a:buChar char="•"/>
                      </a:pPr>
                      <a:r>
                        <a:rPr lang="en-US" sz="1000" dirty="0">
                          <a:solidFill>
                            <a:schemeClr val="tx2"/>
                          </a:solidFill>
                          <a:effectLst/>
                          <a:latin typeface="Roboto" panose="02000000000000000000"/>
                          <a:ea typeface="Tahoma" panose="020B0604030504040204" pitchFamily="34" charset="0"/>
                          <a:cs typeface="Times New Roman" panose="02020603050405020304" pitchFamily="18" charset="0"/>
                        </a:rPr>
                        <a:t>Spare-parts lists, if any</a:t>
                      </a:r>
                    </a:p>
                    <a:p>
                      <a:pPr marL="171450" marR="0" indent="-171450" algn="l">
                        <a:spcBef>
                          <a:spcPts val="0"/>
                        </a:spcBef>
                        <a:spcAft>
                          <a:spcPts val="0"/>
                        </a:spcAft>
                        <a:buFont typeface="Arial" panose="020B0604020202020204" pitchFamily="34" charset="0"/>
                        <a:buChar char="•"/>
                      </a:pPr>
                      <a:r>
                        <a:rPr lang="en-US" sz="1000" dirty="0">
                          <a:solidFill>
                            <a:schemeClr val="tx2"/>
                          </a:solidFill>
                          <a:effectLst/>
                          <a:latin typeface="Roboto" panose="02000000000000000000"/>
                          <a:ea typeface="Tahoma" panose="020B0604030504040204" pitchFamily="34" charset="0"/>
                          <a:cs typeface="Times New Roman" panose="02020603050405020304" pitchFamily="18" charset="0"/>
                        </a:rPr>
                        <a:t>O&amp;M manuals and guidelines</a:t>
                      </a:r>
                    </a:p>
                    <a:p>
                      <a:pPr marL="171450" marR="0" indent="-171450" algn="l">
                        <a:spcBef>
                          <a:spcPts val="0"/>
                        </a:spcBef>
                        <a:spcAft>
                          <a:spcPts val="0"/>
                        </a:spcAft>
                        <a:buFont typeface="Arial" panose="020B0604020202020204" pitchFamily="34" charset="0"/>
                        <a:buChar char="•"/>
                      </a:pPr>
                      <a:r>
                        <a:rPr lang="en-US" sz="1000" dirty="0">
                          <a:solidFill>
                            <a:schemeClr val="tx2"/>
                          </a:solidFill>
                          <a:effectLst/>
                          <a:latin typeface="Roboto" panose="02000000000000000000"/>
                          <a:ea typeface="Tahoma" panose="020B0604030504040204" pitchFamily="34" charset="0"/>
                          <a:cs typeface="Times New Roman" panose="02020603050405020304" pitchFamily="18" charset="0"/>
                        </a:rPr>
                        <a:t>Training Documents</a:t>
                      </a:r>
                    </a:p>
                    <a:p>
                      <a:pPr marL="0" marR="0" algn="l">
                        <a:spcBef>
                          <a:spcPts val="0"/>
                        </a:spcBef>
                        <a:spcAft>
                          <a:spcPts val="0"/>
                        </a:spcAft>
                      </a:pPr>
                      <a:endParaRPr lang="en-US" sz="1000" dirty="0">
                        <a:solidFill>
                          <a:schemeClr val="tx2"/>
                        </a:solidFill>
                        <a:effectLst/>
                        <a:latin typeface="Roboto" panose="02000000000000000000"/>
                        <a:ea typeface="Tahoma" panose="020B0604030504040204" pitchFamily="34" charset="0"/>
                        <a:cs typeface="Times New Roman" panose="02020603050405020304" pitchFamily="18" charset="0"/>
                      </a:endParaRPr>
                    </a:p>
                  </a:txBody>
                  <a:tcPr marL="68580" marR="68580" marT="0" marB="0" anchor="ctr">
                    <a:lnL w="12700" cap="flat" cmpd="sng" algn="ctr">
                      <a:solidFill>
                        <a:srgbClr val="BE382C"/>
                      </a:solidFill>
                      <a:prstDash val="solid"/>
                      <a:round/>
                      <a:headEnd type="none" w="med" len="med"/>
                      <a:tailEnd type="none" w="med" len="med"/>
                    </a:lnL>
                    <a:lnR w="12700" cap="flat" cmpd="sng" algn="ctr">
                      <a:solidFill>
                        <a:srgbClr val="BE382C"/>
                      </a:solidFill>
                      <a:prstDash val="solid"/>
                      <a:round/>
                      <a:headEnd type="none" w="med" len="med"/>
                      <a:tailEnd type="none" w="med" len="med"/>
                    </a:lnR>
                    <a:lnT w="12700" cap="flat" cmpd="sng" algn="ctr">
                      <a:solidFill>
                        <a:srgbClr val="BE382C"/>
                      </a:solidFill>
                      <a:prstDash val="solid"/>
                      <a:round/>
                      <a:headEnd type="none" w="med" len="med"/>
                      <a:tailEnd type="none" w="med" len="med"/>
                    </a:lnT>
                    <a:lnB w="12700" cap="flat" cmpd="sng" algn="ctr">
                      <a:solidFill>
                        <a:srgbClr val="BE382C"/>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72257872"/>
                  </a:ext>
                </a:extLst>
              </a:tr>
            </a:tbl>
          </a:graphicData>
        </a:graphic>
      </p:graphicFrame>
      <p:sp>
        <p:nvSpPr>
          <p:cNvPr id="11" name="Title 6">
            <a:extLst>
              <a:ext uri="{FF2B5EF4-FFF2-40B4-BE49-F238E27FC236}">
                <a16:creationId xmlns:a16="http://schemas.microsoft.com/office/drawing/2014/main" id="{8E5F04BF-E4FD-4E19-A5A2-85798F1CC91C}"/>
              </a:ext>
            </a:extLst>
          </p:cNvPr>
          <p:cNvSpPr>
            <a:spLocks noGrp="1"/>
          </p:cNvSpPr>
          <p:nvPr>
            <p:ph type="title"/>
          </p:nvPr>
        </p:nvSpPr>
        <p:spPr>
          <a:xfrm>
            <a:off x="250257" y="267471"/>
            <a:ext cx="8643486" cy="353524"/>
          </a:xfrm>
        </p:spPr>
        <p:txBody>
          <a:bodyPr/>
          <a:lstStyle/>
          <a:p>
            <a:r>
              <a:rPr lang="en-US" sz="2100" dirty="0">
                <a:solidFill>
                  <a:schemeClr val="tx1">
                    <a:lumMod val="50000"/>
                    <a:lumOff val="50000"/>
                  </a:schemeClr>
                </a:solidFill>
                <a:latin typeface="Roboto" panose="02000000000000000000"/>
              </a:rPr>
              <a:t>Execution Methodology</a:t>
            </a:r>
          </a:p>
        </p:txBody>
      </p:sp>
      <p:sp>
        <p:nvSpPr>
          <p:cNvPr id="12" name="Text Placeholder 7">
            <a:extLst>
              <a:ext uri="{FF2B5EF4-FFF2-40B4-BE49-F238E27FC236}">
                <a16:creationId xmlns:a16="http://schemas.microsoft.com/office/drawing/2014/main" id="{645EE516-718E-43E1-AFD8-50770610C42D}"/>
              </a:ext>
            </a:extLst>
          </p:cNvPr>
          <p:cNvSpPr>
            <a:spLocks noGrp="1"/>
          </p:cNvSpPr>
          <p:nvPr>
            <p:ph type="body" sz="half" idx="2"/>
          </p:nvPr>
        </p:nvSpPr>
        <p:spPr>
          <a:xfrm>
            <a:off x="250826" y="619126"/>
            <a:ext cx="8642350" cy="201613"/>
          </a:xfrm>
        </p:spPr>
        <p:txBody>
          <a:bodyPr/>
          <a:lstStyle/>
          <a:p>
            <a:r>
              <a:rPr lang="en-US" sz="1050" dirty="0">
                <a:solidFill>
                  <a:srgbClr val="BE382C"/>
                </a:solidFill>
                <a:latin typeface="Roboto"/>
              </a:rPr>
              <a:t>Project Execution Methodology</a:t>
            </a:r>
            <a:endParaRPr lang="en-US" sz="1050" dirty="0">
              <a:solidFill>
                <a:srgbClr val="7F7F7F"/>
              </a:solidFill>
              <a:latin typeface="Roboto" panose="02000000000000000000"/>
            </a:endParaRPr>
          </a:p>
        </p:txBody>
      </p:sp>
    </p:spTree>
    <p:extLst>
      <p:ext uri="{BB962C8B-B14F-4D97-AF65-F5344CB8AC3E}">
        <p14:creationId xmlns:p14="http://schemas.microsoft.com/office/powerpoint/2010/main" val="2859336399"/>
      </p:ext>
    </p:extLst>
  </p:cSld>
  <p:clrMapOvr>
    <a:masterClrMapping/>
  </p:clrMapOvr>
  <p:transition spd="slow">
    <p:push dir="u"/>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EE58FC-DA62-A17D-6BB5-6A083FF33DF5}"/>
            </a:ext>
          </a:extLst>
        </p:cNvPr>
        <p:cNvGrpSpPr/>
        <p:nvPr/>
      </p:nvGrpSpPr>
      <p:grpSpPr>
        <a:xfrm>
          <a:off x="0" y="0"/>
          <a:ext cx="0" cy="0"/>
          <a:chOff x="0" y="0"/>
          <a:chExt cx="0" cy="0"/>
        </a:xfrm>
      </p:grpSpPr>
      <p:pic>
        <p:nvPicPr>
          <p:cNvPr id="28" name="Picture Placeholder 27">
            <a:extLst>
              <a:ext uri="{FF2B5EF4-FFF2-40B4-BE49-F238E27FC236}">
                <a16:creationId xmlns:a16="http://schemas.microsoft.com/office/drawing/2014/main" id="{897BC8E7-7A7C-F70D-A8E9-BDA342F2C72A}"/>
              </a:ext>
            </a:extLst>
          </p:cNvPr>
          <p:cNvPicPr>
            <a:picLocks noGrp="1" noChangeAspect="1"/>
          </p:cNvPicPr>
          <p:nvPr>
            <p:ph type="pic" sz="quarter" idx="13"/>
          </p:nvPr>
        </p:nvPicPr>
        <p:blipFill>
          <a:blip r:embed="rId2" cstate="print">
            <a:extLst>
              <a:ext uri="{28A0092B-C50C-407E-A947-70E740481C1C}">
                <a14:useLocalDpi xmlns:a14="http://schemas.microsoft.com/office/drawing/2010/main" val="0"/>
              </a:ext>
            </a:extLst>
          </a:blip>
          <a:srcRect t="13479" b="13479"/>
          <a:stretch>
            <a:fillRect/>
          </a:stretch>
        </p:blipFill>
        <p:spPr/>
      </p:pic>
      <p:sp>
        <p:nvSpPr>
          <p:cNvPr id="19" name="Freeform 18">
            <a:extLst>
              <a:ext uri="{FF2B5EF4-FFF2-40B4-BE49-F238E27FC236}">
                <a16:creationId xmlns:a16="http://schemas.microsoft.com/office/drawing/2014/main" id="{57D1C2FD-F9CE-F7A9-24B2-AADDB7B1FFEB}"/>
              </a:ext>
            </a:extLst>
          </p:cNvPr>
          <p:cNvSpPr/>
          <p:nvPr/>
        </p:nvSpPr>
        <p:spPr bwMode="auto">
          <a:xfrm>
            <a:off x="0" y="1"/>
            <a:ext cx="5315942" cy="5147251"/>
          </a:xfrm>
          <a:custGeom>
            <a:avLst/>
            <a:gdLst>
              <a:gd name="connsiteX0" fmla="*/ 0 w 5315942"/>
              <a:gd name="connsiteY0" fmla="*/ 0 h 5147251"/>
              <a:gd name="connsiteX1" fmla="*/ 3200400 w 5315942"/>
              <a:gd name="connsiteY1" fmla="*/ 0 h 5147251"/>
              <a:gd name="connsiteX2" fmla="*/ 3200400 w 5315942"/>
              <a:gd name="connsiteY2" fmla="*/ 1 h 5147251"/>
              <a:gd name="connsiteX3" fmla="*/ 5315942 w 5315942"/>
              <a:gd name="connsiteY3" fmla="*/ 1 h 5147251"/>
              <a:gd name="connsiteX4" fmla="*/ 3801683 w 5315942"/>
              <a:gd name="connsiteY4" fmla="*/ 5147251 h 5147251"/>
              <a:gd name="connsiteX5" fmla="*/ 1048742 w 5315942"/>
              <a:gd name="connsiteY5" fmla="*/ 5147251 h 5147251"/>
              <a:gd name="connsiteX6" fmla="*/ 1049846 w 5315942"/>
              <a:gd name="connsiteY6" fmla="*/ 5143499 h 5147251"/>
              <a:gd name="connsiteX7" fmla="*/ 0 w 5315942"/>
              <a:gd name="connsiteY7" fmla="*/ 5143499 h 51472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315942" h="5147251">
                <a:moveTo>
                  <a:pt x="0" y="0"/>
                </a:moveTo>
                <a:lnTo>
                  <a:pt x="3200400" y="0"/>
                </a:lnTo>
                <a:lnTo>
                  <a:pt x="3200400" y="1"/>
                </a:lnTo>
                <a:lnTo>
                  <a:pt x="5315942" y="1"/>
                </a:lnTo>
                <a:lnTo>
                  <a:pt x="3801683" y="5147251"/>
                </a:lnTo>
                <a:lnTo>
                  <a:pt x="1048742" y="5147251"/>
                </a:lnTo>
                <a:lnTo>
                  <a:pt x="1049846" y="5143499"/>
                </a:lnTo>
                <a:lnTo>
                  <a:pt x="0" y="5143499"/>
                </a:lnTo>
                <a:close/>
              </a:path>
            </a:pathLst>
          </a:custGeom>
          <a:solidFill>
            <a:schemeClr val="accent6"/>
          </a:solidFill>
          <a:ln w="19050">
            <a:noFill/>
            <a:round/>
            <a:headEnd/>
            <a:tailEnd/>
          </a:ln>
          <a:scene3d>
            <a:camera prst="orthographicFront"/>
            <a:lightRig rig="threePt" dir="t"/>
          </a:scene3d>
          <a:sp3d>
            <a:bevelT prst="convex"/>
          </a:sp3d>
        </p:spPr>
        <p:txBody>
          <a:bodyPr vert="horz" wrap="square" lIns="91440" tIns="45720" rIns="91440" bIns="45720" numCol="1" rtlCol="0" anchor="t" anchorCtr="0" compatLnSpc="1">
            <a:prstTxWarp prst="textNoShape">
              <a:avLst/>
            </a:prstTxWarp>
            <a:noAutofit/>
          </a:bodyPr>
          <a:lstStyle/>
          <a:p>
            <a:pPr algn="ctr"/>
            <a:endParaRPr lang="en-US" dirty="0"/>
          </a:p>
        </p:txBody>
      </p:sp>
      <p:cxnSp>
        <p:nvCxnSpPr>
          <p:cNvPr id="9" name="Straight Connector 8">
            <a:extLst>
              <a:ext uri="{FF2B5EF4-FFF2-40B4-BE49-F238E27FC236}">
                <a16:creationId xmlns:a16="http://schemas.microsoft.com/office/drawing/2014/main" id="{549E7AAC-31B2-ABE5-43C0-25FA7D022BD3}"/>
              </a:ext>
            </a:extLst>
          </p:cNvPr>
          <p:cNvCxnSpPr/>
          <p:nvPr/>
        </p:nvCxnSpPr>
        <p:spPr>
          <a:xfrm>
            <a:off x="381000" y="3045128"/>
            <a:ext cx="2438400"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27C1655D-AB14-4FD3-4F3D-AC73BFC76834}"/>
              </a:ext>
            </a:extLst>
          </p:cNvPr>
          <p:cNvSpPr txBox="1"/>
          <p:nvPr/>
        </p:nvSpPr>
        <p:spPr>
          <a:xfrm>
            <a:off x="441433" y="2571750"/>
            <a:ext cx="4114800" cy="420628"/>
          </a:xfrm>
          <a:prstGeom prst="rect">
            <a:avLst/>
          </a:prstGeom>
          <a:noFill/>
        </p:spPr>
        <p:txBody>
          <a:bodyPr wrap="square">
            <a:spAutoFit/>
          </a:bodyPr>
          <a:lstStyle/>
          <a:p>
            <a:pPr>
              <a:lnSpc>
                <a:spcPct val="150000"/>
              </a:lnSpc>
            </a:pPr>
            <a:r>
              <a:rPr lang="en-US" sz="1600" b="1" cap="all" dirty="0">
                <a:solidFill>
                  <a:schemeClr val="bg1"/>
                </a:solidFill>
              </a:rPr>
              <a:t>Commercial Offer</a:t>
            </a:r>
          </a:p>
        </p:txBody>
      </p:sp>
    </p:spTree>
    <p:extLst>
      <p:ext uri="{BB962C8B-B14F-4D97-AF65-F5344CB8AC3E}">
        <p14:creationId xmlns:p14="http://schemas.microsoft.com/office/powerpoint/2010/main" val="4026434196"/>
      </p:ext>
    </p:extLst>
  </p:cSld>
  <p:clrMapOvr>
    <a:masterClrMapping/>
  </p:clrMapOvr>
  <p:transition spd="slow">
    <p:push dir="u"/>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6">
            <a:extLst>
              <a:ext uri="{FF2B5EF4-FFF2-40B4-BE49-F238E27FC236}">
                <a16:creationId xmlns:a16="http://schemas.microsoft.com/office/drawing/2014/main" id="{B7327762-B023-46EB-8712-FF45330B1D8F}"/>
              </a:ext>
            </a:extLst>
          </p:cNvPr>
          <p:cNvSpPr>
            <a:spLocks noGrp="1"/>
          </p:cNvSpPr>
          <p:nvPr>
            <p:ph type="title"/>
          </p:nvPr>
        </p:nvSpPr>
        <p:spPr>
          <a:xfrm>
            <a:off x="250257" y="267471"/>
            <a:ext cx="8643486" cy="353524"/>
          </a:xfrm>
        </p:spPr>
        <p:txBody>
          <a:bodyPr>
            <a:normAutofit/>
          </a:bodyPr>
          <a:lstStyle/>
          <a:p>
            <a:r>
              <a:rPr lang="en-US" sz="2100" b="1" dirty="0">
                <a:latin typeface="Roboto" panose="02000000000000000000"/>
              </a:rPr>
              <a:t>Commercial Offer</a:t>
            </a:r>
          </a:p>
        </p:txBody>
      </p:sp>
      <p:sp>
        <p:nvSpPr>
          <p:cNvPr id="11" name="Text Placeholder 7">
            <a:extLst>
              <a:ext uri="{FF2B5EF4-FFF2-40B4-BE49-F238E27FC236}">
                <a16:creationId xmlns:a16="http://schemas.microsoft.com/office/drawing/2014/main" id="{E0D7C553-D957-4484-A373-468F532DC861}"/>
              </a:ext>
            </a:extLst>
          </p:cNvPr>
          <p:cNvSpPr>
            <a:spLocks noGrp="1"/>
          </p:cNvSpPr>
          <p:nvPr>
            <p:ph type="body" sz="half" idx="2"/>
          </p:nvPr>
        </p:nvSpPr>
        <p:spPr>
          <a:xfrm>
            <a:off x="250826" y="619126"/>
            <a:ext cx="8642350" cy="201613"/>
          </a:xfrm>
        </p:spPr>
        <p:txBody>
          <a:bodyPr/>
          <a:lstStyle/>
          <a:p>
            <a:r>
              <a:rPr lang="en-US" sz="1050" b="1" dirty="0">
                <a:solidFill>
                  <a:srgbClr val="633247"/>
                </a:solidFill>
                <a:latin typeface="Roboto"/>
                <a:ea typeface="+mn-ea"/>
              </a:rPr>
              <a:t>Engineering, Procurement &amp; Construction (EPC – All Inclusive)</a:t>
            </a:r>
          </a:p>
        </p:txBody>
      </p:sp>
      <p:graphicFrame>
        <p:nvGraphicFramePr>
          <p:cNvPr id="5" name="Table 4">
            <a:extLst>
              <a:ext uri="{FF2B5EF4-FFF2-40B4-BE49-F238E27FC236}">
                <a16:creationId xmlns:a16="http://schemas.microsoft.com/office/drawing/2014/main" id="{C64A1F00-C947-444E-8D13-785DEED4F6C8}"/>
              </a:ext>
            </a:extLst>
          </p:cNvPr>
          <p:cNvGraphicFramePr>
            <a:graphicFrameLocks noGrp="1"/>
          </p:cNvGraphicFramePr>
          <p:nvPr>
            <p:extLst>
              <p:ext uri="{D42A27DB-BD31-4B8C-83A1-F6EECF244321}">
                <p14:modId xmlns:p14="http://schemas.microsoft.com/office/powerpoint/2010/main" val="3672025263"/>
              </p:ext>
            </p:extLst>
          </p:nvPr>
        </p:nvGraphicFramePr>
        <p:xfrm>
          <a:off x="1139321" y="1844536"/>
          <a:ext cx="6865357" cy="1181437"/>
        </p:xfrm>
        <a:graphic>
          <a:graphicData uri="http://schemas.openxmlformats.org/drawingml/2006/table">
            <a:tbl>
              <a:tblPr firstRow="1">
                <a:tableStyleId>{93296810-A885-4BE3-A3E7-6D5BEEA58F35}</a:tableStyleId>
              </a:tblPr>
              <a:tblGrid>
                <a:gridCol w="1494789">
                  <a:extLst>
                    <a:ext uri="{9D8B030D-6E8A-4147-A177-3AD203B41FA5}">
                      <a16:colId xmlns:a16="http://schemas.microsoft.com/office/drawing/2014/main" val="1608165491"/>
                    </a:ext>
                  </a:extLst>
                </a:gridCol>
                <a:gridCol w="1342642">
                  <a:extLst>
                    <a:ext uri="{9D8B030D-6E8A-4147-A177-3AD203B41FA5}">
                      <a16:colId xmlns:a16="http://schemas.microsoft.com/office/drawing/2014/main" val="1824095406"/>
                    </a:ext>
                  </a:extLst>
                </a:gridCol>
                <a:gridCol w="1342642">
                  <a:extLst>
                    <a:ext uri="{9D8B030D-6E8A-4147-A177-3AD203B41FA5}">
                      <a16:colId xmlns:a16="http://schemas.microsoft.com/office/drawing/2014/main" val="2952607060"/>
                    </a:ext>
                  </a:extLst>
                </a:gridCol>
                <a:gridCol w="1342642">
                  <a:extLst>
                    <a:ext uri="{9D8B030D-6E8A-4147-A177-3AD203B41FA5}">
                      <a16:colId xmlns:a16="http://schemas.microsoft.com/office/drawing/2014/main" val="1661595087"/>
                    </a:ext>
                  </a:extLst>
                </a:gridCol>
                <a:gridCol w="1342642">
                  <a:extLst>
                    <a:ext uri="{9D8B030D-6E8A-4147-A177-3AD203B41FA5}">
                      <a16:colId xmlns:a16="http://schemas.microsoft.com/office/drawing/2014/main" val="1711171050"/>
                    </a:ext>
                  </a:extLst>
                </a:gridCol>
              </a:tblGrid>
              <a:tr h="56019">
                <a:tc>
                  <a:txBody>
                    <a:bodyPr/>
                    <a:lstStyle/>
                    <a:p>
                      <a:pPr algn="ctr" rtl="0" fontAlgn="ctr"/>
                      <a:r>
                        <a:rPr lang="en-US" sz="1050" u="none" strike="noStrike" dirty="0">
                          <a:solidFill>
                            <a:schemeClr val="bg1"/>
                          </a:solidFill>
                          <a:effectLst/>
                        </a:rPr>
                        <a:t>System</a:t>
                      </a:r>
                      <a:endParaRPr lang="en-US" sz="1050" b="1" i="0" u="none" strike="noStrike" dirty="0">
                        <a:solidFill>
                          <a:schemeClr val="bg1"/>
                        </a:solidFill>
                        <a:effectLst/>
                        <a:latin typeface="Roboto" panose="02000000000000000000"/>
                      </a:endParaRPr>
                    </a:p>
                  </a:txBody>
                  <a:tcPr marL="4941" marR="4941" marT="4941" marB="0" anchor="ctr"/>
                </a:tc>
                <a:tc>
                  <a:txBody>
                    <a:bodyPr/>
                    <a:lstStyle/>
                    <a:p>
                      <a:pPr algn="ctr" rtl="0" fontAlgn="ctr"/>
                      <a:r>
                        <a:rPr lang="en-US" sz="1050" u="none" strike="noStrike" dirty="0">
                          <a:solidFill>
                            <a:schemeClr val="bg1"/>
                          </a:solidFill>
                          <a:effectLst/>
                        </a:rPr>
                        <a:t>DC Installed Capacity (kWp)</a:t>
                      </a:r>
                      <a:endParaRPr lang="en-US" sz="1050" b="1" i="0" u="none" strike="noStrike" dirty="0">
                        <a:solidFill>
                          <a:schemeClr val="bg1"/>
                        </a:solidFill>
                        <a:effectLst/>
                        <a:latin typeface="Roboto" panose="02000000000000000000"/>
                      </a:endParaRPr>
                    </a:p>
                  </a:txBody>
                  <a:tcPr marL="4941" marR="4941" marT="4941" marB="0" anchor="ctr"/>
                </a:tc>
                <a:tc>
                  <a:txBody>
                    <a:bodyPr/>
                    <a:lstStyle/>
                    <a:p>
                      <a:pPr algn="ctr" rtl="0" fontAlgn="ctr"/>
                      <a:endParaRPr lang="en-US" sz="1050" u="none" strike="noStrike" dirty="0">
                        <a:solidFill>
                          <a:schemeClr val="bg1"/>
                        </a:solidFill>
                        <a:effectLst/>
                      </a:endParaRPr>
                    </a:p>
                    <a:p>
                      <a:pPr algn="ctr" rtl="0" fontAlgn="ctr"/>
                      <a:r>
                        <a:rPr lang="en-US" sz="1050" u="none" strike="noStrike" dirty="0">
                          <a:solidFill>
                            <a:schemeClr val="bg1"/>
                          </a:solidFill>
                          <a:effectLst/>
                        </a:rPr>
                        <a:t>AC Installed Capacity (</a:t>
                      </a:r>
                      <a:r>
                        <a:rPr lang="en-US" sz="1050" u="none" strike="noStrike" dirty="0" err="1">
                          <a:solidFill>
                            <a:schemeClr val="bg1"/>
                          </a:solidFill>
                          <a:effectLst/>
                        </a:rPr>
                        <a:t>kWac</a:t>
                      </a:r>
                      <a:r>
                        <a:rPr lang="en-US" sz="1050" u="none" strike="noStrike" dirty="0">
                          <a:solidFill>
                            <a:schemeClr val="bg1"/>
                          </a:solidFill>
                          <a:effectLst/>
                        </a:rPr>
                        <a:t>)</a:t>
                      </a:r>
                    </a:p>
                    <a:p>
                      <a:pPr algn="ctr" rtl="0" fontAlgn="ctr"/>
                      <a:endParaRPr lang="en-US" sz="1050" b="1" i="0" u="none" strike="noStrike" dirty="0">
                        <a:solidFill>
                          <a:schemeClr val="bg1"/>
                        </a:solidFill>
                        <a:effectLst/>
                        <a:latin typeface="Roboto" panose="02000000000000000000"/>
                      </a:endParaRPr>
                    </a:p>
                  </a:txBody>
                  <a:tcPr marL="4941" marR="4941" marT="4941" marB="0" anchor="ctr"/>
                </a:tc>
                <a:tc>
                  <a:txBody>
                    <a:bodyPr/>
                    <a:lstStyle/>
                    <a:p>
                      <a:pPr algn="ctr" rtl="0" fontAlgn="ctr"/>
                      <a:r>
                        <a:rPr lang="en-US" sz="1050" u="none" strike="noStrike" dirty="0">
                          <a:solidFill>
                            <a:schemeClr val="bg1"/>
                          </a:solidFill>
                          <a:effectLst/>
                        </a:rPr>
                        <a:t>OMR/kWp</a:t>
                      </a:r>
                      <a:endParaRPr lang="en-US" sz="1050" b="1" i="0" u="none" strike="noStrike" dirty="0">
                        <a:solidFill>
                          <a:schemeClr val="bg1"/>
                        </a:solidFill>
                        <a:effectLst/>
                        <a:latin typeface="Roboto" panose="02000000000000000000"/>
                      </a:endParaRPr>
                    </a:p>
                  </a:txBody>
                  <a:tcPr marL="4941" marR="4941" marT="4941" marB="0" anchor="ctr"/>
                </a:tc>
                <a:tc>
                  <a:txBody>
                    <a:bodyPr/>
                    <a:lstStyle/>
                    <a:p>
                      <a:pPr algn="ctr" rtl="0" fontAlgn="ctr"/>
                      <a:r>
                        <a:rPr lang="en-US" sz="1050" u="none" strike="noStrike" dirty="0">
                          <a:solidFill>
                            <a:schemeClr val="bg1"/>
                          </a:solidFill>
                          <a:effectLst/>
                        </a:rPr>
                        <a:t>Total (OMR)</a:t>
                      </a:r>
                      <a:endParaRPr lang="en-US" sz="1050" b="1" i="0" u="none" strike="noStrike" dirty="0">
                        <a:solidFill>
                          <a:schemeClr val="bg1"/>
                        </a:solidFill>
                        <a:effectLst/>
                        <a:latin typeface="Roboto" panose="02000000000000000000"/>
                      </a:endParaRPr>
                    </a:p>
                  </a:txBody>
                  <a:tcPr marL="4941" marR="4941" marT="4941" marB="0" anchor="ctr"/>
                </a:tc>
                <a:extLst>
                  <a:ext uri="{0D108BD9-81ED-4DB2-BD59-A6C34878D82A}">
                    <a16:rowId xmlns:a16="http://schemas.microsoft.com/office/drawing/2014/main" val="4224247463"/>
                  </a:ext>
                </a:extLst>
              </a:tr>
              <a:tr h="536416">
                <a:tc>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r>
                        <a:rPr kumimoji="0" lang="en-US" sz="1050" b="1" u="none" strike="noStrike" kern="1200" cap="none" spc="0" normalizeH="0" baseline="0" noProof="0" dirty="0">
                          <a:ln>
                            <a:noFill/>
                          </a:ln>
                          <a:solidFill>
                            <a:srgbClr val="633247"/>
                          </a:solidFill>
                          <a:effectLst/>
                          <a:uLnTx/>
                          <a:uFillTx/>
                        </a:rPr>
                        <a:t>Metal Sheet Installation</a:t>
                      </a:r>
                      <a:endParaRPr kumimoji="0" lang="en-US" sz="1050" b="0" i="0" u="none" strike="noStrike" kern="1200" cap="none" spc="0" normalizeH="0" baseline="0" noProof="0" dirty="0">
                        <a:ln>
                          <a:noFill/>
                        </a:ln>
                        <a:solidFill>
                          <a:srgbClr val="633247"/>
                        </a:solidFill>
                        <a:effectLst/>
                        <a:uLnTx/>
                        <a:uFillTx/>
                        <a:latin typeface="+mn-lt"/>
                        <a:ea typeface="+mn-ea"/>
                        <a:cs typeface="+mn-cs"/>
                      </a:endParaRPr>
                    </a:p>
                  </a:txBody>
                  <a:tcPr marL="4941" marR="4941" marT="4941" marB="0" anchor="ctr">
                    <a:lnB w="12700" cap="flat" cmpd="sng" algn="ctr">
                      <a:solidFill>
                        <a:schemeClr val="tx1"/>
                      </a:solidFill>
                      <a:prstDash val="solid"/>
                      <a:round/>
                      <a:headEnd type="none" w="med" len="med"/>
                      <a:tailEnd type="none" w="med" len="med"/>
                    </a:lnB>
                  </a:tcPr>
                </a:tc>
                <a:tc>
                  <a:txBody>
                    <a:bodyPr/>
                    <a:lstStyle/>
                    <a:p>
                      <a:pPr marL="0" algn="ctr" defTabSz="914377" rtl="0" eaLnBrk="1" fontAlgn="ctr" latinLnBrk="0" hangingPunct="1"/>
                      <a:endParaRPr lang="en-US" sz="1050" b="0" i="0" u="none" strike="noStrike" kern="1200" dirty="0">
                        <a:solidFill>
                          <a:srgbClr val="633247"/>
                        </a:solidFill>
                        <a:effectLst/>
                        <a:latin typeface="Roboto" panose="02000000000000000000" pitchFamily="2" charset="0"/>
                        <a:ea typeface="+mn-ea"/>
                        <a:cs typeface="+mn-cs"/>
                      </a:endParaRPr>
                    </a:p>
                  </a:txBody>
                  <a:tcPr marL="9525" marR="9525" marT="9525" marB="0" anchor="ctr">
                    <a:lnB w="12700" cap="flat" cmpd="sng" algn="ctr">
                      <a:solidFill>
                        <a:schemeClr val="tx1"/>
                      </a:solidFill>
                      <a:prstDash val="solid"/>
                      <a:round/>
                      <a:headEnd type="none" w="med" len="med"/>
                      <a:tailEnd type="none" w="med" len="med"/>
                    </a:lnB>
                  </a:tcPr>
                </a:tc>
                <a:tc>
                  <a:txBody>
                    <a:bodyPr/>
                    <a:lstStyle/>
                    <a:p>
                      <a:pPr marL="0" algn="ctr" defTabSz="914377" rtl="0" eaLnBrk="1" fontAlgn="ctr" latinLnBrk="0" hangingPunct="1"/>
                      <a:endParaRPr lang="en-US" sz="1050" b="0" i="0" u="none" strike="noStrike" kern="1200" dirty="0">
                        <a:solidFill>
                          <a:srgbClr val="633247"/>
                        </a:solidFill>
                        <a:effectLst/>
                        <a:latin typeface="Roboto" panose="02000000000000000000" pitchFamily="2" charset="0"/>
                        <a:ea typeface="+mn-ea"/>
                        <a:cs typeface="+mn-cs"/>
                      </a:endParaRPr>
                    </a:p>
                  </a:txBody>
                  <a:tcPr marL="9525" marR="9525" marT="9525" marB="0" anchor="ctr">
                    <a:lnB w="12700" cap="flat" cmpd="sng" algn="ctr">
                      <a:solidFill>
                        <a:schemeClr val="tx1"/>
                      </a:solidFill>
                      <a:prstDash val="solid"/>
                      <a:round/>
                      <a:headEnd type="none" w="med" len="med"/>
                      <a:tailEnd type="none" w="med" len="med"/>
                    </a:lnB>
                  </a:tcPr>
                </a:tc>
                <a:tc>
                  <a:txBody>
                    <a:bodyPr/>
                    <a:lstStyle/>
                    <a:p>
                      <a:pPr marL="0" algn="ctr" defTabSz="914377" rtl="0" eaLnBrk="1" fontAlgn="ctr" latinLnBrk="0" hangingPunct="1"/>
                      <a:endParaRPr lang="en-US" sz="1050" b="0" u="none" strike="noStrike" kern="1200" dirty="0">
                        <a:solidFill>
                          <a:srgbClr val="633247"/>
                        </a:solidFill>
                        <a:effectLst/>
                      </a:endParaRPr>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ctr"/>
                      <a:endParaRPr lang="en-US" sz="1050" b="0" u="none" strike="noStrike" kern="1200" dirty="0">
                        <a:solidFill>
                          <a:srgbClr val="633247"/>
                        </a:solidFill>
                        <a:effectLst/>
                      </a:endParaRPr>
                    </a:p>
                  </a:txBody>
                  <a:tcPr marL="9525" marR="9525" marT="9525" marB="0"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84586877"/>
                  </a:ext>
                </a:extLst>
              </a:tr>
            </a:tbl>
          </a:graphicData>
        </a:graphic>
      </p:graphicFrame>
      <p:sp>
        <p:nvSpPr>
          <p:cNvPr id="2" name="TextBox 1">
            <a:extLst>
              <a:ext uri="{FF2B5EF4-FFF2-40B4-BE49-F238E27FC236}">
                <a16:creationId xmlns:a16="http://schemas.microsoft.com/office/drawing/2014/main" id="{E06C1F56-D83C-D767-E148-25406A1F7E37}"/>
              </a:ext>
            </a:extLst>
          </p:cNvPr>
          <p:cNvSpPr txBox="1"/>
          <p:nvPr/>
        </p:nvSpPr>
        <p:spPr>
          <a:xfrm>
            <a:off x="1139321" y="3025973"/>
            <a:ext cx="2008883" cy="307777"/>
          </a:xfrm>
          <a:prstGeom prst="rect">
            <a:avLst/>
          </a:prstGeom>
          <a:noFill/>
        </p:spPr>
        <p:txBody>
          <a:bodyPr wrap="none" rtlCol="0">
            <a:spAutoFit/>
          </a:bodyPr>
          <a:lstStyle/>
          <a:p>
            <a:pPr>
              <a:lnSpc>
                <a:spcPct val="150000"/>
              </a:lnSpc>
            </a:pPr>
            <a:r>
              <a:rPr lang="en-US" sz="1050" dirty="0">
                <a:solidFill>
                  <a:schemeClr val="tx1">
                    <a:lumMod val="75000"/>
                    <a:lumOff val="25000"/>
                  </a:schemeClr>
                </a:solidFill>
              </a:rPr>
              <a:t>Prices are not inclusive of VAT</a:t>
            </a:r>
            <a:endParaRPr lang="en-US" sz="1050" b="1" dirty="0">
              <a:solidFill>
                <a:schemeClr val="tx1">
                  <a:lumMod val="75000"/>
                  <a:lumOff val="25000"/>
                </a:schemeClr>
              </a:solidFill>
            </a:endParaRPr>
          </a:p>
        </p:txBody>
      </p:sp>
    </p:spTree>
    <p:extLst>
      <p:ext uri="{BB962C8B-B14F-4D97-AF65-F5344CB8AC3E}">
        <p14:creationId xmlns:p14="http://schemas.microsoft.com/office/powerpoint/2010/main" val="129678688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able 2">
            <a:extLst>
              <a:ext uri="{FF2B5EF4-FFF2-40B4-BE49-F238E27FC236}">
                <a16:creationId xmlns:a16="http://schemas.microsoft.com/office/drawing/2014/main" id="{859B3967-B2A2-4005-BBAD-AC69597EF638}"/>
              </a:ext>
            </a:extLst>
          </p:cNvPr>
          <p:cNvGraphicFramePr>
            <a:graphicFrameLocks noGrp="1"/>
          </p:cNvGraphicFramePr>
          <p:nvPr>
            <p:extLst>
              <p:ext uri="{D42A27DB-BD31-4B8C-83A1-F6EECF244321}">
                <p14:modId xmlns:p14="http://schemas.microsoft.com/office/powerpoint/2010/main" val="3239965914"/>
              </p:ext>
            </p:extLst>
          </p:nvPr>
        </p:nvGraphicFramePr>
        <p:xfrm>
          <a:off x="250257" y="895350"/>
          <a:ext cx="8643485" cy="2651717"/>
        </p:xfrm>
        <a:graphic>
          <a:graphicData uri="http://schemas.openxmlformats.org/drawingml/2006/table">
            <a:tbl>
              <a:tblPr firstRow="1" bandRow="1">
                <a:tableStyleId>{93296810-A885-4BE3-A3E7-6D5BEEA58F35}</a:tableStyleId>
              </a:tblPr>
              <a:tblGrid>
                <a:gridCol w="2188712">
                  <a:extLst>
                    <a:ext uri="{9D8B030D-6E8A-4147-A177-3AD203B41FA5}">
                      <a16:colId xmlns:a16="http://schemas.microsoft.com/office/drawing/2014/main" val="2468729273"/>
                    </a:ext>
                  </a:extLst>
                </a:gridCol>
                <a:gridCol w="6454773">
                  <a:extLst>
                    <a:ext uri="{9D8B030D-6E8A-4147-A177-3AD203B41FA5}">
                      <a16:colId xmlns:a16="http://schemas.microsoft.com/office/drawing/2014/main" val="941881028"/>
                    </a:ext>
                  </a:extLst>
                </a:gridCol>
              </a:tblGrid>
              <a:tr h="274277">
                <a:tc>
                  <a:txBody>
                    <a:bodyPr/>
                    <a:lstStyle>
                      <a:lvl1pPr marL="0" algn="l" defTabSz="914400" rtl="0" eaLnBrk="1" latinLnBrk="0" hangingPunct="1">
                        <a:defRPr sz="1800" b="1" kern="1200">
                          <a:solidFill>
                            <a:schemeClr val="lt1"/>
                          </a:solidFill>
                          <a:latin typeface="Roboto"/>
                        </a:defRPr>
                      </a:lvl1pPr>
                      <a:lvl2pPr marL="457200" algn="l" defTabSz="914400" rtl="0" eaLnBrk="1" latinLnBrk="0" hangingPunct="1">
                        <a:defRPr sz="1800" b="1" kern="1200">
                          <a:solidFill>
                            <a:schemeClr val="lt1"/>
                          </a:solidFill>
                          <a:latin typeface="Roboto"/>
                        </a:defRPr>
                      </a:lvl2pPr>
                      <a:lvl3pPr marL="914400" algn="l" defTabSz="914400" rtl="0" eaLnBrk="1" latinLnBrk="0" hangingPunct="1">
                        <a:defRPr sz="1800" b="1" kern="1200">
                          <a:solidFill>
                            <a:schemeClr val="lt1"/>
                          </a:solidFill>
                          <a:latin typeface="Roboto"/>
                        </a:defRPr>
                      </a:lvl3pPr>
                      <a:lvl4pPr marL="1371600" algn="l" defTabSz="914400" rtl="0" eaLnBrk="1" latinLnBrk="0" hangingPunct="1">
                        <a:defRPr sz="1800" b="1" kern="1200">
                          <a:solidFill>
                            <a:schemeClr val="lt1"/>
                          </a:solidFill>
                          <a:latin typeface="Roboto"/>
                        </a:defRPr>
                      </a:lvl4pPr>
                      <a:lvl5pPr marL="1828800" algn="l" defTabSz="914400" rtl="0" eaLnBrk="1" latinLnBrk="0" hangingPunct="1">
                        <a:defRPr sz="1800" b="1" kern="1200">
                          <a:solidFill>
                            <a:schemeClr val="lt1"/>
                          </a:solidFill>
                          <a:latin typeface="Roboto"/>
                        </a:defRPr>
                      </a:lvl5pPr>
                      <a:lvl6pPr marL="2286000" algn="l" defTabSz="914400" rtl="0" eaLnBrk="1" latinLnBrk="0" hangingPunct="1">
                        <a:defRPr sz="1800" b="1" kern="1200">
                          <a:solidFill>
                            <a:schemeClr val="lt1"/>
                          </a:solidFill>
                          <a:latin typeface="Roboto"/>
                        </a:defRPr>
                      </a:lvl6pPr>
                      <a:lvl7pPr marL="2743200" algn="l" defTabSz="914400" rtl="0" eaLnBrk="1" latinLnBrk="0" hangingPunct="1">
                        <a:defRPr sz="1800" b="1" kern="1200">
                          <a:solidFill>
                            <a:schemeClr val="lt1"/>
                          </a:solidFill>
                          <a:latin typeface="Roboto"/>
                        </a:defRPr>
                      </a:lvl7pPr>
                      <a:lvl8pPr marL="3200400" algn="l" defTabSz="914400" rtl="0" eaLnBrk="1" latinLnBrk="0" hangingPunct="1">
                        <a:defRPr sz="1800" b="1" kern="1200">
                          <a:solidFill>
                            <a:schemeClr val="lt1"/>
                          </a:solidFill>
                          <a:latin typeface="Roboto"/>
                        </a:defRPr>
                      </a:lvl8pPr>
                      <a:lvl9pPr marL="3657600" algn="l" defTabSz="914400" rtl="0" eaLnBrk="1" latinLnBrk="0" hangingPunct="1">
                        <a:defRPr sz="1800" b="1" kern="1200">
                          <a:solidFill>
                            <a:schemeClr val="lt1"/>
                          </a:solidFill>
                          <a:latin typeface="Roboto"/>
                        </a:defRPr>
                      </a:lvl9pPr>
                    </a:lstStyle>
                    <a:p>
                      <a:pPr algn="ctr"/>
                      <a:r>
                        <a:rPr lang="en-GB" sz="1200" dirty="0"/>
                        <a:t>Item</a:t>
                      </a:r>
                    </a:p>
                  </a:txBody>
                  <a:tcPr marL="68580" marR="68580" marT="34290" marB="34290"/>
                </a:tc>
                <a:tc>
                  <a:txBody>
                    <a:bodyPr/>
                    <a:lstStyle>
                      <a:lvl1pPr marL="0" algn="l" defTabSz="914400" rtl="0" eaLnBrk="1" latinLnBrk="0" hangingPunct="1">
                        <a:defRPr sz="1800" b="1" kern="1200">
                          <a:solidFill>
                            <a:schemeClr val="lt1"/>
                          </a:solidFill>
                          <a:latin typeface="Roboto"/>
                        </a:defRPr>
                      </a:lvl1pPr>
                      <a:lvl2pPr marL="457200" algn="l" defTabSz="914400" rtl="0" eaLnBrk="1" latinLnBrk="0" hangingPunct="1">
                        <a:defRPr sz="1800" b="1" kern="1200">
                          <a:solidFill>
                            <a:schemeClr val="lt1"/>
                          </a:solidFill>
                          <a:latin typeface="Roboto"/>
                        </a:defRPr>
                      </a:lvl2pPr>
                      <a:lvl3pPr marL="914400" algn="l" defTabSz="914400" rtl="0" eaLnBrk="1" latinLnBrk="0" hangingPunct="1">
                        <a:defRPr sz="1800" b="1" kern="1200">
                          <a:solidFill>
                            <a:schemeClr val="lt1"/>
                          </a:solidFill>
                          <a:latin typeface="Roboto"/>
                        </a:defRPr>
                      </a:lvl3pPr>
                      <a:lvl4pPr marL="1371600" algn="l" defTabSz="914400" rtl="0" eaLnBrk="1" latinLnBrk="0" hangingPunct="1">
                        <a:defRPr sz="1800" b="1" kern="1200">
                          <a:solidFill>
                            <a:schemeClr val="lt1"/>
                          </a:solidFill>
                          <a:latin typeface="Roboto"/>
                        </a:defRPr>
                      </a:lvl4pPr>
                      <a:lvl5pPr marL="1828800" algn="l" defTabSz="914400" rtl="0" eaLnBrk="1" latinLnBrk="0" hangingPunct="1">
                        <a:defRPr sz="1800" b="1" kern="1200">
                          <a:solidFill>
                            <a:schemeClr val="lt1"/>
                          </a:solidFill>
                          <a:latin typeface="Roboto"/>
                        </a:defRPr>
                      </a:lvl5pPr>
                      <a:lvl6pPr marL="2286000" algn="l" defTabSz="914400" rtl="0" eaLnBrk="1" latinLnBrk="0" hangingPunct="1">
                        <a:defRPr sz="1800" b="1" kern="1200">
                          <a:solidFill>
                            <a:schemeClr val="lt1"/>
                          </a:solidFill>
                          <a:latin typeface="Roboto"/>
                        </a:defRPr>
                      </a:lvl6pPr>
                      <a:lvl7pPr marL="2743200" algn="l" defTabSz="914400" rtl="0" eaLnBrk="1" latinLnBrk="0" hangingPunct="1">
                        <a:defRPr sz="1800" b="1" kern="1200">
                          <a:solidFill>
                            <a:schemeClr val="lt1"/>
                          </a:solidFill>
                          <a:latin typeface="Roboto"/>
                        </a:defRPr>
                      </a:lvl7pPr>
                      <a:lvl8pPr marL="3200400" algn="l" defTabSz="914400" rtl="0" eaLnBrk="1" latinLnBrk="0" hangingPunct="1">
                        <a:defRPr sz="1800" b="1" kern="1200">
                          <a:solidFill>
                            <a:schemeClr val="lt1"/>
                          </a:solidFill>
                          <a:latin typeface="Roboto"/>
                        </a:defRPr>
                      </a:lvl8pPr>
                      <a:lvl9pPr marL="3657600" algn="l" defTabSz="914400" rtl="0" eaLnBrk="1" latinLnBrk="0" hangingPunct="1">
                        <a:defRPr sz="1800" b="1" kern="1200">
                          <a:solidFill>
                            <a:schemeClr val="lt1"/>
                          </a:solidFill>
                          <a:latin typeface="Roboto"/>
                        </a:defRPr>
                      </a:lvl9pPr>
                    </a:lstStyle>
                    <a:p>
                      <a:pPr algn="ctr"/>
                      <a:r>
                        <a:rPr lang="en-GB" sz="1200" dirty="0"/>
                        <a:t>Assumption/Exclusion</a:t>
                      </a:r>
                    </a:p>
                  </a:txBody>
                  <a:tcPr marL="68580" marR="68580" marT="34290" marB="34290"/>
                </a:tc>
                <a:extLst>
                  <a:ext uri="{0D108BD9-81ED-4DB2-BD59-A6C34878D82A}">
                    <a16:rowId xmlns:a16="http://schemas.microsoft.com/office/drawing/2014/main" val="3532580772"/>
                  </a:ext>
                </a:extLst>
              </a:tr>
              <a:tr h="713557">
                <a:tc>
                  <a:txBody>
                    <a:bodyPr/>
                    <a:lstStyle/>
                    <a:p>
                      <a:r>
                        <a:rPr lang="en-US" sz="1000" b="1" kern="1200" dirty="0">
                          <a:solidFill>
                            <a:schemeClr val="accent6"/>
                          </a:solidFill>
                          <a:latin typeface="+mn-lt"/>
                          <a:ea typeface="+mn-ea"/>
                          <a:cs typeface="+mn-cs"/>
                        </a:rPr>
                        <a:t>Electrical Point of Connections/Grid</a:t>
                      </a:r>
                    </a:p>
                    <a:p>
                      <a:r>
                        <a:rPr lang="en-US" sz="1000" b="1" kern="1200" dirty="0">
                          <a:solidFill>
                            <a:schemeClr val="accent6"/>
                          </a:solidFill>
                          <a:latin typeface="+mn-lt"/>
                          <a:ea typeface="+mn-ea"/>
                          <a:cs typeface="+mn-cs"/>
                        </a:rPr>
                        <a:t>Interconnection of Solar PV Plants</a:t>
                      </a:r>
                    </a:p>
                  </a:txBody>
                  <a:tcPr anchor="ctr"/>
                </a:tc>
                <a:tc>
                  <a:txBody>
                    <a:bodyPr/>
                    <a:lstStyle/>
                    <a:p>
                      <a:pPr algn="just"/>
                      <a:r>
                        <a:rPr lang="en-GB" sz="1000" dirty="0">
                          <a:solidFill>
                            <a:schemeClr val="accent6"/>
                          </a:solidFill>
                        </a:rPr>
                        <a:t>Total PV Capacity has been estimated based on maximum shade-free (up to 8 hours) for PV installation.</a:t>
                      </a:r>
                    </a:p>
                    <a:p>
                      <a:pPr algn="just"/>
                      <a:endParaRPr lang="en-GB" sz="1000" dirty="0">
                        <a:solidFill>
                          <a:schemeClr val="accent6"/>
                        </a:solidFill>
                      </a:endParaRPr>
                    </a:p>
                    <a:p>
                      <a:pPr algn="just"/>
                      <a:r>
                        <a:rPr lang="en-GB" sz="1000" dirty="0">
                          <a:solidFill>
                            <a:schemeClr val="accent6"/>
                          </a:solidFill>
                        </a:rPr>
                        <a:t>Electrical Point of Connections (PoC) have been </a:t>
                      </a:r>
                      <a:r>
                        <a:rPr lang="en-GB" sz="1000" b="1" dirty="0">
                          <a:solidFill>
                            <a:schemeClr val="accent6"/>
                          </a:solidFill>
                        </a:rPr>
                        <a:t>assumed</a:t>
                      </a:r>
                      <a:r>
                        <a:rPr lang="en-GB" sz="1000" dirty="0">
                          <a:solidFill>
                            <a:schemeClr val="accent6"/>
                          </a:solidFill>
                        </a:rPr>
                        <a:t> with the following considerations: </a:t>
                      </a:r>
                    </a:p>
                    <a:p>
                      <a:pPr marL="171450" indent="-171450" algn="just">
                        <a:buFontTx/>
                        <a:buChar char="-"/>
                      </a:pPr>
                      <a:r>
                        <a:rPr lang="en-GB" sz="1000" dirty="0">
                          <a:solidFill>
                            <a:schemeClr val="accent6"/>
                          </a:solidFill>
                        </a:rPr>
                        <a:t>LV (415V) level</a:t>
                      </a:r>
                    </a:p>
                    <a:p>
                      <a:pPr marL="171450" indent="-171450" algn="just">
                        <a:buFontTx/>
                        <a:buChar char="-"/>
                      </a:pPr>
                      <a:r>
                        <a:rPr lang="en-GB" sz="1000" dirty="0">
                          <a:solidFill>
                            <a:schemeClr val="accent6"/>
                          </a:solidFill>
                        </a:rPr>
                        <a:t>Proximity to PV Installation </a:t>
                      </a:r>
                    </a:p>
                    <a:p>
                      <a:pPr marL="171450" indent="-171450" algn="just">
                        <a:buFontTx/>
                        <a:buChar char="-"/>
                      </a:pPr>
                      <a:r>
                        <a:rPr lang="en-GB" sz="1000" dirty="0">
                          <a:solidFill>
                            <a:schemeClr val="accent6"/>
                          </a:solidFill>
                        </a:rPr>
                        <a:t>Availability of physical space in the LV panels (Inverters/AC Combiner Panels) installation </a:t>
                      </a:r>
                    </a:p>
                    <a:p>
                      <a:pPr marL="171450" indent="-171450" algn="just">
                        <a:buFontTx/>
                        <a:buChar char="-"/>
                      </a:pPr>
                      <a:r>
                        <a:rPr lang="en-GB" sz="1000" dirty="0">
                          <a:solidFill>
                            <a:schemeClr val="accent6"/>
                          </a:solidFill>
                        </a:rPr>
                        <a:t>Suitable rating of Busbar and availability of spares (switchgear/compartments) with minimum requirements for existing panel modification</a:t>
                      </a:r>
                    </a:p>
                    <a:p>
                      <a:pPr marL="171450" indent="-171450" algn="just">
                        <a:buFontTx/>
                        <a:buChar char="-"/>
                      </a:pPr>
                      <a:r>
                        <a:rPr lang="en-GB" sz="1000" dirty="0">
                          <a:solidFill>
                            <a:schemeClr val="accent6"/>
                          </a:solidFill>
                        </a:rPr>
                        <a:t>Proposed PV capacity to be within ~50% of TCL (Total Connected Load) of existing LV panel at the PoC – per APSR mandate </a:t>
                      </a:r>
                    </a:p>
                    <a:p>
                      <a:pPr marL="171450" indent="-171450" algn="just">
                        <a:buFontTx/>
                        <a:buChar char="-"/>
                      </a:pPr>
                      <a:r>
                        <a:rPr lang="en-GB" sz="1000" dirty="0">
                          <a:solidFill>
                            <a:schemeClr val="accent6"/>
                          </a:solidFill>
                        </a:rPr>
                        <a:t>Available route for DC/AC Cables into LV panel and easy access for Equipment &amp; Personnel </a:t>
                      </a:r>
                    </a:p>
                    <a:p>
                      <a:pPr marL="171450" indent="-171450" algn="just">
                        <a:buFontTx/>
                        <a:buChar char="-"/>
                      </a:pPr>
                      <a:r>
                        <a:rPr lang="en-GB" sz="1000" dirty="0">
                          <a:solidFill>
                            <a:schemeClr val="accent6"/>
                          </a:solidFill>
                        </a:rPr>
                        <a:t>PoC to be finalized by Client. Offered price is subject to revision upon finalization of PoC.</a:t>
                      </a:r>
                    </a:p>
                    <a:p>
                      <a:pPr marL="171450" indent="-171450" algn="just">
                        <a:buFontTx/>
                        <a:buChar char="-"/>
                      </a:pPr>
                      <a:endParaRPr lang="en-GB" sz="1000" dirty="0">
                        <a:solidFill>
                          <a:schemeClr val="accent6"/>
                        </a:solidFill>
                      </a:endParaRPr>
                    </a:p>
                    <a:p>
                      <a:pPr marL="0" indent="0" algn="just">
                        <a:buFontTx/>
                        <a:buNone/>
                      </a:pPr>
                      <a:r>
                        <a:rPr lang="en-GB" sz="1000" dirty="0">
                          <a:solidFill>
                            <a:schemeClr val="accent6"/>
                          </a:solidFill>
                        </a:rPr>
                        <a:t>Modification of </a:t>
                      </a:r>
                      <a:r>
                        <a:rPr lang="en-GB" sz="1000" dirty="0" err="1">
                          <a:solidFill>
                            <a:schemeClr val="accent6"/>
                          </a:solidFill>
                        </a:rPr>
                        <a:t>PoCs</a:t>
                      </a:r>
                      <a:r>
                        <a:rPr lang="en-GB" sz="1000" dirty="0">
                          <a:solidFill>
                            <a:schemeClr val="accent6"/>
                          </a:solidFill>
                        </a:rPr>
                        <a:t> is assumed to be the responsibility of the client and can be arranged with HTC accordingly.</a:t>
                      </a:r>
                    </a:p>
                  </a:txBody>
                  <a:tcPr anchor="ctr"/>
                </a:tc>
                <a:extLst>
                  <a:ext uri="{0D108BD9-81ED-4DB2-BD59-A6C34878D82A}">
                    <a16:rowId xmlns:a16="http://schemas.microsoft.com/office/drawing/2014/main" val="4098516426"/>
                  </a:ext>
                </a:extLst>
              </a:tr>
            </a:tbl>
          </a:graphicData>
        </a:graphic>
      </p:graphicFrame>
      <p:sp>
        <p:nvSpPr>
          <p:cNvPr id="13" name="Text Placeholder 7">
            <a:extLst>
              <a:ext uri="{FF2B5EF4-FFF2-40B4-BE49-F238E27FC236}">
                <a16:creationId xmlns:a16="http://schemas.microsoft.com/office/drawing/2014/main" id="{485C2317-FF99-4EBD-9E38-6B07D84C5E62}"/>
              </a:ext>
            </a:extLst>
          </p:cNvPr>
          <p:cNvSpPr>
            <a:spLocks noGrp="1"/>
          </p:cNvSpPr>
          <p:nvPr>
            <p:ph type="body" sz="half" idx="2"/>
          </p:nvPr>
        </p:nvSpPr>
        <p:spPr>
          <a:xfrm>
            <a:off x="250826" y="619126"/>
            <a:ext cx="8642350" cy="201613"/>
          </a:xfrm>
        </p:spPr>
        <p:txBody>
          <a:bodyPr/>
          <a:lstStyle/>
          <a:p>
            <a:r>
              <a:rPr lang="en-US" sz="1050" b="1" dirty="0">
                <a:solidFill>
                  <a:srgbClr val="633247"/>
                </a:solidFill>
                <a:latin typeface="Roboto"/>
                <a:ea typeface="+mn-ea"/>
              </a:rPr>
              <a:t>Engineering, Procurement &amp; Construction (EPC – All Inclusive)</a:t>
            </a:r>
          </a:p>
        </p:txBody>
      </p:sp>
      <p:sp>
        <p:nvSpPr>
          <p:cNvPr id="11" name="Title 9">
            <a:extLst>
              <a:ext uri="{FF2B5EF4-FFF2-40B4-BE49-F238E27FC236}">
                <a16:creationId xmlns:a16="http://schemas.microsoft.com/office/drawing/2014/main" id="{766B7EE4-0C61-7175-097E-BC5FDF6CF1EF}"/>
              </a:ext>
            </a:extLst>
          </p:cNvPr>
          <p:cNvSpPr txBox="1">
            <a:spLocks/>
          </p:cNvSpPr>
          <p:nvPr/>
        </p:nvSpPr>
        <p:spPr>
          <a:xfrm>
            <a:off x="250257" y="258430"/>
            <a:ext cx="8643486" cy="353524"/>
          </a:xfrm>
          <a:prstGeom prst="rect">
            <a:avLst/>
          </a:prstGeom>
        </p:spPr>
        <p:txBody>
          <a:bodyPr wrap="none" lIns="0" tIns="0" rIns="0" bIns="0" anchor="ctr">
            <a:noAutofit/>
          </a:bodyPr>
          <a:lstStyle>
            <a:lvl1pPr algn="ctr" defTabSz="914377" rtl="0" eaLnBrk="1" latinLnBrk="0" hangingPunct="1">
              <a:spcBef>
                <a:spcPct val="0"/>
              </a:spcBef>
              <a:buNone/>
              <a:defRPr sz="2400" b="1" kern="1200" baseline="0">
                <a:solidFill>
                  <a:schemeClr val="bg1">
                    <a:lumMod val="50000"/>
                  </a:schemeClr>
                </a:solidFill>
                <a:latin typeface="+mj-lt"/>
                <a:ea typeface="+mj-ea"/>
                <a:cs typeface="+mj-cs"/>
              </a:defRPr>
            </a:lvl1pPr>
          </a:lstStyle>
          <a:p>
            <a:r>
              <a:rPr lang="en-US" dirty="0">
                <a:solidFill>
                  <a:schemeClr val="tx1">
                    <a:lumMod val="50000"/>
                    <a:lumOff val="50000"/>
                  </a:schemeClr>
                </a:solidFill>
              </a:rPr>
              <a:t>Key Technical Assumptions/Considerations</a:t>
            </a:r>
            <a:endParaRPr lang="en-US" sz="2000" dirty="0">
              <a:solidFill>
                <a:schemeClr val="tx1">
                  <a:lumMod val="50000"/>
                  <a:lumOff val="50000"/>
                </a:schemeClr>
              </a:solidFill>
            </a:endParaRPr>
          </a:p>
        </p:txBody>
      </p:sp>
    </p:spTree>
    <p:extLst>
      <p:ext uri="{BB962C8B-B14F-4D97-AF65-F5344CB8AC3E}">
        <p14:creationId xmlns:p14="http://schemas.microsoft.com/office/powerpoint/2010/main" val="82264216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C394DD00-21CA-43CA-A3B8-B37CD44CECE3}"/>
              </a:ext>
            </a:extLst>
          </p:cNvPr>
          <p:cNvGraphicFramePr>
            <a:graphicFrameLocks noGrp="1"/>
          </p:cNvGraphicFramePr>
          <p:nvPr>
            <p:extLst>
              <p:ext uri="{D42A27DB-BD31-4B8C-83A1-F6EECF244321}">
                <p14:modId xmlns:p14="http://schemas.microsoft.com/office/powerpoint/2010/main" val="1426099802"/>
              </p:ext>
            </p:extLst>
          </p:nvPr>
        </p:nvGraphicFramePr>
        <p:xfrm>
          <a:off x="342900" y="895350"/>
          <a:ext cx="8458199" cy="2648996"/>
        </p:xfrm>
        <a:graphic>
          <a:graphicData uri="http://schemas.openxmlformats.org/drawingml/2006/table">
            <a:tbl>
              <a:tblPr firstRow="1" bandRow="1">
                <a:tableStyleId>{93296810-A885-4BE3-A3E7-6D5BEEA58F35}</a:tableStyleId>
              </a:tblPr>
              <a:tblGrid>
                <a:gridCol w="2082847">
                  <a:extLst>
                    <a:ext uri="{9D8B030D-6E8A-4147-A177-3AD203B41FA5}">
                      <a16:colId xmlns:a16="http://schemas.microsoft.com/office/drawing/2014/main" val="2468729273"/>
                    </a:ext>
                  </a:extLst>
                </a:gridCol>
                <a:gridCol w="6375352">
                  <a:extLst>
                    <a:ext uri="{9D8B030D-6E8A-4147-A177-3AD203B41FA5}">
                      <a16:colId xmlns:a16="http://schemas.microsoft.com/office/drawing/2014/main" val="941881028"/>
                    </a:ext>
                  </a:extLst>
                </a:gridCol>
              </a:tblGrid>
              <a:tr h="228600">
                <a:tc>
                  <a:txBody>
                    <a:bodyPr/>
                    <a:lstStyle>
                      <a:lvl1pPr marL="0" algn="l" defTabSz="914400" rtl="0" eaLnBrk="1" latinLnBrk="0" hangingPunct="1">
                        <a:defRPr sz="1800" b="1" kern="1200">
                          <a:solidFill>
                            <a:schemeClr val="lt1"/>
                          </a:solidFill>
                          <a:latin typeface="Roboto"/>
                        </a:defRPr>
                      </a:lvl1pPr>
                      <a:lvl2pPr marL="457200" algn="l" defTabSz="914400" rtl="0" eaLnBrk="1" latinLnBrk="0" hangingPunct="1">
                        <a:defRPr sz="1800" b="1" kern="1200">
                          <a:solidFill>
                            <a:schemeClr val="lt1"/>
                          </a:solidFill>
                          <a:latin typeface="Roboto"/>
                        </a:defRPr>
                      </a:lvl2pPr>
                      <a:lvl3pPr marL="914400" algn="l" defTabSz="914400" rtl="0" eaLnBrk="1" latinLnBrk="0" hangingPunct="1">
                        <a:defRPr sz="1800" b="1" kern="1200">
                          <a:solidFill>
                            <a:schemeClr val="lt1"/>
                          </a:solidFill>
                          <a:latin typeface="Roboto"/>
                        </a:defRPr>
                      </a:lvl3pPr>
                      <a:lvl4pPr marL="1371600" algn="l" defTabSz="914400" rtl="0" eaLnBrk="1" latinLnBrk="0" hangingPunct="1">
                        <a:defRPr sz="1800" b="1" kern="1200">
                          <a:solidFill>
                            <a:schemeClr val="lt1"/>
                          </a:solidFill>
                          <a:latin typeface="Roboto"/>
                        </a:defRPr>
                      </a:lvl4pPr>
                      <a:lvl5pPr marL="1828800" algn="l" defTabSz="914400" rtl="0" eaLnBrk="1" latinLnBrk="0" hangingPunct="1">
                        <a:defRPr sz="1800" b="1" kern="1200">
                          <a:solidFill>
                            <a:schemeClr val="lt1"/>
                          </a:solidFill>
                          <a:latin typeface="Roboto"/>
                        </a:defRPr>
                      </a:lvl5pPr>
                      <a:lvl6pPr marL="2286000" algn="l" defTabSz="914400" rtl="0" eaLnBrk="1" latinLnBrk="0" hangingPunct="1">
                        <a:defRPr sz="1800" b="1" kern="1200">
                          <a:solidFill>
                            <a:schemeClr val="lt1"/>
                          </a:solidFill>
                          <a:latin typeface="Roboto"/>
                        </a:defRPr>
                      </a:lvl6pPr>
                      <a:lvl7pPr marL="2743200" algn="l" defTabSz="914400" rtl="0" eaLnBrk="1" latinLnBrk="0" hangingPunct="1">
                        <a:defRPr sz="1800" b="1" kern="1200">
                          <a:solidFill>
                            <a:schemeClr val="lt1"/>
                          </a:solidFill>
                          <a:latin typeface="Roboto"/>
                        </a:defRPr>
                      </a:lvl7pPr>
                      <a:lvl8pPr marL="3200400" algn="l" defTabSz="914400" rtl="0" eaLnBrk="1" latinLnBrk="0" hangingPunct="1">
                        <a:defRPr sz="1800" b="1" kern="1200">
                          <a:solidFill>
                            <a:schemeClr val="lt1"/>
                          </a:solidFill>
                          <a:latin typeface="Roboto"/>
                        </a:defRPr>
                      </a:lvl8pPr>
                      <a:lvl9pPr marL="3657600" algn="l" defTabSz="914400" rtl="0" eaLnBrk="1" latinLnBrk="0" hangingPunct="1">
                        <a:defRPr sz="1800" b="1" kern="1200">
                          <a:solidFill>
                            <a:schemeClr val="lt1"/>
                          </a:solidFill>
                          <a:latin typeface="Roboto"/>
                        </a:defRPr>
                      </a:lvl9pPr>
                    </a:lstStyle>
                    <a:p>
                      <a:pPr algn="ctr"/>
                      <a:r>
                        <a:rPr lang="en-GB" sz="1200" dirty="0"/>
                        <a:t>Item</a:t>
                      </a:r>
                    </a:p>
                  </a:txBody>
                  <a:tcPr marL="68580" marR="68580" marT="34290" marB="34290"/>
                </a:tc>
                <a:tc>
                  <a:txBody>
                    <a:bodyPr/>
                    <a:lstStyle>
                      <a:lvl1pPr marL="0" algn="l" defTabSz="914400" rtl="0" eaLnBrk="1" latinLnBrk="0" hangingPunct="1">
                        <a:defRPr sz="1800" b="1" kern="1200">
                          <a:solidFill>
                            <a:schemeClr val="lt1"/>
                          </a:solidFill>
                          <a:latin typeface="Roboto"/>
                        </a:defRPr>
                      </a:lvl1pPr>
                      <a:lvl2pPr marL="457200" algn="l" defTabSz="914400" rtl="0" eaLnBrk="1" latinLnBrk="0" hangingPunct="1">
                        <a:defRPr sz="1800" b="1" kern="1200">
                          <a:solidFill>
                            <a:schemeClr val="lt1"/>
                          </a:solidFill>
                          <a:latin typeface="Roboto"/>
                        </a:defRPr>
                      </a:lvl2pPr>
                      <a:lvl3pPr marL="914400" algn="l" defTabSz="914400" rtl="0" eaLnBrk="1" latinLnBrk="0" hangingPunct="1">
                        <a:defRPr sz="1800" b="1" kern="1200">
                          <a:solidFill>
                            <a:schemeClr val="lt1"/>
                          </a:solidFill>
                          <a:latin typeface="Roboto"/>
                        </a:defRPr>
                      </a:lvl3pPr>
                      <a:lvl4pPr marL="1371600" algn="l" defTabSz="914400" rtl="0" eaLnBrk="1" latinLnBrk="0" hangingPunct="1">
                        <a:defRPr sz="1800" b="1" kern="1200">
                          <a:solidFill>
                            <a:schemeClr val="lt1"/>
                          </a:solidFill>
                          <a:latin typeface="Roboto"/>
                        </a:defRPr>
                      </a:lvl4pPr>
                      <a:lvl5pPr marL="1828800" algn="l" defTabSz="914400" rtl="0" eaLnBrk="1" latinLnBrk="0" hangingPunct="1">
                        <a:defRPr sz="1800" b="1" kern="1200">
                          <a:solidFill>
                            <a:schemeClr val="lt1"/>
                          </a:solidFill>
                          <a:latin typeface="Roboto"/>
                        </a:defRPr>
                      </a:lvl5pPr>
                      <a:lvl6pPr marL="2286000" algn="l" defTabSz="914400" rtl="0" eaLnBrk="1" latinLnBrk="0" hangingPunct="1">
                        <a:defRPr sz="1800" b="1" kern="1200">
                          <a:solidFill>
                            <a:schemeClr val="lt1"/>
                          </a:solidFill>
                          <a:latin typeface="Roboto"/>
                        </a:defRPr>
                      </a:lvl6pPr>
                      <a:lvl7pPr marL="2743200" algn="l" defTabSz="914400" rtl="0" eaLnBrk="1" latinLnBrk="0" hangingPunct="1">
                        <a:defRPr sz="1800" b="1" kern="1200">
                          <a:solidFill>
                            <a:schemeClr val="lt1"/>
                          </a:solidFill>
                          <a:latin typeface="Roboto"/>
                        </a:defRPr>
                      </a:lvl7pPr>
                      <a:lvl8pPr marL="3200400" algn="l" defTabSz="914400" rtl="0" eaLnBrk="1" latinLnBrk="0" hangingPunct="1">
                        <a:defRPr sz="1800" b="1" kern="1200">
                          <a:solidFill>
                            <a:schemeClr val="lt1"/>
                          </a:solidFill>
                          <a:latin typeface="Roboto"/>
                        </a:defRPr>
                      </a:lvl8pPr>
                      <a:lvl9pPr marL="3657600" algn="l" defTabSz="914400" rtl="0" eaLnBrk="1" latinLnBrk="0" hangingPunct="1">
                        <a:defRPr sz="1800" b="1" kern="1200">
                          <a:solidFill>
                            <a:schemeClr val="lt1"/>
                          </a:solidFill>
                          <a:latin typeface="Roboto"/>
                        </a:defRPr>
                      </a:lvl9pPr>
                    </a:lstStyle>
                    <a:p>
                      <a:pPr algn="ctr"/>
                      <a:r>
                        <a:rPr lang="en-GB" sz="1200" dirty="0"/>
                        <a:t>Assumption/Exclusion</a:t>
                      </a:r>
                    </a:p>
                  </a:txBody>
                  <a:tcPr marL="68580" marR="68580" marT="34290" marB="34290"/>
                </a:tc>
                <a:extLst>
                  <a:ext uri="{0D108BD9-81ED-4DB2-BD59-A6C34878D82A}">
                    <a16:rowId xmlns:a16="http://schemas.microsoft.com/office/drawing/2014/main" val="3532580772"/>
                  </a:ext>
                </a:extLst>
              </a:tr>
              <a:tr h="294416">
                <a:tc>
                  <a:txBody>
                    <a:bodyPr/>
                    <a:lstStyle/>
                    <a:p>
                      <a:pPr algn="ctr"/>
                      <a:r>
                        <a:rPr lang="en-GB" sz="1000" b="1" dirty="0">
                          <a:solidFill>
                            <a:schemeClr val="accent6"/>
                          </a:solidFill>
                        </a:rPr>
                        <a:t>Mechanical &amp; Electrical </a:t>
                      </a:r>
                    </a:p>
                    <a:p>
                      <a:pPr algn="ctr"/>
                      <a:r>
                        <a:rPr lang="en-GB" sz="1000" b="1" dirty="0">
                          <a:solidFill>
                            <a:schemeClr val="accent6"/>
                          </a:solidFill>
                        </a:rPr>
                        <a:t>Balance of Systems (BoS)</a:t>
                      </a:r>
                    </a:p>
                  </a:txBody>
                  <a:tcPr anchor="ctr"/>
                </a:tc>
                <a:tc>
                  <a:txBody>
                    <a:bodyPr/>
                    <a:lstStyle/>
                    <a:p>
                      <a:pPr algn="just"/>
                      <a:r>
                        <a:rPr lang="en-GB" sz="1000" dirty="0">
                          <a:solidFill>
                            <a:schemeClr val="accent6"/>
                          </a:solidFill>
                        </a:rPr>
                        <a:t>All Mechanical &amp; Electrical BoS (Cables, Cable Management Systems, Cable Termination Accessories, Switchgears, Cable Tags, HSE Signs, Enclosures, Consumables etc.) proposed from APSR/DisCo-approved makes and guidelines.</a:t>
                      </a:r>
                    </a:p>
                  </a:txBody>
                  <a:tcPr anchor="ctr"/>
                </a:tc>
                <a:extLst>
                  <a:ext uri="{0D108BD9-81ED-4DB2-BD59-A6C34878D82A}">
                    <a16:rowId xmlns:a16="http://schemas.microsoft.com/office/drawing/2014/main" val="3886033575"/>
                  </a:ext>
                </a:extLst>
              </a:tr>
              <a:tr h="294416">
                <a:tc>
                  <a:txBody>
                    <a:bodyPr/>
                    <a:lstStyle/>
                    <a:p>
                      <a:pPr algn="ctr"/>
                      <a:r>
                        <a:rPr lang="en-GB" sz="1000" b="1" dirty="0">
                          <a:solidFill>
                            <a:schemeClr val="accent6"/>
                          </a:solidFill>
                        </a:rPr>
                        <a:t>DC/AC Voltage Drop </a:t>
                      </a:r>
                    </a:p>
                    <a:p>
                      <a:pPr algn="ctr"/>
                      <a:r>
                        <a:rPr lang="en-GB" sz="1000" b="1" dirty="0">
                          <a:solidFill>
                            <a:schemeClr val="accent6"/>
                          </a:solidFill>
                        </a:rPr>
                        <a:t>&amp; Power Loss</a:t>
                      </a:r>
                    </a:p>
                  </a:txBody>
                  <a:tcPr anchor="ctr"/>
                </a:tc>
                <a:tc>
                  <a:txBody>
                    <a:bodyPr/>
                    <a:lstStyle/>
                    <a:p>
                      <a:pPr algn="just"/>
                      <a:r>
                        <a:rPr lang="en-GB" sz="1000" dirty="0">
                          <a:solidFill>
                            <a:schemeClr val="accent6"/>
                          </a:solidFill>
                        </a:rPr>
                        <a:t>The average DC/AC Cables’ loss considered in design is approx. 2% on each - compliant with APSR regulations (Oman Electrical Standards allow up to 4%).</a:t>
                      </a:r>
                    </a:p>
                  </a:txBody>
                  <a:tcPr anchor="ctr"/>
                </a:tc>
                <a:extLst>
                  <a:ext uri="{0D108BD9-81ED-4DB2-BD59-A6C34878D82A}">
                    <a16:rowId xmlns:a16="http://schemas.microsoft.com/office/drawing/2014/main" val="308380836"/>
                  </a:ext>
                </a:extLst>
              </a:tr>
              <a:tr h="294416">
                <a:tc>
                  <a:txBody>
                    <a:bodyPr/>
                    <a:lstStyle/>
                    <a:p>
                      <a:pPr algn="ctr"/>
                      <a:r>
                        <a:rPr lang="en-GB" sz="1000" b="1" dirty="0">
                          <a:solidFill>
                            <a:schemeClr val="accent6"/>
                          </a:solidFill>
                        </a:rPr>
                        <a:t>Earthing System </a:t>
                      </a:r>
                    </a:p>
                  </a:txBody>
                  <a:tcPr anchor="ctr"/>
                </a:tc>
                <a:tc>
                  <a:txBody>
                    <a:bodyPr/>
                    <a:lstStyle/>
                    <a:p>
                      <a:pPr algn="just"/>
                      <a:r>
                        <a:rPr lang="en-GB" sz="1000" dirty="0">
                          <a:solidFill>
                            <a:schemeClr val="accent6"/>
                          </a:solidFill>
                        </a:rPr>
                        <a:t>DC/AC Earthing Systems and Accessories are considered with connection into the existing Earthing Network</a:t>
                      </a:r>
                    </a:p>
                  </a:txBody>
                  <a:tcPr anchor="ctr"/>
                </a:tc>
                <a:extLst>
                  <a:ext uri="{0D108BD9-81ED-4DB2-BD59-A6C34878D82A}">
                    <a16:rowId xmlns:a16="http://schemas.microsoft.com/office/drawing/2014/main" val="190660031"/>
                  </a:ext>
                </a:extLst>
              </a:tr>
              <a:tr h="381000">
                <a:tc>
                  <a:txBody>
                    <a:bodyPr/>
                    <a:lstStyle/>
                    <a:p>
                      <a:pPr algn="ctr"/>
                      <a:r>
                        <a:rPr lang="en-GB" sz="1000" b="1" dirty="0">
                          <a:solidFill>
                            <a:schemeClr val="accent6"/>
                          </a:solidFill>
                        </a:rPr>
                        <a:t>Lightning Protection System</a:t>
                      </a:r>
                    </a:p>
                  </a:txBody>
                  <a:tcPr anchor="ctr"/>
                </a:tc>
                <a:tc>
                  <a:txBody>
                    <a:bodyPr/>
                    <a:lstStyle/>
                    <a:p>
                      <a:pPr algn="just"/>
                      <a:r>
                        <a:rPr lang="en-GB" sz="1000" dirty="0">
                          <a:solidFill>
                            <a:schemeClr val="accent6"/>
                          </a:solidFill>
                        </a:rPr>
                        <a:t>Not included in offer.</a:t>
                      </a:r>
                    </a:p>
                  </a:txBody>
                  <a:tcPr anchor="ctr"/>
                </a:tc>
                <a:extLst>
                  <a:ext uri="{0D108BD9-81ED-4DB2-BD59-A6C34878D82A}">
                    <a16:rowId xmlns:a16="http://schemas.microsoft.com/office/drawing/2014/main" val="4098516426"/>
                  </a:ext>
                </a:extLst>
              </a:tr>
              <a:tr h="381000">
                <a:tc>
                  <a:txBody>
                    <a:bodyPr/>
                    <a:lstStyle/>
                    <a:p>
                      <a:pPr algn="ctr"/>
                      <a:r>
                        <a:rPr lang="en-US" sz="1000" b="1" kern="1200" dirty="0">
                          <a:solidFill>
                            <a:schemeClr val="accent6"/>
                          </a:solidFill>
                          <a:latin typeface="+mn-lt"/>
                          <a:ea typeface="+mn-ea"/>
                          <a:cs typeface="+mn-cs"/>
                        </a:rPr>
                        <a:t>Monitoring System</a:t>
                      </a:r>
                    </a:p>
                  </a:txBody>
                  <a:tcPr anchor="ctr"/>
                </a:tc>
                <a:tc>
                  <a:txBody>
                    <a:bodyPr/>
                    <a:lstStyle/>
                    <a:p>
                      <a:r>
                        <a:rPr lang="en-GB" sz="1000" kern="1200" dirty="0">
                          <a:solidFill>
                            <a:schemeClr val="accent6"/>
                          </a:solidFill>
                          <a:latin typeface="+mn-lt"/>
                          <a:ea typeface="+mn-ea"/>
                          <a:cs typeface="+mn-cs"/>
                        </a:rPr>
                        <a:t>Included in the offer. Internet is to be provided by the Client.</a:t>
                      </a:r>
                      <a:endParaRPr lang="en-GB" sz="1000" kern="1200" dirty="0">
                        <a:solidFill>
                          <a:schemeClr val="accent6"/>
                        </a:solidFill>
                        <a:highlight>
                          <a:srgbClr val="FFFF00"/>
                        </a:highlight>
                        <a:latin typeface="+mn-lt"/>
                        <a:ea typeface="+mn-ea"/>
                        <a:cs typeface="+mn-cs"/>
                      </a:endParaRPr>
                    </a:p>
                  </a:txBody>
                  <a:tcPr anchor="ctr"/>
                </a:tc>
                <a:extLst>
                  <a:ext uri="{0D108BD9-81ED-4DB2-BD59-A6C34878D82A}">
                    <a16:rowId xmlns:a16="http://schemas.microsoft.com/office/drawing/2014/main" val="2155403422"/>
                  </a:ext>
                </a:extLst>
              </a:tr>
              <a:tr h="381000">
                <a:tc>
                  <a:txBody>
                    <a:bodyPr/>
                    <a:lstStyle/>
                    <a:p>
                      <a:pPr algn="ctr"/>
                      <a:r>
                        <a:rPr lang="en-GB" sz="1000" b="1" dirty="0">
                          <a:solidFill>
                            <a:schemeClr val="accent6"/>
                          </a:solidFill>
                        </a:rPr>
                        <a:t>Operations &amp; Maintenance</a:t>
                      </a:r>
                    </a:p>
                  </a:txBody>
                  <a:tcPr anchor="ctr"/>
                </a:tc>
                <a:tc>
                  <a:txBody>
                    <a:bodyPr/>
                    <a:lstStyle/>
                    <a:p>
                      <a:r>
                        <a:rPr lang="en-US" sz="1000" b="0" kern="1200" dirty="0">
                          <a:solidFill>
                            <a:schemeClr val="accent6"/>
                          </a:solidFill>
                          <a:latin typeface="+mn-lt"/>
                          <a:ea typeface="+mn-ea"/>
                          <a:cs typeface="+mn-cs"/>
                        </a:rPr>
                        <a:t>It includes monthly visit for Water-based Cleaning, Remote Monitoring &amp; Trouble-shooting Support and On-call visit, as required. Client to ensure water supply on site.</a:t>
                      </a:r>
                    </a:p>
                  </a:txBody>
                  <a:tcPr anchor="ctr"/>
                </a:tc>
                <a:extLst>
                  <a:ext uri="{0D108BD9-81ED-4DB2-BD59-A6C34878D82A}">
                    <a16:rowId xmlns:a16="http://schemas.microsoft.com/office/drawing/2014/main" val="1643742055"/>
                  </a:ext>
                </a:extLst>
              </a:tr>
            </a:tbl>
          </a:graphicData>
        </a:graphic>
      </p:graphicFrame>
      <p:sp>
        <p:nvSpPr>
          <p:cNvPr id="5" name="Text Placeholder 7">
            <a:extLst>
              <a:ext uri="{FF2B5EF4-FFF2-40B4-BE49-F238E27FC236}">
                <a16:creationId xmlns:a16="http://schemas.microsoft.com/office/drawing/2014/main" id="{A8300304-09FB-5BEB-F9FD-B277FF39E5D5}"/>
              </a:ext>
            </a:extLst>
          </p:cNvPr>
          <p:cNvSpPr>
            <a:spLocks noGrp="1"/>
          </p:cNvSpPr>
          <p:nvPr>
            <p:ph type="body" sz="half" idx="2"/>
          </p:nvPr>
        </p:nvSpPr>
        <p:spPr>
          <a:xfrm>
            <a:off x="250826" y="619126"/>
            <a:ext cx="8642350" cy="201613"/>
          </a:xfrm>
        </p:spPr>
        <p:txBody>
          <a:bodyPr/>
          <a:lstStyle/>
          <a:p>
            <a:r>
              <a:rPr lang="en-US" sz="1050" b="1" dirty="0">
                <a:solidFill>
                  <a:srgbClr val="633247"/>
                </a:solidFill>
                <a:latin typeface="Roboto"/>
                <a:ea typeface="+mn-ea"/>
              </a:rPr>
              <a:t>Engineering, Procurement &amp; Construction (EPC – All Inclusive)</a:t>
            </a:r>
          </a:p>
        </p:txBody>
      </p:sp>
      <p:sp>
        <p:nvSpPr>
          <p:cNvPr id="6" name="Title 9">
            <a:extLst>
              <a:ext uri="{FF2B5EF4-FFF2-40B4-BE49-F238E27FC236}">
                <a16:creationId xmlns:a16="http://schemas.microsoft.com/office/drawing/2014/main" id="{123BBE7B-F527-CEE7-B9FA-96ACEAFB0D81}"/>
              </a:ext>
            </a:extLst>
          </p:cNvPr>
          <p:cNvSpPr txBox="1">
            <a:spLocks/>
          </p:cNvSpPr>
          <p:nvPr/>
        </p:nvSpPr>
        <p:spPr>
          <a:xfrm>
            <a:off x="250257" y="258430"/>
            <a:ext cx="8643486" cy="353524"/>
          </a:xfrm>
          <a:prstGeom prst="rect">
            <a:avLst/>
          </a:prstGeom>
        </p:spPr>
        <p:txBody>
          <a:bodyPr wrap="none" lIns="0" tIns="0" rIns="0" bIns="0" anchor="ctr">
            <a:noAutofit/>
          </a:bodyPr>
          <a:lstStyle>
            <a:lvl1pPr algn="ctr" defTabSz="914377" rtl="0" eaLnBrk="1" latinLnBrk="0" hangingPunct="1">
              <a:spcBef>
                <a:spcPct val="0"/>
              </a:spcBef>
              <a:buNone/>
              <a:defRPr sz="2400" b="1" kern="1200" baseline="0">
                <a:solidFill>
                  <a:schemeClr val="bg1">
                    <a:lumMod val="50000"/>
                  </a:schemeClr>
                </a:solidFill>
                <a:latin typeface="+mj-lt"/>
                <a:ea typeface="+mj-ea"/>
                <a:cs typeface="+mj-cs"/>
              </a:defRPr>
            </a:lvl1pPr>
          </a:lstStyle>
          <a:p>
            <a:r>
              <a:rPr lang="en-US" dirty="0">
                <a:solidFill>
                  <a:schemeClr val="tx1">
                    <a:lumMod val="50000"/>
                    <a:lumOff val="50000"/>
                  </a:schemeClr>
                </a:solidFill>
              </a:rPr>
              <a:t>Key Technical Assumptions/Considerations</a:t>
            </a:r>
            <a:endParaRPr lang="en-US" sz="2000" dirty="0">
              <a:solidFill>
                <a:schemeClr val="tx1">
                  <a:lumMod val="50000"/>
                  <a:lumOff val="50000"/>
                </a:schemeClr>
              </a:solidFill>
            </a:endParaRPr>
          </a:p>
        </p:txBody>
      </p:sp>
    </p:spTree>
    <p:extLst>
      <p:ext uri="{BB962C8B-B14F-4D97-AF65-F5344CB8AC3E}">
        <p14:creationId xmlns:p14="http://schemas.microsoft.com/office/powerpoint/2010/main" val="2610780330"/>
      </p:ext>
    </p:extLst>
  </p:cSld>
  <p:clrMapOvr>
    <a:masterClrMapping/>
  </p:clrMapOvr>
  <p:transition spd="slow">
    <p:push dir="u"/>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78E7175F-1698-4556-8B47-D00FD4F4AD82}"/>
              </a:ext>
            </a:extLst>
          </p:cNvPr>
          <p:cNvGraphicFramePr>
            <a:graphicFrameLocks noGrp="1"/>
          </p:cNvGraphicFramePr>
          <p:nvPr>
            <p:extLst>
              <p:ext uri="{D42A27DB-BD31-4B8C-83A1-F6EECF244321}">
                <p14:modId xmlns:p14="http://schemas.microsoft.com/office/powerpoint/2010/main" val="4249839031"/>
              </p:ext>
            </p:extLst>
          </p:nvPr>
        </p:nvGraphicFramePr>
        <p:xfrm>
          <a:off x="355552" y="895350"/>
          <a:ext cx="8458200" cy="3223260"/>
        </p:xfrm>
        <a:graphic>
          <a:graphicData uri="http://schemas.openxmlformats.org/drawingml/2006/table">
            <a:tbl>
              <a:tblPr firstRow="1" bandRow="1">
                <a:tableStyleId>{93296810-A885-4BE3-A3E7-6D5BEEA58F35}</a:tableStyleId>
              </a:tblPr>
              <a:tblGrid>
                <a:gridCol w="2082848">
                  <a:extLst>
                    <a:ext uri="{9D8B030D-6E8A-4147-A177-3AD203B41FA5}">
                      <a16:colId xmlns:a16="http://schemas.microsoft.com/office/drawing/2014/main" val="2468729273"/>
                    </a:ext>
                  </a:extLst>
                </a:gridCol>
                <a:gridCol w="6375352">
                  <a:extLst>
                    <a:ext uri="{9D8B030D-6E8A-4147-A177-3AD203B41FA5}">
                      <a16:colId xmlns:a16="http://schemas.microsoft.com/office/drawing/2014/main" val="941881028"/>
                    </a:ext>
                  </a:extLst>
                </a:gridCol>
              </a:tblGrid>
              <a:tr h="228600">
                <a:tc>
                  <a:txBody>
                    <a:bodyPr/>
                    <a:lstStyle>
                      <a:lvl1pPr marL="0" algn="l" defTabSz="914400" rtl="0" eaLnBrk="1" latinLnBrk="0" hangingPunct="1">
                        <a:defRPr sz="1800" b="1" kern="1200">
                          <a:solidFill>
                            <a:schemeClr val="lt1"/>
                          </a:solidFill>
                          <a:latin typeface="Roboto"/>
                        </a:defRPr>
                      </a:lvl1pPr>
                      <a:lvl2pPr marL="457200" algn="l" defTabSz="914400" rtl="0" eaLnBrk="1" latinLnBrk="0" hangingPunct="1">
                        <a:defRPr sz="1800" b="1" kern="1200">
                          <a:solidFill>
                            <a:schemeClr val="lt1"/>
                          </a:solidFill>
                          <a:latin typeface="Roboto"/>
                        </a:defRPr>
                      </a:lvl2pPr>
                      <a:lvl3pPr marL="914400" algn="l" defTabSz="914400" rtl="0" eaLnBrk="1" latinLnBrk="0" hangingPunct="1">
                        <a:defRPr sz="1800" b="1" kern="1200">
                          <a:solidFill>
                            <a:schemeClr val="lt1"/>
                          </a:solidFill>
                          <a:latin typeface="Roboto"/>
                        </a:defRPr>
                      </a:lvl3pPr>
                      <a:lvl4pPr marL="1371600" algn="l" defTabSz="914400" rtl="0" eaLnBrk="1" latinLnBrk="0" hangingPunct="1">
                        <a:defRPr sz="1800" b="1" kern="1200">
                          <a:solidFill>
                            <a:schemeClr val="lt1"/>
                          </a:solidFill>
                          <a:latin typeface="Roboto"/>
                        </a:defRPr>
                      </a:lvl4pPr>
                      <a:lvl5pPr marL="1828800" algn="l" defTabSz="914400" rtl="0" eaLnBrk="1" latinLnBrk="0" hangingPunct="1">
                        <a:defRPr sz="1800" b="1" kern="1200">
                          <a:solidFill>
                            <a:schemeClr val="lt1"/>
                          </a:solidFill>
                          <a:latin typeface="Roboto"/>
                        </a:defRPr>
                      </a:lvl5pPr>
                      <a:lvl6pPr marL="2286000" algn="l" defTabSz="914400" rtl="0" eaLnBrk="1" latinLnBrk="0" hangingPunct="1">
                        <a:defRPr sz="1800" b="1" kern="1200">
                          <a:solidFill>
                            <a:schemeClr val="lt1"/>
                          </a:solidFill>
                          <a:latin typeface="Roboto"/>
                        </a:defRPr>
                      </a:lvl6pPr>
                      <a:lvl7pPr marL="2743200" algn="l" defTabSz="914400" rtl="0" eaLnBrk="1" latinLnBrk="0" hangingPunct="1">
                        <a:defRPr sz="1800" b="1" kern="1200">
                          <a:solidFill>
                            <a:schemeClr val="lt1"/>
                          </a:solidFill>
                          <a:latin typeface="Roboto"/>
                        </a:defRPr>
                      </a:lvl7pPr>
                      <a:lvl8pPr marL="3200400" algn="l" defTabSz="914400" rtl="0" eaLnBrk="1" latinLnBrk="0" hangingPunct="1">
                        <a:defRPr sz="1800" b="1" kern="1200">
                          <a:solidFill>
                            <a:schemeClr val="lt1"/>
                          </a:solidFill>
                          <a:latin typeface="Roboto"/>
                        </a:defRPr>
                      </a:lvl8pPr>
                      <a:lvl9pPr marL="3657600" algn="l" defTabSz="914400" rtl="0" eaLnBrk="1" latinLnBrk="0" hangingPunct="1">
                        <a:defRPr sz="1800" b="1" kern="1200">
                          <a:solidFill>
                            <a:schemeClr val="lt1"/>
                          </a:solidFill>
                          <a:latin typeface="Roboto"/>
                        </a:defRPr>
                      </a:lvl9pPr>
                    </a:lstStyle>
                    <a:p>
                      <a:pPr algn="ctr"/>
                      <a:r>
                        <a:rPr lang="en-GB" sz="1200" dirty="0"/>
                        <a:t>Item</a:t>
                      </a:r>
                    </a:p>
                  </a:txBody>
                  <a:tcPr marL="68580" marR="68580" marT="34290" marB="34290"/>
                </a:tc>
                <a:tc>
                  <a:txBody>
                    <a:bodyPr/>
                    <a:lstStyle>
                      <a:lvl1pPr marL="0" algn="l" defTabSz="914400" rtl="0" eaLnBrk="1" latinLnBrk="0" hangingPunct="1">
                        <a:defRPr sz="1800" b="1" kern="1200">
                          <a:solidFill>
                            <a:schemeClr val="lt1"/>
                          </a:solidFill>
                          <a:latin typeface="Roboto"/>
                        </a:defRPr>
                      </a:lvl1pPr>
                      <a:lvl2pPr marL="457200" algn="l" defTabSz="914400" rtl="0" eaLnBrk="1" latinLnBrk="0" hangingPunct="1">
                        <a:defRPr sz="1800" b="1" kern="1200">
                          <a:solidFill>
                            <a:schemeClr val="lt1"/>
                          </a:solidFill>
                          <a:latin typeface="Roboto"/>
                        </a:defRPr>
                      </a:lvl2pPr>
                      <a:lvl3pPr marL="914400" algn="l" defTabSz="914400" rtl="0" eaLnBrk="1" latinLnBrk="0" hangingPunct="1">
                        <a:defRPr sz="1800" b="1" kern="1200">
                          <a:solidFill>
                            <a:schemeClr val="lt1"/>
                          </a:solidFill>
                          <a:latin typeface="Roboto"/>
                        </a:defRPr>
                      </a:lvl3pPr>
                      <a:lvl4pPr marL="1371600" algn="l" defTabSz="914400" rtl="0" eaLnBrk="1" latinLnBrk="0" hangingPunct="1">
                        <a:defRPr sz="1800" b="1" kern="1200">
                          <a:solidFill>
                            <a:schemeClr val="lt1"/>
                          </a:solidFill>
                          <a:latin typeface="Roboto"/>
                        </a:defRPr>
                      </a:lvl4pPr>
                      <a:lvl5pPr marL="1828800" algn="l" defTabSz="914400" rtl="0" eaLnBrk="1" latinLnBrk="0" hangingPunct="1">
                        <a:defRPr sz="1800" b="1" kern="1200">
                          <a:solidFill>
                            <a:schemeClr val="lt1"/>
                          </a:solidFill>
                          <a:latin typeface="Roboto"/>
                        </a:defRPr>
                      </a:lvl5pPr>
                      <a:lvl6pPr marL="2286000" algn="l" defTabSz="914400" rtl="0" eaLnBrk="1" latinLnBrk="0" hangingPunct="1">
                        <a:defRPr sz="1800" b="1" kern="1200">
                          <a:solidFill>
                            <a:schemeClr val="lt1"/>
                          </a:solidFill>
                          <a:latin typeface="Roboto"/>
                        </a:defRPr>
                      </a:lvl6pPr>
                      <a:lvl7pPr marL="2743200" algn="l" defTabSz="914400" rtl="0" eaLnBrk="1" latinLnBrk="0" hangingPunct="1">
                        <a:defRPr sz="1800" b="1" kern="1200">
                          <a:solidFill>
                            <a:schemeClr val="lt1"/>
                          </a:solidFill>
                          <a:latin typeface="Roboto"/>
                        </a:defRPr>
                      </a:lvl7pPr>
                      <a:lvl8pPr marL="3200400" algn="l" defTabSz="914400" rtl="0" eaLnBrk="1" latinLnBrk="0" hangingPunct="1">
                        <a:defRPr sz="1800" b="1" kern="1200">
                          <a:solidFill>
                            <a:schemeClr val="lt1"/>
                          </a:solidFill>
                          <a:latin typeface="Roboto"/>
                        </a:defRPr>
                      </a:lvl8pPr>
                      <a:lvl9pPr marL="3657600" algn="l" defTabSz="914400" rtl="0" eaLnBrk="1" latinLnBrk="0" hangingPunct="1">
                        <a:defRPr sz="1800" b="1" kern="1200">
                          <a:solidFill>
                            <a:schemeClr val="lt1"/>
                          </a:solidFill>
                          <a:latin typeface="Roboto"/>
                        </a:defRPr>
                      </a:lvl9pPr>
                    </a:lstStyle>
                    <a:p>
                      <a:pPr algn="ctr"/>
                      <a:r>
                        <a:rPr lang="en-GB" sz="1200" dirty="0"/>
                        <a:t>Assumption/Exclusion</a:t>
                      </a:r>
                    </a:p>
                  </a:txBody>
                  <a:tcPr marL="68580" marR="68580" marT="34290" marB="34290"/>
                </a:tc>
                <a:extLst>
                  <a:ext uri="{0D108BD9-81ED-4DB2-BD59-A6C34878D82A}">
                    <a16:rowId xmlns:a16="http://schemas.microsoft.com/office/drawing/2014/main" val="3532580772"/>
                  </a:ext>
                </a:extLst>
              </a:tr>
              <a:tr h="426720">
                <a:tc>
                  <a:txBody>
                    <a:bodyPr/>
                    <a:lstStyle/>
                    <a:p>
                      <a:pPr algn="ctr"/>
                      <a:r>
                        <a:rPr lang="en-GB" sz="1000" b="1" dirty="0">
                          <a:solidFill>
                            <a:schemeClr val="accent6"/>
                          </a:solidFill>
                        </a:rPr>
                        <a:t>Energy Meters to be installed</a:t>
                      </a:r>
                    </a:p>
                  </a:txBody>
                  <a:tcPr anchor="ctr"/>
                </a:tc>
                <a:tc>
                  <a:txBody>
                    <a:bodyPr/>
                    <a:lstStyle/>
                    <a:p>
                      <a:pPr algn="just"/>
                      <a:r>
                        <a:rPr lang="en-GB" sz="1000" dirty="0">
                          <a:solidFill>
                            <a:schemeClr val="accent6"/>
                          </a:solidFill>
                        </a:rPr>
                        <a:t>The Energy Meters installed will be as follows for each Point of Connection:</a:t>
                      </a:r>
                    </a:p>
                    <a:p>
                      <a:pPr marL="171450" indent="-171450" algn="just">
                        <a:buFontTx/>
                        <a:buChar char="-"/>
                      </a:pPr>
                      <a:r>
                        <a:rPr lang="en-GB" sz="1000" dirty="0">
                          <a:solidFill>
                            <a:schemeClr val="accent6"/>
                          </a:solidFill>
                        </a:rPr>
                        <a:t>M1 Meter (Net Meter): Digital Meter to be re-calibrated (for bi-directional/2-way reading) in the existing Panel at Point of Connection. Property of DisCo – cannot be read/monitored by Client</a:t>
                      </a:r>
                    </a:p>
                    <a:p>
                      <a:pPr marL="171450" indent="-171450" algn="just">
                        <a:buFontTx/>
                        <a:buChar char="-"/>
                      </a:pPr>
                      <a:r>
                        <a:rPr lang="en-GB" sz="1000" dirty="0">
                          <a:solidFill>
                            <a:schemeClr val="accent6"/>
                          </a:solidFill>
                        </a:rPr>
                        <a:t>M2 Meter (Solar Meter): 2-way Digital Meter (DisCo approved make and checked/calibrated) procured and installed by Contractor on the Solar Feeder at PoC. Property of DisCo – cannot be read/monitored by Client</a:t>
                      </a:r>
                    </a:p>
                  </a:txBody>
                  <a:tcPr anchor="ctr"/>
                </a:tc>
                <a:extLst>
                  <a:ext uri="{0D108BD9-81ED-4DB2-BD59-A6C34878D82A}">
                    <a16:rowId xmlns:a16="http://schemas.microsoft.com/office/drawing/2014/main" val="156497660"/>
                  </a:ext>
                </a:extLst>
              </a:tr>
              <a:tr h="426720">
                <a:tc>
                  <a:txBody>
                    <a:bodyPr/>
                    <a:lstStyle/>
                    <a:p>
                      <a:pPr algn="ctr"/>
                      <a:r>
                        <a:rPr lang="en-GB" sz="1100" b="1" kern="1200" dirty="0">
                          <a:solidFill>
                            <a:schemeClr val="accent6"/>
                          </a:solidFill>
                        </a:rPr>
                        <a:t>Authority/Stakeholder Approvals</a:t>
                      </a:r>
                      <a:endParaRPr lang="en-GB" sz="1100" b="1" kern="1200" dirty="0">
                        <a:solidFill>
                          <a:schemeClr val="accent6"/>
                        </a:solidFill>
                        <a:latin typeface="Roboto" panose="02000000000000000000"/>
                        <a:ea typeface="+mn-ea"/>
                        <a:cs typeface="+mn-cs"/>
                      </a:endParaRPr>
                    </a:p>
                  </a:txBody>
                  <a:tcPr anchor="ctr"/>
                </a:tc>
                <a:tc>
                  <a:txBody>
                    <a:bodyPr/>
                    <a:lstStyle/>
                    <a:p>
                      <a:r>
                        <a:rPr lang="en-GB" sz="1100" kern="1200" dirty="0">
                          <a:solidFill>
                            <a:schemeClr val="accent6"/>
                          </a:solidFill>
                          <a:latin typeface="+mn-lt"/>
                          <a:ea typeface="+mn-ea"/>
                          <a:cs typeface="+mn-cs"/>
                        </a:rPr>
                        <a:t>All authority/stakeholder approvals will be in HTC’s scope (for NEDC)</a:t>
                      </a:r>
                    </a:p>
                  </a:txBody>
                  <a:tcPr anchor="ctr"/>
                </a:tc>
                <a:extLst>
                  <a:ext uri="{0D108BD9-81ED-4DB2-BD59-A6C34878D82A}">
                    <a16:rowId xmlns:a16="http://schemas.microsoft.com/office/drawing/2014/main" val="264789236"/>
                  </a:ext>
                </a:extLst>
              </a:tr>
              <a:tr h="426720">
                <a:tc>
                  <a:txBody>
                    <a:bodyPr/>
                    <a:lstStyle/>
                    <a:p>
                      <a:pPr algn="ctr"/>
                      <a:r>
                        <a:rPr lang="en-GB" sz="1000" b="1" dirty="0">
                          <a:solidFill>
                            <a:schemeClr val="accent6"/>
                          </a:solidFill>
                        </a:rPr>
                        <a:t>Proposal Type and Validity</a:t>
                      </a:r>
                    </a:p>
                  </a:txBody>
                  <a:tcPr anchor="ctr"/>
                </a:tc>
                <a:tc>
                  <a:txBody>
                    <a:bodyPr/>
                    <a:lstStyle/>
                    <a:p>
                      <a:pPr algn="just"/>
                      <a:r>
                        <a:rPr lang="en-GB" sz="1000" dirty="0">
                          <a:solidFill>
                            <a:schemeClr val="accent6"/>
                          </a:solidFill>
                        </a:rPr>
                        <a:t>This is a non-binding Techno-Commercial Proposal. Validity – 60 Days from Issue Date</a:t>
                      </a:r>
                    </a:p>
                  </a:txBody>
                  <a:tcPr anchor="ctr"/>
                </a:tc>
                <a:extLst>
                  <a:ext uri="{0D108BD9-81ED-4DB2-BD59-A6C34878D82A}">
                    <a16:rowId xmlns:a16="http://schemas.microsoft.com/office/drawing/2014/main" val="84281447"/>
                  </a:ext>
                </a:extLst>
              </a:tr>
              <a:tr h="426720">
                <a:tc>
                  <a:txBody>
                    <a:bodyPr/>
                    <a:lstStyle/>
                    <a:p>
                      <a:pPr algn="ctr"/>
                      <a:r>
                        <a:rPr lang="en-US" sz="1100" b="1" kern="1200" dirty="0">
                          <a:solidFill>
                            <a:schemeClr val="accent6"/>
                          </a:solidFill>
                          <a:latin typeface="Roboto" panose="02000000000000000000"/>
                          <a:ea typeface="+mn-ea"/>
                          <a:cs typeface="+mn-cs"/>
                        </a:rPr>
                        <a:t>Warranties</a:t>
                      </a:r>
                    </a:p>
                  </a:txBody>
                  <a:tcPr anchor="ctr"/>
                </a:tc>
                <a:tc>
                  <a:txBody>
                    <a:bodyPr/>
                    <a:lstStyle/>
                    <a:p>
                      <a:pPr algn="just"/>
                      <a:r>
                        <a:rPr lang="en-GB" sz="1100" b="1" dirty="0">
                          <a:solidFill>
                            <a:schemeClr val="accent6"/>
                          </a:solidFill>
                        </a:rPr>
                        <a:t>Standard Manufacturers’ Warranties applicable and offered.</a:t>
                      </a:r>
                    </a:p>
                    <a:p>
                      <a:pPr algn="just"/>
                      <a:r>
                        <a:rPr lang="en-GB" sz="1100" dirty="0">
                          <a:solidFill>
                            <a:schemeClr val="accent6"/>
                          </a:solidFill>
                        </a:rPr>
                        <a:t>PV Modules – 12 years (Product) </a:t>
                      </a:r>
                      <a:r>
                        <a:rPr lang="en-GB" sz="1100">
                          <a:solidFill>
                            <a:schemeClr val="accent6"/>
                          </a:solidFill>
                        </a:rPr>
                        <a:t>and 30 </a:t>
                      </a:r>
                      <a:r>
                        <a:rPr lang="en-GB" sz="1100" dirty="0">
                          <a:solidFill>
                            <a:schemeClr val="accent6"/>
                          </a:solidFill>
                        </a:rPr>
                        <a:t>years (Performance)</a:t>
                      </a:r>
                    </a:p>
                    <a:p>
                      <a:pPr algn="just"/>
                      <a:r>
                        <a:rPr lang="en-GB" sz="1100" dirty="0">
                          <a:solidFill>
                            <a:schemeClr val="accent6"/>
                          </a:solidFill>
                        </a:rPr>
                        <a:t>PV Inverters –5 years</a:t>
                      </a:r>
                    </a:p>
                    <a:p>
                      <a:pPr algn="just"/>
                      <a:r>
                        <a:rPr lang="en-GB" sz="1100" dirty="0">
                          <a:solidFill>
                            <a:schemeClr val="accent6"/>
                          </a:solidFill>
                        </a:rPr>
                        <a:t>Mounting Structure – 10 years</a:t>
                      </a:r>
                    </a:p>
                    <a:p>
                      <a:pPr algn="just"/>
                      <a:r>
                        <a:rPr lang="en-GB" sz="1100" dirty="0">
                          <a:solidFill>
                            <a:schemeClr val="accent6"/>
                          </a:solidFill>
                        </a:rPr>
                        <a:t>Balance of System (Electrical) – 1 year</a:t>
                      </a:r>
                    </a:p>
                    <a:p>
                      <a:pPr algn="just"/>
                      <a:r>
                        <a:rPr lang="en-GB" sz="1100" dirty="0">
                          <a:solidFill>
                            <a:schemeClr val="accent6"/>
                          </a:solidFill>
                        </a:rPr>
                        <a:t>PV Module Linear Power/Performance – 25 years</a:t>
                      </a:r>
                    </a:p>
                    <a:p>
                      <a:pPr algn="just"/>
                      <a:r>
                        <a:rPr lang="en-GB" sz="1100" dirty="0">
                          <a:solidFill>
                            <a:schemeClr val="accent6"/>
                          </a:solidFill>
                        </a:rPr>
                        <a:t>Overall System &amp; Workmanship Warranty – 1 year (Defect Liabilities Period/DLP)</a:t>
                      </a:r>
                    </a:p>
                  </a:txBody>
                  <a:tcPr anchor="ctr"/>
                </a:tc>
                <a:extLst>
                  <a:ext uri="{0D108BD9-81ED-4DB2-BD59-A6C34878D82A}">
                    <a16:rowId xmlns:a16="http://schemas.microsoft.com/office/drawing/2014/main" val="1087951818"/>
                  </a:ext>
                </a:extLst>
              </a:tr>
            </a:tbl>
          </a:graphicData>
        </a:graphic>
      </p:graphicFrame>
      <p:sp>
        <p:nvSpPr>
          <p:cNvPr id="5" name="Text Placeholder 7">
            <a:extLst>
              <a:ext uri="{FF2B5EF4-FFF2-40B4-BE49-F238E27FC236}">
                <a16:creationId xmlns:a16="http://schemas.microsoft.com/office/drawing/2014/main" id="{1451DBC8-3B23-8483-3D8D-ED853A2125FA}"/>
              </a:ext>
            </a:extLst>
          </p:cNvPr>
          <p:cNvSpPr>
            <a:spLocks noGrp="1"/>
          </p:cNvSpPr>
          <p:nvPr>
            <p:ph type="body" sz="half" idx="2"/>
          </p:nvPr>
        </p:nvSpPr>
        <p:spPr>
          <a:xfrm>
            <a:off x="250826" y="619126"/>
            <a:ext cx="8642350" cy="201613"/>
          </a:xfrm>
        </p:spPr>
        <p:txBody>
          <a:bodyPr/>
          <a:lstStyle/>
          <a:p>
            <a:r>
              <a:rPr lang="en-US" sz="1050" b="1" dirty="0">
                <a:solidFill>
                  <a:srgbClr val="633247"/>
                </a:solidFill>
                <a:latin typeface="Roboto"/>
                <a:ea typeface="+mn-ea"/>
              </a:rPr>
              <a:t>Engineering, Procurement &amp; Construction (EPC – All Inclusive)</a:t>
            </a:r>
          </a:p>
        </p:txBody>
      </p:sp>
      <p:sp>
        <p:nvSpPr>
          <p:cNvPr id="6" name="Title 9">
            <a:extLst>
              <a:ext uri="{FF2B5EF4-FFF2-40B4-BE49-F238E27FC236}">
                <a16:creationId xmlns:a16="http://schemas.microsoft.com/office/drawing/2014/main" id="{3E265B22-BA98-5A61-209A-F819F9E62167}"/>
              </a:ext>
            </a:extLst>
          </p:cNvPr>
          <p:cNvSpPr txBox="1">
            <a:spLocks/>
          </p:cNvSpPr>
          <p:nvPr/>
        </p:nvSpPr>
        <p:spPr>
          <a:xfrm>
            <a:off x="250257" y="258430"/>
            <a:ext cx="8643486" cy="353524"/>
          </a:xfrm>
          <a:prstGeom prst="rect">
            <a:avLst/>
          </a:prstGeom>
        </p:spPr>
        <p:txBody>
          <a:bodyPr wrap="none" lIns="0" tIns="0" rIns="0" bIns="0" anchor="ctr">
            <a:noAutofit/>
          </a:bodyPr>
          <a:lstStyle>
            <a:lvl1pPr algn="ctr" defTabSz="914377" rtl="0" eaLnBrk="1" latinLnBrk="0" hangingPunct="1">
              <a:spcBef>
                <a:spcPct val="0"/>
              </a:spcBef>
              <a:buNone/>
              <a:defRPr sz="2400" b="1" kern="1200" baseline="0">
                <a:solidFill>
                  <a:schemeClr val="bg1">
                    <a:lumMod val="50000"/>
                  </a:schemeClr>
                </a:solidFill>
                <a:latin typeface="+mj-lt"/>
                <a:ea typeface="+mj-ea"/>
                <a:cs typeface="+mj-cs"/>
              </a:defRPr>
            </a:lvl1pPr>
          </a:lstStyle>
          <a:p>
            <a:r>
              <a:rPr lang="en-US" dirty="0">
                <a:solidFill>
                  <a:schemeClr val="tx1">
                    <a:lumMod val="50000"/>
                    <a:lumOff val="50000"/>
                  </a:schemeClr>
                </a:solidFill>
              </a:rPr>
              <a:t>Key Technical Assumptions/Considerations</a:t>
            </a:r>
            <a:endParaRPr lang="en-US" sz="2000" dirty="0">
              <a:solidFill>
                <a:schemeClr val="tx1">
                  <a:lumMod val="50000"/>
                  <a:lumOff val="50000"/>
                </a:schemeClr>
              </a:solidFill>
            </a:endParaRPr>
          </a:p>
        </p:txBody>
      </p:sp>
    </p:spTree>
    <p:extLst>
      <p:ext uri="{BB962C8B-B14F-4D97-AF65-F5344CB8AC3E}">
        <p14:creationId xmlns:p14="http://schemas.microsoft.com/office/powerpoint/2010/main" val="2564973018"/>
      </p:ext>
    </p:extLst>
  </p:cSld>
  <p:clrMapOvr>
    <a:masterClrMapping/>
  </p:clrMapOvr>
  <p:transition spd="slow">
    <p:push dir="u"/>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bwMode="auto">
          <a:xfrm>
            <a:off x="0" y="0"/>
            <a:ext cx="9144000" cy="5143500"/>
          </a:xfrm>
          <a:prstGeom prst="rect">
            <a:avLst/>
          </a:prstGeom>
          <a:solidFill>
            <a:schemeClr val="accent6"/>
          </a:solidFill>
          <a:ln w="9525">
            <a:noFill/>
            <a:round/>
            <a:headEnd/>
            <a:tailEnd/>
          </a:ln>
        </p:spPr>
        <p:txBody>
          <a:bodyPr vert="horz" wrap="square" lIns="91440" tIns="45720" rIns="91440" bIns="45720" numCol="1" rtlCol="0" anchor="t" anchorCtr="0" compatLnSpc="1">
            <a:prstTxWarp prst="textNoShape">
              <a:avLst/>
            </a:prstTxWarp>
          </a:bodyPr>
          <a:lstStyle/>
          <a:p>
            <a:pPr algn="ctr" defTabSz="914378"/>
            <a:r>
              <a:rPr lang="en-US" dirty="0">
                <a:solidFill>
                  <a:srgbClr val="262626"/>
                </a:solidFill>
                <a:latin typeface="Roboto"/>
              </a:rPr>
              <a:t> </a:t>
            </a:r>
          </a:p>
        </p:txBody>
      </p:sp>
      <p:sp>
        <p:nvSpPr>
          <p:cNvPr id="7" name="Footer Text"/>
          <p:cNvSpPr txBox="1"/>
          <p:nvPr/>
        </p:nvSpPr>
        <p:spPr>
          <a:xfrm>
            <a:off x="2108201" y="2156255"/>
            <a:ext cx="4927600" cy="830997"/>
          </a:xfrm>
          <a:prstGeom prst="rect">
            <a:avLst/>
          </a:prstGeom>
          <a:noFill/>
        </p:spPr>
        <p:txBody>
          <a:bodyPr wrap="square" lIns="0" tIns="0" rIns="0" bIns="0" rtlCol="0" anchor="ctr">
            <a:spAutoFit/>
          </a:bodyPr>
          <a:lstStyle/>
          <a:p>
            <a:pPr algn="ctr" defTabSz="914378"/>
            <a:r>
              <a:rPr lang="en-US" sz="5400" b="1" dirty="0">
                <a:solidFill>
                  <a:srgbClr val="FFFFFF"/>
                </a:solidFill>
                <a:latin typeface="Roboto"/>
              </a:rPr>
              <a:t>THANK YOU</a:t>
            </a:r>
          </a:p>
        </p:txBody>
      </p:sp>
      <p:grpSp>
        <p:nvGrpSpPr>
          <p:cNvPr id="6" name="Group 5"/>
          <p:cNvGrpSpPr/>
          <p:nvPr/>
        </p:nvGrpSpPr>
        <p:grpSpPr>
          <a:xfrm>
            <a:off x="2781300" y="1847850"/>
            <a:ext cx="3581400" cy="1447800"/>
            <a:chOff x="2781300" y="1885950"/>
            <a:chExt cx="3581400" cy="1447800"/>
          </a:xfrm>
        </p:grpSpPr>
        <p:cxnSp>
          <p:nvCxnSpPr>
            <p:cNvPr id="5" name="Straight Connector 4"/>
            <p:cNvCxnSpPr/>
            <p:nvPr/>
          </p:nvCxnSpPr>
          <p:spPr>
            <a:xfrm>
              <a:off x="2781300" y="1885950"/>
              <a:ext cx="3581400"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2781300" y="3333750"/>
              <a:ext cx="3581400"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18" name="Group 17">
            <a:extLst>
              <a:ext uri="{FF2B5EF4-FFF2-40B4-BE49-F238E27FC236}">
                <a16:creationId xmlns:a16="http://schemas.microsoft.com/office/drawing/2014/main" id="{B4C2B8B4-1D48-4C25-9442-F6CEE07AEDF7}"/>
              </a:ext>
            </a:extLst>
          </p:cNvPr>
          <p:cNvGrpSpPr/>
          <p:nvPr/>
        </p:nvGrpSpPr>
        <p:grpSpPr>
          <a:xfrm>
            <a:off x="3663764" y="4367829"/>
            <a:ext cx="1816474" cy="763259"/>
            <a:chOff x="3821907" y="4370156"/>
            <a:chExt cx="1816474" cy="763260"/>
          </a:xfrm>
        </p:grpSpPr>
        <p:grpSp>
          <p:nvGrpSpPr>
            <p:cNvPr id="19" name="Group 179">
              <a:extLst>
                <a:ext uri="{FF2B5EF4-FFF2-40B4-BE49-F238E27FC236}">
                  <a16:creationId xmlns:a16="http://schemas.microsoft.com/office/drawing/2014/main" id="{1F3AA933-8A70-4A7E-BC55-076D7D2E6A81}"/>
                </a:ext>
              </a:extLst>
            </p:cNvPr>
            <p:cNvGrpSpPr/>
            <p:nvPr/>
          </p:nvGrpSpPr>
          <p:grpSpPr>
            <a:xfrm>
              <a:off x="4124557" y="4370156"/>
              <a:ext cx="456362" cy="456362"/>
              <a:chOff x="814184" y="3899359"/>
              <a:chExt cx="456362" cy="456362"/>
            </a:xfrm>
          </p:grpSpPr>
          <p:sp>
            <p:nvSpPr>
              <p:cNvPr id="25" name="Oval 24">
                <a:extLst>
                  <a:ext uri="{FF2B5EF4-FFF2-40B4-BE49-F238E27FC236}">
                    <a16:creationId xmlns:a16="http://schemas.microsoft.com/office/drawing/2014/main" id="{48EE8CA8-1876-4D10-8988-84298BC58546}"/>
                  </a:ext>
                </a:extLst>
              </p:cNvPr>
              <p:cNvSpPr/>
              <p:nvPr/>
            </p:nvSpPr>
            <p:spPr>
              <a:xfrm>
                <a:off x="814184" y="3899359"/>
                <a:ext cx="456362" cy="456362"/>
              </a:xfrm>
              <a:prstGeom prst="ellipse">
                <a:avLst/>
              </a:prstGeom>
              <a:solidFill>
                <a:schemeClr val="accent1"/>
              </a:soli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8"/>
                <a:endParaRPr lang="en-US" dirty="0">
                  <a:solidFill>
                    <a:srgbClr val="262626"/>
                  </a:solidFill>
                  <a:latin typeface="FontAwesome" pitchFamily="2" charset="0"/>
                </a:endParaRPr>
              </a:p>
            </p:txBody>
          </p:sp>
          <p:sp>
            <p:nvSpPr>
              <p:cNvPr id="26" name="Freeform 104">
                <a:extLst>
                  <a:ext uri="{FF2B5EF4-FFF2-40B4-BE49-F238E27FC236}">
                    <a16:creationId xmlns:a16="http://schemas.microsoft.com/office/drawing/2014/main" id="{CD62504F-1707-437C-BE4A-30118CCC4940}"/>
                  </a:ext>
                </a:extLst>
              </p:cNvPr>
              <p:cNvSpPr>
                <a:spLocks noEditPoints="1"/>
              </p:cNvSpPr>
              <p:nvPr/>
            </p:nvSpPr>
            <p:spPr bwMode="auto">
              <a:xfrm>
                <a:off x="936003" y="4021178"/>
                <a:ext cx="212725" cy="212725"/>
              </a:xfrm>
              <a:custGeom>
                <a:avLst/>
                <a:gdLst/>
                <a:ahLst/>
                <a:cxnLst>
                  <a:cxn ang="0">
                    <a:pos x="62" y="51"/>
                  </a:cxn>
                  <a:cxn ang="0">
                    <a:pos x="51" y="62"/>
                  </a:cxn>
                  <a:cxn ang="0">
                    <a:pos x="12" y="62"/>
                  </a:cxn>
                  <a:cxn ang="0">
                    <a:pos x="0" y="51"/>
                  </a:cxn>
                  <a:cxn ang="0">
                    <a:pos x="0" y="12"/>
                  </a:cxn>
                  <a:cxn ang="0">
                    <a:pos x="12" y="0"/>
                  </a:cxn>
                  <a:cxn ang="0">
                    <a:pos x="51" y="0"/>
                  </a:cxn>
                  <a:cxn ang="0">
                    <a:pos x="62" y="12"/>
                  </a:cxn>
                  <a:cxn ang="0">
                    <a:pos x="62" y="51"/>
                  </a:cxn>
                  <a:cxn ang="0">
                    <a:pos x="15" y="11"/>
                  </a:cxn>
                  <a:cxn ang="0">
                    <a:pos x="9" y="16"/>
                  </a:cxn>
                  <a:cxn ang="0">
                    <a:pos x="15" y="20"/>
                  </a:cxn>
                  <a:cxn ang="0">
                    <a:pos x="15" y="20"/>
                  </a:cxn>
                  <a:cxn ang="0">
                    <a:pos x="20" y="16"/>
                  </a:cxn>
                  <a:cxn ang="0">
                    <a:pos x="15" y="11"/>
                  </a:cxn>
                  <a:cxn ang="0">
                    <a:pos x="19" y="52"/>
                  </a:cxn>
                  <a:cxn ang="0">
                    <a:pos x="19" y="24"/>
                  </a:cxn>
                  <a:cxn ang="0">
                    <a:pos x="10" y="24"/>
                  </a:cxn>
                  <a:cxn ang="0">
                    <a:pos x="10" y="52"/>
                  </a:cxn>
                  <a:cxn ang="0">
                    <a:pos x="19" y="52"/>
                  </a:cxn>
                  <a:cxn ang="0">
                    <a:pos x="53" y="52"/>
                  </a:cxn>
                  <a:cxn ang="0">
                    <a:pos x="53" y="36"/>
                  </a:cxn>
                  <a:cxn ang="0">
                    <a:pos x="42" y="24"/>
                  </a:cxn>
                  <a:cxn ang="0">
                    <a:pos x="34" y="28"/>
                  </a:cxn>
                  <a:cxn ang="0">
                    <a:pos x="34" y="28"/>
                  </a:cxn>
                  <a:cxn ang="0">
                    <a:pos x="34" y="24"/>
                  </a:cxn>
                  <a:cxn ang="0">
                    <a:pos x="24" y="24"/>
                  </a:cxn>
                  <a:cxn ang="0">
                    <a:pos x="24" y="52"/>
                  </a:cxn>
                  <a:cxn ang="0">
                    <a:pos x="34" y="52"/>
                  </a:cxn>
                  <a:cxn ang="0">
                    <a:pos x="34" y="37"/>
                  </a:cxn>
                  <a:cxn ang="0">
                    <a:pos x="34" y="34"/>
                  </a:cxn>
                  <a:cxn ang="0">
                    <a:pos x="39" y="31"/>
                  </a:cxn>
                  <a:cxn ang="0">
                    <a:pos x="43" y="37"/>
                  </a:cxn>
                  <a:cxn ang="0">
                    <a:pos x="43" y="52"/>
                  </a:cxn>
                  <a:cxn ang="0">
                    <a:pos x="53" y="52"/>
                  </a:cxn>
                </a:cxnLst>
                <a:rect l="0" t="0" r="r" b="b"/>
                <a:pathLst>
                  <a:path w="62" h="62">
                    <a:moveTo>
                      <a:pt x="62" y="51"/>
                    </a:moveTo>
                    <a:cubicBezTo>
                      <a:pt x="62" y="57"/>
                      <a:pt x="57" y="62"/>
                      <a:pt x="51" y="62"/>
                    </a:cubicBezTo>
                    <a:cubicBezTo>
                      <a:pt x="12" y="62"/>
                      <a:pt x="12" y="62"/>
                      <a:pt x="12" y="62"/>
                    </a:cubicBezTo>
                    <a:cubicBezTo>
                      <a:pt x="6" y="62"/>
                      <a:pt x="0" y="57"/>
                      <a:pt x="0" y="51"/>
                    </a:cubicBezTo>
                    <a:cubicBezTo>
                      <a:pt x="0" y="12"/>
                      <a:pt x="0" y="12"/>
                      <a:pt x="0" y="12"/>
                    </a:cubicBezTo>
                    <a:cubicBezTo>
                      <a:pt x="0" y="6"/>
                      <a:pt x="6" y="0"/>
                      <a:pt x="12" y="0"/>
                    </a:cubicBezTo>
                    <a:cubicBezTo>
                      <a:pt x="51" y="0"/>
                      <a:pt x="51" y="0"/>
                      <a:pt x="51" y="0"/>
                    </a:cubicBezTo>
                    <a:cubicBezTo>
                      <a:pt x="57" y="0"/>
                      <a:pt x="62" y="6"/>
                      <a:pt x="62" y="12"/>
                    </a:cubicBezTo>
                    <a:lnTo>
                      <a:pt x="62" y="51"/>
                    </a:lnTo>
                    <a:close/>
                    <a:moveTo>
                      <a:pt x="15" y="11"/>
                    </a:moveTo>
                    <a:cubicBezTo>
                      <a:pt x="12" y="11"/>
                      <a:pt x="9" y="13"/>
                      <a:pt x="9" y="16"/>
                    </a:cubicBezTo>
                    <a:cubicBezTo>
                      <a:pt x="9" y="18"/>
                      <a:pt x="11" y="20"/>
                      <a:pt x="15" y="20"/>
                    </a:cubicBezTo>
                    <a:cubicBezTo>
                      <a:pt x="15" y="20"/>
                      <a:pt x="15" y="20"/>
                      <a:pt x="15" y="20"/>
                    </a:cubicBezTo>
                    <a:cubicBezTo>
                      <a:pt x="18" y="20"/>
                      <a:pt x="20" y="18"/>
                      <a:pt x="20" y="16"/>
                    </a:cubicBezTo>
                    <a:cubicBezTo>
                      <a:pt x="20" y="13"/>
                      <a:pt x="18" y="11"/>
                      <a:pt x="15" y="11"/>
                    </a:cubicBezTo>
                    <a:close/>
                    <a:moveTo>
                      <a:pt x="19" y="52"/>
                    </a:moveTo>
                    <a:cubicBezTo>
                      <a:pt x="19" y="24"/>
                      <a:pt x="19" y="24"/>
                      <a:pt x="19" y="24"/>
                    </a:cubicBezTo>
                    <a:cubicBezTo>
                      <a:pt x="10" y="24"/>
                      <a:pt x="10" y="24"/>
                      <a:pt x="10" y="24"/>
                    </a:cubicBezTo>
                    <a:cubicBezTo>
                      <a:pt x="10" y="52"/>
                      <a:pt x="10" y="52"/>
                      <a:pt x="10" y="52"/>
                    </a:cubicBezTo>
                    <a:lnTo>
                      <a:pt x="19" y="52"/>
                    </a:lnTo>
                    <a:close/>
                    <a:moveTo>
                      <a:pt x="53" y="52"/>
                    </a:moveTo>
                    <a:cubicBezTo>
                      <a:pt x="53" y="36"/>
                      <a:pt x="53" y="36"/>
                      <a:pt x="53" y="36"/>
                    </a:cubicBezTo>
                    <a:cubicBezTo>
                      <a:pt x="53" y="28"/>
                      <a:pt x="48" y="24"/>
                      <a:pt x="42" y="24"/>
                    </a:cubicBezTo>
                    <a:cubicBezTo>
                      <a:pt x="37" y="24"/>
                      <a:pt x="35" y="26"/>
                      <a:pt x="34" y="28"/>
                    </a:cubicBezTo>
                    <a:cubicBezTo>
                      <a:pt x="34" y="28"/>
                      <a:pt x="34" y="28"/>
                      <a:pt x="34" y="28"/>
                    </a:cubicBezTo>
                    <a:cubicBezTo>
                      <a:pt x="34" y="24"/>
                      <a:pt x="34" y="24"/>
                      <a:pt x="34" y="24"/>
                    </a:cubicBezTo>
                    <a:cubicBezTo>
                      <a:pt x="24" y="24"/>
                      <a:pt x="24" y="24"/>
                      <a:pt x="24" y="24"/>
                    </a:cubicBezTo>
                    <a:cubicBezTo>
                      <a:pt x="24" y="24"/>
                      <a:pt x="24" y="27"/>
                      <a:pt x="24" y="52"/>
                    </a:cubicBezTo>
                    <a:cubicBezTo>
                      <a:pt x="34" y="52"/>
                      <a:pt x="34" y="52"/>
                      <a:pt x="34" y="52"/>
                    </a:cubicBezTo>
                    <a:cubicBezTo>
                      <a:pt x="34" y="37"/>
                      <a:pt x="34" y="37"/>
                      <a:pt x="34" y="37"/>
                    </a:cubicBezTo>
                    <a:cubicBezTo>
                      <a:pt x="34" y="36"/>
                      <a:pt x="34" y="35"/>
                      <a:pt x="34" y="34"/>
                    </a:cubicBezTo>
                    <a:cubicBezTo>
                      <a:pt x="35" y="33"/>
                      <a:pt x="36" y="31"/>
                      <a:pt x="39" y="31"/>
                    </a:cubicBezTo>
                    <a:cubicBezTo>
                      <a:pt x="42" y="31"/>
                      <a:pt x="43" y="33"/>
                      <a:pt x="43" y="37"/>
                    </a:cubicBezTo>
                    <a:cubicBezTo>
                      <a:pt x="43" y="52"/>
                      <a:pt x="43" y="52"/>
                      <a:pt x="43" y="52"/>
                    </a:cubicBezTo>
                    <a:lnTo>
                      <a:pt x="53" y="52"/>
                    </a:lnTo>
                    <a:close/>
                  </a:path>
                </a:pathLst>
              </a:custGeom>
              <a:solidFill>
                <a:schemeClr val="bg1"/>
              </a:solidFill>
              <a:ln w="9525">
                <a:noFill/>
                <a:round/>
                <a:headEnd/>
                <a:tailEnd/>
              </a:ln>
            </p:spPr>
            <p:txBody>
              <a:bodyPr vert="horz" wrap="square" lIns="91440" tIns="45720" rIns="91440" bIns="45720" numCol="1" anchor="t" anchorCtr="0" compatLnSpc="1">
                <a:prstTxWarp prst="textNoShape">
                  <a:avLst/>
                </a:prstTxWarp>
              </a:bodyPr>
              <a:lstStyle/>
              <a:p>
                <a:pPr defTabSz="914378"/>
                <a:endParaRPr lang="en-US">
                  <a:solidFill>
                    <a:srgbClr val="262626"/>
                  </a:solidFill>
                  <a:latin typeface="Roboto"/>
                </a:endParaRPr>
              </a:p>
            </p:txBody>
          </p:sp>
        </p:grpSp>
        <p:grpSp>
          <p:nvGrpSpPr>
            <p:cNvPr id="20" name="Group 180">
              <a:extLst>
                <a:ext uri="{FF2B5EF4-FFF2-40B4-BE49-F238E27FC236}">
                  <a16:creationId xmlns:a16="http://schemas.microsoft.com/office/drawing/2014/main" id="{E70B2668-0276-4E49-B150-0F539B02BF15}"/>
                </a:ext>
              </a:extLst>
            </p:cNvPr>
            <p:cNvGrpSpPr/>
            <p:nvPr/>
          </p:nvGrpSpPr>
          <p:grpSpPr>
            <a:xfrm>
              <a:off x="4876800" y="4371034"/>
              <a:ext cx="456362" cy="456362"/>
              <a:chOff x="1380372" y="3899359"/>
              <a:chExt cx="456362" cy="456362"/>
            </a:xfrm>
          </p:grpSpPr>
          <p:sp>
            <p:nvSpPr>
              <p:cNvPr id="23" name="Oval 22">
                <a:extLst>
                  <a:ext uri="{FF2B5EF4-FFF2-40B4-BE49-F238E27FC236}">
                    <a16:creationId xmlns:a16="http://schemas.microsoft.com/office/drawing/2014/main" id="{678491CF-AF73-4C99-B7C0-DC7165444847}"/>
                  </a:ext>
                </a:extLst>
              </p:cNvPr>
              <p:cNvSpPr/>
              <p:nvPr/>
            </p:nvSpPr>
            <p:spPr>
              <a:xfrm>
                <a:off x="1380372" y="3899359"/>
                <a:ext cx="456362" cy="456362"/>
              </a:xfrm>
              <a:prstGeom prst="ellipse">
                <a:avLst/>
              </a:prstGeom>
              <a:solidFill>
                <a:schemeClr val="accent2"/>
              </a:soli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8"/>
                <a:endParaRPr lang="en-US" dirty="0">
                  <a:solidFill>
                    <a:srgbClr val="262626"/>
                  </a:solidFill>
                  <a:latin typeface="FontAwesome" pitchFamily="2" charset="0"/>
                </a:endParaRPr>
              </a:p>
            </p:txBody>
          </p:sp>
          <p:sp>
            <p:nvSpPr>
              <p:cNvPr id="24" name="Freeform 154">
                <a:extLst>
                  <a:ext uri="{FF2B5EF4-FFF2-40B4-BE49-F238E27FC236}">
                    <a16:creationId xmlns:a16="http://schemas.microsoft.com/office/drawing/2014/main" id="{6C4695E7-E7EF-417D-A8D5-C62CCF060D06}"/>
                  </a:ext>
                </a:extLst>
              </p:cNvPr>
              <p:cNvSpPr>
                <a:spLocks/>
              </p:cNvSpPr>
              <p:nvPr/>
            </p:nvSpPr>
            <p:spPr bwMode="auto">
              <a:xfrm>
                <a:off x="1499016" y="4040228"/>
                <a:ext cx="219075" cy="174625"/>
              </a:xfrm>
              <a:custGeom>
                <a:avLst/>
                <a:gdLst/>
                <a:ahLst/>
                <a:cxnLst>
                  <a:cxn ang="0">
                    <a:pos x="57" y="12"/>
                  </a:cxn>
                  <a:cxn ang="0">
                    <a:pos x="57" y="14"/>
                  </a:cxn>
                  <a:cxn ang="0">
                    <a:pos x="20" y="51"/>
                  </a:cxn>
                  <a:cxn ang="0">
                    <a:pos x="0" y="45"/>
                  </a:cxn>
                  <a:cxn ang="0">
                    <a:pos x="3" y="45"/>
                  </a:cxn>
                  <a:cxn ang="0">
                    <a:pos x="19" y="40"/>
                  </a:cxn>
                  <a:cxn ang="0">
                    <a:pos x="7" y="31"/>
                  </a:cxn>
                  <a:cxn ang="0">
                    <a:pos x="10" y="31"/>
                  </a:cxn>
                  <a:cxn ang="0">
                    <a:pos x="13" y="31"/>
                  </a:cxn>
                  <a:cxn ang="0">
                    <a:pos x="3" y="18"/>
                  </a:cxn>
                  <a:cxn ang="0">
                    <a:pos x="3" y="18"/>
                  </a:cxn>
                  <a:cxn ang="0">
                    <a:pos x="9" y="19"/>
                  </a:cxn>
                  <a:cxn ang="0">
                    <a:pos x="3" y="9"/>
                  </a:cxn>
                  <a:cxn ang="0">
                    <a:pos x="5" y="2"/>
                  </a:cxn>
                  <a:cxn ang="0">
                    <a:pos x="31" y="16"/>
                  </a:cxn>
                  <a:cxn ang="0">
                    <a:pos x="31" y="13"/>
                  </a:cxn>
                  <a:cxn ang="0">
                    <a:pos x="44" y="0"/>
                  </a:cxn>
                  <a:cxn ang="0">
                    <a:pos x="54" y="4"/>
                  </a:cxn>
                  <a:cxn ang="0">
                    <a:pos x="62" y="1"/>
                  </a:cxn>
                  <a:cxn ang="0">
                    <a:pos x="56" y="8"/>
                  </a:cxn>
                  <a:cxn ang="0">
                    <a:pos x="64" y="6"/>
                  </a:cxn>
                  <a:cxn ang="0">
                    <a:pos x="57" y="12"/>
                  </a:cxn>
                </a:cxnLst>
                <a:rect l="0" t="0" r="r" b="b"/>
                <a:pathLst>
                  <a:path w="64" h="51">
                    <a:moveTo>
                      <a:pt x="57" y="12"/>
                    </a:moveTo>
                    <a:cubicBezTo>
                      <a:pt x="57" y="13"/>
                      <a:pt x="57" y="14"/>
                      <a:pt x="57" y="14"/>
                    </a:cubicBezTo>
                    <a:cubicBezTo>
                      <a:pt x="57" y="31"/>
                      <a:pt x="44" y="51"/>
                      <a:pt x="20" y="51"/>
                    </a:cubicBezTo>
                    <a:cubicBezTo>
                      <a:pt x="13" y="51"/>
                      <a:pt x="6" y="49"/>
                      <a:pt x="0" y="45"/>
                    </a:cubicBezTo>
                    <a:cubicBezTo>
                      <a:pt x="1" y="45"/>
                      <a:pt x="2" y="45"/>
                      <a:pt x="3" y="45"/>
                    </a:cubicBezTo>
                    <a:cubicBezTo>
                      <a:pt x="9" y="45"/>
                      <a:pt x="15" y="43"/>
                      <a:pt x="19" y="40"/>
                    </a:cubicBezTo>
                    <a:cubicBezTo>
                      <a:pt x="14" y="40"/>
                      <a:pt x="9" y="36"/>
                      <a:pt x="7" y="31"/>
                    </a:cubicBezTo>
                    <a:cubicBezTo>
                      <a:pt x="8" y="31"/>
                      <a:pt x="9" y="31"/>
                      <a:pt x="10" y="31"/>
                    </a:cubicBezTo>
                    <a:cubicBezTo>
                      <a:pt x="11" y="31"/>
                      <a:pt x="12" y="31"/>
                      <a:pt x="13" y="31"/>
                    </a:cubicBezTo>
                    <a:cubicBezTo>
                      <a:pt x="7" y="29"/>
                      <a:pt x="3" y="24"/>
                      <a:pt x="3" y="18"/>
                    </a:cubicBezTo>
                    <a:cubicBezTo>
                      <a:pt x="3" y="18"/>
                      <a:pt x="3" y="18"/>
                      <a:pt x="3" y="18"/>
                    </a:cubicBezTo>
                    <a:cubicBezTo>
                      <a:pt x="5" y="19"/>
                      <a:pt x="7" y="19"/>
                      <a:pt x="9" y="19"/>
                    </a:cubicBezTo>
                    <a:cubicBezTo>
                      <a:pt x="5" y="17"/>
                      <a:pt x="3" y="13"/>
                      <a:pt x="3" y="9"/>
                    </a:cubicBezTo>
                    <a:cubicBezTo>
                      <a:pt x="3" y="6"/>
                      <a:pt x="4" y="4"/>
                      <a:pt x="5" y="2"/>
                    </a:cubicBezTo>
                    <a:cubicBezTo>
                      <a:pt x="11" y="10"/>
                      <a:pt x="21" y="15"/>
                      <a:pt x="31" y="16"/>
                    </a:cubicBezTo>
                    <a:cubicBezTo>
                      <a:pt x="31" y="15"/>
                      <a:pt x="31" y="14"/>
                      <a:pt x="31" y="13"/>
                    </a:cubicBezTo>
                    <a:cubicBezTo>
                      <a:pt x="31" y="5"/>
                      <a:pt x="37" y="0"/>
                      <a:pt x="44" y="0"/>
                    </a:cubicBezTo>
                    <a:cubicBezTo>
                      <a:pt x="48" y="0"/>
                      <a:pt x="51" y="1"/>
                      <a:pt x="54" y="4"/>
                    </a:cubicBezTo>
                    <a:cubicBezTo>
                      <a:pt x="56" y="3"/>
                      <a:pt x="59" y="2"/>
                      <a:pt x="62" y="1"/>
                    </a:cubicBezTo>
                    <a:cubicBezTo>
                      <a:pt x="61" y="4"/>
                      <a:pt x="59" y="6"/>
                      <a:pt x="56" y="8"/>
                    </a:cubicBezTo>
                    <a:cubicBezTo>
                      <a:pt x="59" y="7"/>
                      <a:pt x="61" y="7"/>
                      <a:pt x="64" y="6"/>
                    </a:cubicBezTo>
                    <a:cubicBezTo>
                      <a:pt x="62" y="8"/>
                      <a:pt x="60" y="11"/>
                      <a:pt x="57" y="12"/>
                    </a:cubicBezTo>
                    <a:close/>
                  </a:path>
                </a:pathLst>
              </a:custGeom>
              <a:solidFill>
                <a:schemeClr val="bg1"/>
              </a:solidFill>
              <a:ln w="9525">
                <a:noFill/>
                <a:round/>
                <a:headEnd/>
                <a:tailEnd/>
              </a:ln>
            </p:spPr>
            <p:txBody>
              <a:bodyPr vert="horz" wrap="square" lIns="91440" tIns="45720" rIns="91440" bIns="45720" numCol="1" anchor="t" anchorCtr="0" compatLnSpc="1">
                <a:prstTxWarp prst="textNoShape">
                  <a:avLst/>
                </a:prstTxWarp>
              </a:bodyPr>
              <a:lstStyle/>
              <a:p>
                <a:pPr defTabSz="914378"/>
                <a:endParaRPr lang="en-US">
                  <a:solidFill>
                    <a:srgbClr val="262626"/>
                  </a:solidFill>
                  <a:latin typeface="Roboto"/>
                </a:endParaRPr>
              </a:p>
            </p:txBody>
          </p:sp>
        </p:grpSp>
        <p:sp>
          <p:nvSpPr>
            <p:cNvPr id="21" name="TextBox 20">
              <a:extLst>
                <a:ext uri="{FF2B5EF4-FFF2-40B4-BE49-F238E27FC236}">
                  <a16:creationId xmlns:a16="http://schemas.microsoft.com/office/drawing/2014/main" id="{354AB3E2-B639-41CB-947D-D20DA3534637}"/>
                </a:ext>
              </a:extLst>
            </p:cNvPr>
            <p:cNvSpPr txBox="1"/>
            <p:nvPr/>
          </p:nvSpPr>
          <p:spPr>
            <a:xfrm>
              <a:off x="4571581" y="4825639"/>
              <a:ext cx="1066800" cy="307777"/>
            </a:xfrm>
            <a:prstGeom prst="rect">
              <a:avLst/>
            </a:prstGeom>
            <a:noFill/>
          </p:spPr>
          <p:txBody>
            <a:bodyPr wrap="square" rtlCol="0">
              <a:spAutoFit/>
            </a:bodyPr>
            <a:lstStyle/>
            <a:p>
              <a:pPr algn="ctr" defTabSz="914378"/>
              <a:r>
                <a:rPr lang="en-GB" sz="1400" dirty="0">
                  <a:solidFill>
                    <a:srgbClr val="FFFFFF">
                      <a:lumMod val="95000"/>
                    </a:srgbClr>
                  </a:solidFill>
                  <a:latin typeface="Roboto"/>
                </a:rPr>
                <a:t>HTC_OM</a:t>
              </a:r>
            </a:p>
          </p:txBody>
        </p:sp>
        <p:sp>
          <p:nvSpPr>
            <p:cNvPr id="22" name="TextBox 21">
              <a:extLst>
                <a:ext uri="{FF2B5EF4-FFF2-40B4-BE49-F238E27FC236}">
                  <a16:creationId xmlns:a16="http://schemas.microsoft.com/office/drawing/2014/main" id="{C54275B2-EBC9-4FC1-9892-3FFDF8ABF5A5}"/>
                </a:ext>
              </a:extLst>
            </p:cNvPr>
            <p:cNvSpPr txBox="1"/>
            <p:nvPr/>
          </p:nvSpPr>
          <p:spPr>
            <a:xfrm>
              <a:off x="3821907" y="4825639"/>
              <a:ext cx="1066800" cy="307777"/>
            </a:xfrm>
            <a:prstGeom prst="rect">
              <a:avLst/>
            </a:prstGeom>
            <a:noFill/>
          </p:spPr>
          <p:txBody>
            <a:bodyPr wrap="square" rtlCol="0">
              <a:spAutoFit/>
            </a:bodyPr>
            <a:lstStyle/>
            <a:p>
              <a:pPr algn="ctr" defTabSz="914378"/>
              <a:r>
                <a:rPr lang="en-GB" sz="1400" dirty="0">
                  <a:solidFill>
                    <a:srgbClr val="FFFFFF">
                      <a:lumMod val="95000"/>
                    </a:srgbClr>
                  </a:solidFill>
                  <a:latin typeface="Roboto"/>
                </a:rPr>
                <a:t>htc-om</a:t>
              </a:r>
            </a:p>
          </p:txBody>
        </p:sp>
      </p:grpSp>
    </p:spTree>
    <p:extLst>
      <p:ext uri="{BB962C8B-B14F-4D97-AF65-F5344CB8AC3E}">
        <p14:creationId xmlns:p14="http://schemas.microsoft.com/office/powerpoint/2010/main" val="3682205255"/>
      </p:ext>
    </p:extLst>
  </p:cSld>
  <p:clrMapOvr>
    <a:masterClrMapping/>
  </p:clrMapOvr>
  <p:transition spd="slow">
    <p:push dir="u"/>
  </p:transition>
</p:sld>
</file>

<file path=ppt/theme/theme1.xml><?xml version="1.0" encoding="utf-8"?>
<a:theme xmlns:a="http://schemas.openxmlformats.org/drawingml/2006/main" name="Default Theme">
  <a:themeElements>
    <a:clrScheme name="Theme 20">
      <a:dk1>
        <a:srgbClr val="262626"/>
      </a:dk1>
      <a:lt1>
        <a:srgbClr val="FFFFFF"/>
      </a:lt1>
      <a:dk2>
        <a:srgbClr val="262626"/>
      </a:dk2>
      <a:lt2>
        <a:srgbClr val="FFFFFF"/>
      </a:lt2>
      <a:accent1>
        <a:srgbClr val="237DB9"/>
      </a:accent1>
      <a:accent2>
        <a:srgbClr val="15AA96"/>
      </a:accent2>
      <a:accent3>
        <a:srgbClr val="9BB955"/>
      </a:accent3>
      <a:accent4>
        <a:srgbClr val="F19B14"/>
      </a:accent4>
      <a:accent5>
        <a:srgbClr val="BE382C"/>
      </a:accent5>
      <a:accent6>
        <a:srgbClr val="633247"/>
      </a:accent6>
      <a:hlink>
        <a:srgbClr val="FFFFFF"/>
      </a:hlink>
      <a:folHlink>
        <a:srgbClr val="595959"/>
      </a:folHlink>
    </a:clrScheme>
    <a:fontScheme name="Custom 84">
      <a:majorFont>
        <a:latin typeface="Roboto"/>
        <a:ea typeface=""/>
        <a:cs typeface=""/>
      </a:majorFont>
      <a:minorFont>
        <a:latin typeface="Roboto"/>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tx1"/>
        </a:solidFill>
        <a:ln w="9525">
          <a:noFill/>
          <a:round/>
          <a:headEnd/>
          <a:tailEnd/>
        </a:ln>
      </a:spPr>
      <a:bodyPr vert="horz" wrap="square" lIns="91440" tIns="45720" rIns="91440" bIns="45720" numCol="1" anchor="t" anchorCtr="0" compatLnSpc="1">
        <a:prstTxWarp prst="textNoShape">
          <a:avLst/>
        </a:prstTxWarp>
      </a:bodyPr>
      <a:lstStyle>
        <a:defPPr>
          <a:defRPr/>
        </a:defPPr>
      </a:lstStyle>
    </a:sp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55944</TotalTime>
  <Words>3094</Words>
  <Application>Microsoft Office PowerPoint</Application>
  <PresentationFormat>On-screen Show (16:9)</PresentationFormat>
  <Paragraphs>552</Paragraphs>
  <Slides>46</Slides>
  <Notes>21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46</vt:i4>
      </vt:variant>
    </vt:vector>
  </HeadingPairs>
  <TitlesOfParts>
    <vt:vector size="53" baseType="lpstr">
      <vt:lpstr>Arial</vt:lpstr>
      <vt:lpstr>Calibri</vt:lpstr>
      <vt:lpstr>FontAwesome</vt:lpstr>
      <vt:lpstr>Roboto</vt:lpstr>
      <vt:lpstr>Roboto(body)</vt:lpstr>
      <vt:lpstr>Tahoma</vt:lpstr>
      <vt:lpstr>Default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General PV Plant Schematic (Energy Flow)</vt:lpstr>
      <vt:lpstr>PowerPoint Presentation</vt:lpstr>
      <vt:lpstr>PV Layout, Shadow Analysis, &amp; Mounting Structure</vt:lpstr>
      <vt:lpstr>PV Layout, Shadow Analysis, &amp; Mounting Structure</vt:lpstr>
      <vt:lpstr>PV Layout, Shadow Analysis, &amp; Mounting Structure</vt:lpstr>
      <vt:lpstr>PV Layout, Shadow Analysis, &amp; Mounting Structure</vt:lpstr>
      <vt:lpstr>PowerPoint Presentation</vt:lpstr>
      <vt:lpstr>Component Specification</vt:lpstr>
      <vt:lpstr>Component Specification</vt:lpstr>
      <vt:lpstr>Component Specification</vt:lpstr>
      <vt:lpstr>Component Specification</vt:lpstr>
      <vt:lpstr>Component Specification</vt:lpstr>
      <vt:lpstr>Component Specification</vt:lpstr>
      <vt:lpstr>Component Specification</vt:lpstr>
      <vt:lpstr>PowerPoint Presentation</vt:lpstr>
      <vt:lpstr>Design Engineering &amp; Energy Analysis Considerations</vt:lpstr>
      <vt:lpstr>Carbon Footprint Reduction</vt:lpstr>
      <vt:lpstr>Energy Analysis</vt:lpstr>
      <vt:lpstr>Energy Analysis</vt:lpstr>
      <vt:lpstr>Energy Analysis</vt:lpstr>
      <vt:lpstr>Energy Analysis</vt:lpstr>
      <vt:lpstr>PowerPoint Presentation</vt:lpstr>
      <vt:lpstr>Execution Schedule</vt:lpstr>
      <vt:lpstr>Execution Schedule</vt:lpstr>
      <vt:lpstr>Execution Methodology</vt:lpstr>
      <vt:lpstr>Execution Methodology</vt:lpstr>
      <vt:lpstr>Execution Methodology</vt:lpstr>
      <vt:lpstr>Execution Methodology</vt:lpstr>
      <vt:lpstr>Execution Methodology</vt:lpstr>
      <vt:lpstr>PowerPoint Presentation</vt:lpstr>
      <vt:lpstr>Commercial Offer</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High Tech</dc:creator>
  <cp:lastModifiedBy>Mohammed Al Lawati</cp:lastModifiedBy>
  <cp:revision>4871</cp:revision>
  <dcterms:created xsi:type="dcterms:W3CDTF">2015-09-08T18:46:55Z</dcterms:created>
  <dcterms:modified xsi:type="dcterms:W3CDTF">2025-09-28T08:58:02Z</dcterms:modified>
</cp:coreProperties>
</file>